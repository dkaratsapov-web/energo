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jpg"/><Relationship Id="rId11" Type="http://schemas.openxmlformats.org/officeDocument/2006/relationships/image" Target="../media/image42.jpg"/><Relationship Id="rId12" Type="http://schemas.openxmlformats.org/officeDocument/2006/relationships/image" Target="../media/image43.jpg"/><Relationship Id="rId13" Type="http://schemas.openxmlformats.org/officeDocument/2006/relationships/image" Target="../media/image44.jpg"/><Relationship Id="rId14" Type="http://schemas.openxmlformats.org/officeDocument/2006/relationships/image" Target="../media/image45.jpg"/><Relationship Id="rId15" Type="http://schemas.openxmlformats.org/officeDocument/2006/relationships/image" Target="../media/image46.jpg"/><Relationship Id="rId16" Type="http://schemas.openxmlformats.org/officeDocument/2006/relationships/image" Target="../media/image47.jpg"/><Relationship Id="rId17" Type="http://schemas.openxmlformats.org/officeDocument/2006/relationships/image" Target="../media/image48.jpg"/><Relationship Id="rId18" Type="http://schemas.openxmlformats.org/officeDocument/2006/relationships/image" Target="../media/image49.jpg"/><Relationship Id="rId19" Type="http://schemas.openxmlformats.org/officeDocument/2006/relationships/image" Target="../media/image5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092c2ffcc1f39f6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4" name="hero: КОМПЛЕКСНОЕ"/>
          <p:cNvSpPr txBox="1"/>
          <p:nvPr/>
        </p:nvSpPr>
        <p:spPr>
          <a:xfrm>
            <a:off x="576000" y="7895540"/>
            <a:ext cx="6624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-8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КОМПЛЕКСНОЕ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-8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СТРОИТЕЛЬСТВО</a:t>
            </a:r>
          </a:p>
        </p:txBody>
      </p:sp>
      <p:sp>
        <p:nvSpPr>
          <p:cNvPr id="5" name="marker"/>
          <p:cNvSpPr/>
          <p:nvPr/>
        </p:nvSpPr>
        <p:spPr>
          <a:xfrm>
            <a:off x="576000" y="7487280"/>
            <a:ext cx="1080000" cy="432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ag: #2025"/>
          <p:cNvSpPr txBox="1"/>
          <p:nvPr/>
        </p:nvSpPr>
        <p:spPr>
          <a:xfrm>
            <a:off x="576000" y="9315242"/>
            <a:ext cx="2160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2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#2025</a:t>
            </a:r>
          </a:p>
        </p:txBody>
      </p:sp>
      <p:sp>
        <p:nvSpPr>
          <p:cNvPr id="7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8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3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3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8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8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8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8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3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8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8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8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3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3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8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8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3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3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8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3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8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3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8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8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8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6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8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3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8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3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3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3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3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8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8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3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2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8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3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3fb66226a20d9fa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936000"/>
            <a:ext cx="758592" cy="864000"/>
          </a:xfrm>
          <a:prstGeom prst="rect">
            <a:avLst/>
          </a:prstGeom>
        </p:spPr>
      </p:pic>
      <p:sp>
        <p:nvSpPr>
          <p:cNvPr id="4" name="wordmark"/>
          <p:cNvSpPr/>
          <p:nvPr/>
        </p:nvSpPr>
        <p:spPr>
          <a:xfrm>
            <a:off x="1649100" y="1110871"/>
            <a:ext cx="1646620" cy="520204"/>
          </a:xfrm>
          <a:custGeom>
            <a:avLst/>
            <a:gdLst/>
            <a:ahLst/>
            <a:cxnLst/>
            <a:rect l="0" t="0" r="r" b="b"/>
            <a:pathLst>
              <a:path w="1646620" h="520204">
                <a:moveTo>
                  <a:pt x="609393" y="0"/>
                </a:moveTo>
                <a:lnTo>
                  <a:pt x="584939" y="1448"/>
                </a:lnTo>
                <a:lnTo>
                  <a:pt x="580492" y="3909"/>
                </a:lnTo>
                <a:lnTo>
                  <a:pt x="573583" y="5926"/>
                </a:lnTo>
                <a:lnTo>
                  <a:pt x="563972" y="11543"/>
                </a:lnTo>
                <a:lnTo>
                  <a:pt x="548610" y="23915"/>
                </a:lnTo>
                <a:lnTo>
                  <a:pt x="540049" y="34072"/>
                </a:lnTo>
                <a:lnTo>
                  <a:pt x="531977" y="46766"/>
                </a:lnTo>
                <a:lnTo>
                  <a:pt x="530908" y="50760"/>
                </a:lnTo>
                <a:lnTo>
                  <a:pt x="524236" y="64450"/>
                </a:lnTo>
                <a:lnTo>
                  <a:pt x="522869" y="71455"/>
                </a:lnTo>
                <a:lnTo>
                  <a:pt x="520130" y="77715"/>
                </a:lnTo>
                <a:lnTo>
                  <a:pt x="518939" y="86822"/>
                </a:lnTo>
                <a:lnTo>
                  <a:pt x="516453" y="95396"/>
                </a:lnTo>
                <a:lnTo>
                  <a:pt x="515601" y="118049"/>
                </a:lnTo>
                <a:lnTo>
                  <a:pt x="515802" y="165840"/>
                </a:lnTo>
                <a:lnTo>
                  <a:pt x="516712" y="171895"/>
                </a:lnTo>
                <a:lnTo>
                  <a:pt x="518917" y="177843"/>
                </a:lnTo>
                <a:lnTo>
                  <a:pt x="520241" y="188557"/>
                </a:lnTo>
                <a:lnTo>
                  <a:pt x="528184" y="209631"/>
                </a:lnTo>
                <a:lnTo>
                  <a:pt x="541474" y="233373"/>
                </a:lnTo>
                <a:lnTo>
                  <a:pt x="556279" y="248489"/>
                </a:lnTo>
                <a:lnTo>
                  <a:pt x="579251" y="261448"/>
                </a:lnTo>
                <a:lnTo>
                  <a:pt x="588823" y="262265"/>
                </a:lnTo>
                <a:lnTo>
                  <a:pt x="594526" y="265383"/>
                </a:lnTo>
                <a:lnTo>
                  <a:pt x="630636" y="265438"/>
                </a:lnTo>
                <a:lnTo>
                  <a:pt x="639303" y="262527"/>
                </a:lnTo>
                <a:lnTo>
                  <a:pt x="649374" y="261443"/>
                </a:lnTo>
                <a:lnTo>
                  <a:pt x="654656" y="258599"/>
                </a:lnTo>
                <a:lnTo>
                  <a:pt x="661851" y="257315"/>
                </a:lnTo>
                <a:lnTo>
                  <a:pt x="673150" y="249330"/>
                </a:lnTo>
                <a:lnTo>
                  <a:pt x="681164" y="240296"/>
                </a:lnTo>
                <a:lnTo>
                  <a:pt x="688772" y="229689"/>
                </a:lnTo>
                <a:lnTo>
                  <a:pt x="697527" y="213299"/>
                </a:lnTo>
                <a:lnTo>
                  <a:pt x="700496" y="209303"/>
                </a:lnTo>
                <a:lnTo>
                  <a:pt x="707201" y="203251"/>
                </a:lnTo>
                <a:lnTo>
                  <a:pt x="712448" y="201967"/>
                </a:lnTo>
                <a:lnTo>
                  <a:pt x="721714" y="197890"/>
                </a:lnTo>
                <a:lnTo>
                  <a:pt x="723443" y="196173"/>
                </a:lnTo>
                <a:lnTo>
                  <a:pt x="723859" y="193286"/>
                </a:lnTo>
                <a:lnTo>
                  <a:pt x="721426" y="190776"/>
                </a:lnTo>
                <a:lnTo>
                  <a:pt x="711875" y="190307"/>
                </a:lnTo>
                <a:lnTo>
                  <a:pt x="633819" y="190579"/>
                </a:lnTo>
                <a:lnTo>
                  <a:pt x="631832" y="192062"/>
                </a:lnTo>
                <a:lnTo>
                  <a:pt x="630901" y="194359"/>
                </a:lnTo>
                <a:lnTo>
                  <a:pt x="632221" y="197972"/>
                </a:lnTo>
                <a:lnTo>
                  <a:pt x="643839" y="199653"/>
                </a:lnTo>
                <a:lnTo>
                  <a:pt x="652320" y="203349"/>
                </a:lnTo>
                <a:lnTo>
                  <a:pt x="655536" y="205839"/>
                </a:lnTo>
                <a:lnTo>
                  <a:pt x="657807" y="209818"/>
                </a:lnTo>
                <a:lnTo>
                  <a:pt x="659568" y="216420"/>
                </a:lnTo>
                <a:lnTo>
                  <a:pt x="659521" y="220385"/>
                </a:lnTo>
                <a:lnTo>
                  <a:pt x="657044" y="228381"/>
                </a:lnTo>
                <a:lnTo>
                  <a:pt x="652266" y="237488"/>
                </a:lnTo>
                <a:lnTo>
                  <a:pt x="645392" y="245663"/>
                </a:lnTo>
                <a:lnTo>
                  <a:pt x="636665" y="252184"/>
                </a:lnTo>
                <a:lnTo>
                  <a:pt x="629011" y="253742"/>
                </a:lnTo>
                <a:lnTo>
                  <a:pt x="623664" y="256423"/>
                </a:lnTo>
                <a:lnTo>
                  <a:pt x="606478" y="256912"/>
                </a:lnTo>
                <a:lnTo>
                  <a:pt x="600081" y="253883"/>
                </a:lnTo>
                <a:lnTo>
                  <a:pt x="593099" y="252487"/>
                </a:lnTo>
                <a:lnTo>
                  <a:pt x="585695" y="246637"/>
                </a:lnTo>
                <a:lnTo>
                  <a:pt x="577785" y="237370"/>
                </a:lnTo>
                <a:lnTo>
                  <a:pt x="572256" y="228467"/>
                </a:lnTo>
                <a:lnTo>
                  <a:pt x="571142" y="222373"/>
                </a:lnTo>
                <a:lnTo>
                  <a:pt x="568316" y="216464"/>
                </a:lnTo>
                <a:lnTo>
                  <a:pt x="567150" y="205985"/>
                </a:lnTo>
                <a:lnTo>
                  <a:pt x="564174" y="196226"/>
                </a:lnTo>
                <a:lnTo>
                  <a:pt x="560665" y="162743"/>
                </a:lnTo>
                <a:lnTo>
                  <a:pt x="559919" y="131864"/>
                </a:lnTo>
                <a:lnTo>
                  <a:pt x="560400" y="125717"/>
                </a:lnTo>
                <a:lnTo>
                  <a:pt x="561385" y="123480"/>
                </a:lnTo>
                <a:lnTo>
                  <a:pt x="572842" y="113122"/>
                </a:lnTo>
                <a:lnTo>
                  <a:pt x="581145" y="108647"/>
                </a:lnTo>
                <a:lnTo>
                  <a:pt x="586851" y="107365"/>
                </a:lnTo>
                <a:lnTo>
                  <a:pt x="590249" y="104905"/>
                </a:lnTo>
                <a:lnTo>
                  <a:pt x="600018" y="104111"/>
                </a:lnTo>
                <a:lnTo>
                  <a:pt x="607838" y="102247"/>
                </a:lnTo>
                <a:lnTo>
                  <a:pt x="631830" y="104566"/>
                </a:lnTo>
                <a:lnTo>
                  <a:pt x="640913" y="109441"/>
                </a:lnTo>
                <a:lnTo>
                  <a:pt x="648424" y="116198"/>
                </a:lnTo>
                <a:lnTo>
                  <a:pt x="653057" y="124319"/>
                </a:lnTo>
                <a:lnTo>
                  <a:pt x="654267" y="136801"/>
                </a:lnTo>
                <a:lnTo>
                  <a:pt x="652975" y="143008"/>
                </a:lnTo>
                <a:lnTo>
                  <a:pt x="650537" y="145606"/>
                </a:lnTo>
                <a:lnTo>
                  <a:pt x="627633" y="151667"/>
                </a:lnTo>
                <a:lnTo>
                  <a:pt x="626738" y="153359"/>
                </a:lnTo>
                <a:lnTo>
                  <a:pt x="626998" y="155160"/>
                </a:lnTo>
                <a:lnTo>
                  <a:pt x="629881" y="158398"/>
                </a:lnTo>
                <a:lnTo>
                  <a:pt x="644951" y="159278"/>
                </a:lnTo>
                <a:lnTo>
                  <a:pt x="711935" y="159215"/>
                </a:lnTo>
                <a:lnTo>
                  <a:pt x="716141" y="157878"/>
                </a:lnTo>
                <a:lnTo>
                  <a:pt x="718398" y="152849"/>
                </a:lnTo>
                <a:lnTo>
                  <a:pt x="717002" y="151330"/>
                </a:lnTo>
                <a:lnTo>
                  <a:pt x="709758" y="149428"/>
                </a:lnTo>
                <a:lnTo>
                  <a:pt x="703883" y="146428"/>
                </a:lnTo>
                <a:lnTo>
                  <a:pt x="698896" y="142017"/>
                </a:lnTo>
                <a:lnTo>
                  <a:pt x="695214" y="137683"/>
                </a:lnTo>
                <a:lnTo>
                  <a:pt x="690809" y="130480"/>
                </a:lnTo>
                <a:lnTo>
                  <a:pt x="688799" y="124575"/>
                </a:lnTo>
                <a:lnTo>
                  <a:pt x="685054" y="118078"/>
                </a:lnTo>
                <a:lnTo>
                  <a:pt x="674814" y="106658"/>
                </a:lnTo>
                <a:lnTo>
                  <a:pt x="664986" y="99873"/>
                </a:lnTo>
                <a:lnTo>
                  <a:pt x="659463" y="98921"/>
                </a:lnTo>
                <a:lnTo>
                  <a:pt x="655197" y="96033"/>
                </a:lnTo>
                <a:lnTo>
                  <a:pt x="642590" y="94963"/>
                </a:lnTo>
                <a:lnTo>
                  <a:pt x="635866" y="92946"/>
                </a:lnTo>
                <a:lnTo>
                  <a:pt x="628906" y="92015"/>
                </a:lnTo>
                <a:lnTo>
                  <a:pt x="599273" y="91990"/>
                </a:lnTo>
                <a:lnTo>
                  <a:pt x="592391" y="95006"/>
                </a:lnTo>
                <a:lnTo>
                  <a:pt x="582259" y="95930"/>
                </a:lnTo>
                <a:lnTo>
                  <a:pt x="578398" y="98586"/>
                </a:lnTo>
                <a:lnTo>
                  <a:pt x="572539" y="100737"/>
                </a:lnTo>
                <a:lnTo>
                  <a:pt x="564962" y="106448"/>
                </a:lnTo>
                <a:lnTo>
                  <a:pt x="562947" y="106329"/>
                </a:lnTo>
                <a:lnTo>
                  <a:pt x="561235" y="104570"/>
                </a:lnTo>
                <a:lnTo>
                  <a:pt x="560949" y="101702"/>
                </a:lnTo>
                <a:lnTo>
                  <a:pt x="564378" y="68304"/>
                </a:lnTo>
                <a:lnTo>
                  <a:pt x="567276" y="56786"/>
                </a:lnTo>
                <a:lnTo>
                  <a:pt x="568422" y="48440"/>
                </a:lnTo>
                <a:lnTo>
                  <a:pt x="571451" y="43041"/>
                </a:lnTo>
                <a:lnTo>
                  <a:pt x="572593" y="37641"/>
                </a:lnTo>
                <a:lnTo>
                  <a:pt x="576898" y="29370"/>
                </a:lnTo>
                <a:lnTo>
                  <a:pt x="582590" y="21521"/>
                </a:lnTo>
                <a:lnTo>
                  <a:pt x="589614" y="15144"/>
                </a:lnTo>
                <a:lnTo>
                  <a:pt x="597125" y="10649"/>
                </a:lnTo>
                <a:lnTo>
                  <a:pt x="603633" y="9874"/>
                </a:lnTo>
                <a:lnTo>
                  <a:pt x="631997" y="9800"/>
                </a:lnTo>
                <a:lnTo>
                  <a:pt x="635514" y="12953"/>
                </a:lnTo>
                <a:lnTo>
                  <a:pt x="643258" y="17495"/>
                </a:lnTo>
                <a:lnTo>
                  <a:pt x="652999" y="27647"/>
                </a:lnTo>
                <a:lnTo>
                  <a:pt x="656902" y="35192"/>
                </a:lnTo>
                <a:lnTo>
                  <a:pt x="658694" y="47903"/>
                </a:lnTo>
                <a:lnTo>
                  <a:pt x="656884" y="58941"/>
                </a:lnTo>
                <a:lnTo>
                  <a:pt x="649151" y="63463"/>
                </a:lnTo>
                <a:lnTo>
                  <a:pt x="634615" y="64653"/>
                </a:lnTo>
                <a:lnTo>
                  <a:pt x="631205" y="68796"/>
                </a:lnTo>
                <a:lnTo>
                  <a:pt x="631128" y="70961"/>
                </a:lnTo>
                <a:lnTo>
                  <a:pt x="631900" y="71995"/>
                </a:lnTo>
                <a:lnTo>
                  <a:pt x="652643" y="72826"/>
                </a:lnTo>
                <a:lnTo>
                  <a:pt x="712933" y="72650"/>
                </a:lnTo>
                <a:lnTo>
                  <a:pt x="722756" y="72243"/>
                </a:lnTo>
                <a:lnTo>
                  <a:pt x="724375" y="69867"/>
                </a:lnTo>
                <a:lnTo>
                  <a:pt x="722986" y="67044"/>
                </a:lnTo>
                <a:lnTo>
                  <a:pt x="720293" y="64459"/>
                </a:lnTo>
                <a:lnTo>
                  <a:pt x="711443" y="63576"/>
                </a:lnTo>
                <a:lnTo>
                  <a:pt x="701242" y="56817"/>
                </a:lnTo>
                <a:lnTo>
                  <a:pt x="694501" y="46721"/>
                </a:lnTo>
                <a:lnTo>
                  <a:pt x="687084" y="32397"/>
                </a:lnTo>
                <a:lnTo>
                  <a:pt x="677770" y="19700"/>
                </a:lnTo>
                <a:lnTo>
                  <a:pt x="673654" y="15753"/>
                </a:lnTo>
                <a:lnTo>
                  <a:pt x="664215" y="9233"/>
                </a:lnTo>
                <a:lnTo>
                  <a:pt x="660356" y="7885"/>
                </a:lnTo>
                <a:lnTo>
                  <a:pt x="656805" y="5478"/>
                </a:lnTo>
                <a:lnTo>
                  <a:pt x="647657" y="4407"/>
                </a:lnTo>
                <a:lnTo>
                  <a:pt x="641495" y="1360"/>
                </a:lnTo>
                <a:lnTo>
                  <a:pt x="609393" y="0"/>
                </a:lnTo>
                <a:close/>
                <a:moveTo>
                  <a:pt x="104136" y="443"/>
                </a:moveTo>
                <a:lnTo>
                  <a:pt x="80653" y="1507"/>
                </a:lnTo>
                <a:lnTo>
                  <a:pt x="74946" y="4272"/>
                </a:lnTo>
                <a:lnTo>
                  <a:pt x="67491" y="5507"/>
                </a:lnTo>
                <a:lnTo>
                  <a:pt x="59376" y="9900"/>
                </a:lnTo>
                <a:lnTo>
                  <a:pt x="51735" y="15859"/>
                </a:lnTo>
                <a:lnTo>
                  <a:pt x="41844" y="26374"/>
                </a:lnTo>
                <a:lnTo>
                  <a:pt x="36282" y="33989"/>
                </a:lnTo>
                <a:lnTo>
                  <a:pt x="33985" y="39204"/>
                </a:lnTo>
                <a:lnTo>
                  <a:pt x="31395" y="42172"/>
                </a:lnTo>
                <a:lnTo>
                  <a:pt x="29789" y="47569"/>
                </a:lnTo>
                <a:lnTo>
                  <a:pt x="22592" y="56811"/>
                </a:lnTo>
                <a:lnTo>
                  <a:pt x="13756" y="63289"/>
                </a:lnTo>
                <a:lnTo>
                  <a:pt x="2593" y="64856"/>
                </a:lnTo>
                <a:lnTo>
                  <a:pt x="737" y="66643"/>
                </a:lnTo>
                <a:lnTo>
                  <a:pt x="0" y="69783"/>
                </a:lnTo>
                <a:lnTo>
                  <a:pt x="1285" y="72116"/>
                </a:lnTo>
                <a:lnTo>
                  <a:pt x="6132" y="72723"/>
                </a:lnTo>
                <a:lnTo>
                  <a:pt x="73198" y="72910"/>
                </a:lnTo>
                <a:lnTo>
                  <a:pt x="92071" y="72144"/>
                </a:lnTo>
                <a:lnTo>
                  <a:pt x="93453" y="69572"/>
                </a:lnTo>
                <a:lnTo>
                  <a:pt x="91691" y="65403"/>
                </a:lnTo>
                <a:lnTo>
                  <a:pt x="89000" y="64416"/>
                </a:lnTo>
                <a:lnTo>
                  <a:pt x="73902" y="62885"/>
                </a:lnTo>
                <a:lnTo>
                  <a:pt x="67910" y="58382"/>
                </a:lnTo>
                <a:lnTo>
                  <a:pt x="64206" y="50251"/>
                </a:lnTo>
                <a:lnTo>
                  <a:pt x="64359" y="47594"/>
                </a:lnTo>
                <a:lnTo>
                  <a:pt x="66578" y="42154"/>
                </a:lnTo>
                <a:lnTo>
                  <a:pt x="69203" y="31615"/>
                </a:lnTo>
                <a:lnTo>
                  <a:pt x="73341" y="25798"/>
                </a:lnTo>
                <a:lnTo>
                  <a:pt x="79451" y="19285"/>
                </a:lnTo>
                <a:lnTo>
                  <a:pt x="85726" y="14257"/>
                </a:lnTo>
                <a:lnTo>
                  <a:pt x="89671" y="13198"/>
                </a:lnTo>
                <a:lnTo>
                  <a:pt x="94397" y="10313"/>
                </a:lnTo>
                <a:lnTo>
                  <a:pt x="125946" y="9960"/>
                </a:lnTo>
                <a:lnTo>
                  <a:pt x="128490" y="10533"/>
                </a:lnTo>
                <a:lnTo>
                  <a:pt x="136473" y="16362"/>
                </a:lnTo>
                <a:lnTo>
                  <a:pt x="143587" y="22845"/>
                </a:lnTo>
                <a:lnTo>
                  <a:pt x="148151" y="29111"/>
                </a:lnTo>
                <a:lnTo>
                  <a:pt x="150015" y="34564"/>
                </a:lnTo>
                <a:lnTo>
                  <a:pt x="152631" y="38848"/>
                </a:lnTo>
                <a:lnTo>
                  <a:pt x="153763" y="45041"/>
                </a:lnTo>
                <a:lnTo>
                  <a:pt x="156576" y="50667"/>
                </a:lnTo>
                <a:lnTo>
                  <a:pt x="157518" y="58922"/>
                </a:lnTo>
                <a:lnTo>
                  <a:pt x="160251" y="65154"/>
                </a:lnTo>
                <a:lnTo>
                  <a:pt x="161624" y="88580"/>
                </a:lnTo>
                <a:lnTo>
                  <a:pt x="163934" y="96162"/>
                </a:lnTo>
                <a:lnTo>
                  <a:pt x="164642" y="101997"/>
                </a:lnTo>
                <a:lnTo>
                  <a:pt x="164921" y="121109"/>
                </a:lnTo>
                <a:lnTo>
                  <a:pt x="164057" y="125442"/>
                </a:lnTo>
                <a:lnTo>
                  <a:pt x="162691" y="126373"/>
                </a:lnTo>
                <a:lnTo>
                  <a:pt x="155573" y="126850"/>
                </a:lnTo>
                <a:lnTo>
                  <a:pt x="51813" y="127391"/>
                </a:lnTo>
                <a:lnTo>
                  <a:pt x="47191" y="128328"/>
                </a:lnTo>
                <a:lnTo>
                  <a:pt x="46654" y="133769"/>
                </a:lnTo>
                <a:lnTo>
                  <a:pt x="48734" y="135102"/>
                </a:lnTo>
                <a:lnTo>
                  <a:pt x="56626" y="135712"/>
                </a:lnTo>
                <a:lnTo>
                  <a:pt x="156678" y="136112"/>
                </a:lnTo>
                <a:lnTo>
                  <a:pt x="161011" y="136693"/>
                </a:lnTo>
                <a:lnTo>
                  <a:pt x="163224" y="138297"/>
                </a:lnTo>
                <a:lnTo>
                  <a:pt x="164748" y="142294"/>
                </a:lnTo>
                <a:lnTo>
                  <a:pt x="164560" y="152513"/>
                </a:lnTo>
                <a:lnTo>
                  <a:pt x="163709" y="163823"/>
                </a:lnTo>
                <a:lnTo>
                  <a:pt x="161544" y="174119"/>
                </a:lnTo>
                <a:lnTo>
                  <a:pt x="160559" y="194673"/>
                </a:lnTo>
                <a:lnTo>
                  <a:pt x="157629" y="202423"/>
                </a:lnTo>
                <a:lnTo>
                  <a:pt x="156444" y="214658"/>
                </a:lnTo>
                <a:lnTo>
                  <a:pt x="153831" y="219271"/>
                </a:lnTo>
                <a:lnTo>
                  <a:pt x="152452" y="224688"/>
                </a:lnTo>
                <a:lnTo>
                  <a:pt x="149959" y="229280"/>
                </a:lnTo>
                <a:lnTo>
                  <a:pt x="147840" y="235706"/>
                </a:lnTo>
                <a:lnTo>
                  <a:pt x="139091" y="246892"/>
                </a:lnTo>
                <a:lnTo>
                  <a:pt x="131474" y="252511"/>
                </a:lnTo>
                <a:lnTo>
                  <a:pt x="119058" y="256580"/>
                </a:lnTo>
                <a:lnTo>
                  <a:pt x="100723" y="256657"/>
                </a:lnTo>
                <a:lnTo>
                  <a:pt x="96202" y="253669"/>
                </a:lnTo>
                <a:lnTo>
                  <a:pt x="88772" y="252628"/>
                </a:lnTo>
                <a:lnTo>
                  <a:pt x="81323" y="247747"/>
                </a:lnTo>
                <a:lnTo>
                  <a:pt x="77150" y="243783"/>
                </a:lnTo>
                <a:lnTo>
                  <a:pt x="68303" y="231642"/>
                </a:lnTo>
                <a:lnTo>
                  <a:pt x="64711" y="218358"/>
                </a:lnTo>
                <a:lnTo>
                  <a:pt x="65218" y="213161"/>
                </a:lnTo>
                <a:lnTo>
                  <a:pt x="69926" y="204370"/>
                </a:lnTo>
                <a:lnTo>
                  <a:pt x="79432" y="199688"/>
                </a:lnTo>
                <a:lnTo>
                  <a:pt x="90969" y="198570"/>
                </a:lnTo>
                <a:lnTo>
                  <a:pt x="93670" y="197428"/>
                </a:lnTo>
                <a:lnTo>
                  <a:pt x="93806" y="194269"/>
                </a:lnTo>
                <a:lnTo>
                  <a:pt x="90692" y="190284"/>
                </a:lnTo>
                <a:lnTo>
                  <a:pt x="3036" y="190284"/>
                </a:lnTo>
                <a:lnTo>
                  <a:pt x="490" y="192234"/>
                </a:lnTo>
                <a:lnTo>
                  <a:pt x="14" y="195402"/>
                </a:lnTo>
                <a:lnTo>
                  <a:pt x="1461" y="197936"/>
                </a:lnTo>
                <a:lnTo>
                  <a:pt x="17150" y="203456"/>
                </a:lnTo>
                <a:lnTo>
                  <a:pt x="20751" y="206138"/>
                </a:lnTo>
                <a:lnTo>
                  <a:pt x="29070" y="216675"/>
                </a:lnTo>
                <a:lnTo>
                  <a:pt x="36430" y="231866"/>
                </a:lnTo>
                <a:lnTo>
                  <a:pt x="40065" y="237153"/>
                </a:lnTo>
                <a:lnTo>
                  <a:pt x="52833" y="250468"/>
                </a:lnTo>
                <a:lnTo>
                  <a:pt x="61651" y="257024"/>
                </a:lnTo>
                <a:lnTo>
                  <a:pt x="71062" y="261111"/>
                </a:lnTo>
                <a:lnTo>
                  <a:pt x="82653" y="262514"/>
                </a:lnTo>
                <a:lnTo>
                  <a:pt x="90830" y="265267"/>
                </a:lnTo>
                <a:lnTo>
                  <a:pt x="129435" y="265352"/>
                </a:lnTo>
                <a:lnTo>
                  <a:pt x="136195" y="262459"/>
                </a:lnTo>
                <a:lnTo>
                  <a:pt x="143982" y="261665"/>
                </a:lnTo>
                <a:lnTo>
                  <a:pt x="149011" y="258556"/>
                </a:lnTo>
                <a:lnTo>
                  <a:pt x="153844" y="257581"/>
                </a:lnTo>
                <a:lnTo>
                  <a:pt x="169535" y="247201"/>
                </a:lnTo>
                <a:lnTo>
                  <a:pt x="177181" y="240223"/>
                </a:lnTo>
                <a:lnTo>
                  <a:pt x="182574" y="233670"/>
                </a:lnTo>
                <a:lnTo>
                  <a:pt x="192407" y="218327"/>
                </a:lnTo>
                <a:lnTo>
                  <a:pt x="196915" y="209286"/>
                </a:lnTo>
                <a:lnTo>
                  <a:pt x="204715" y="186361"/>
                </a:lnTo>
                <a:lnTo>
                  <a:pt x="205939" y="175547"/>
                </a:lnTo>
                <a:lnTo>
                  <a:pt x="208820" y="165277"/>
                </a:lnTo>
                <a:lnTo>
                  <a:pt x="209379" y="124454"/>
                </a:lnTo>
                <a:lnTo>
                  <a:pt x="208739" y="99768"/>
                </a:lnTo>
                <a:lnTo>
                  <a:pt x="205906" y="90641"/>
                </a:lnTo>
                <a:lnTo>
                  <a:pt x="204843" y="78971"/>
                </a:lnTo>
                <a:lnTo>
                  <a:pt x="201974" y="71951"/>
                </a:lnTo>
                <a:lnTo>
                  <a:pt x="200610" y="64032"/>
                </a:lnTo>
                <a:lnTo>
                  <a:pt x="187827" y="38982"/>
                </a:lnTo>
                <a:lnTo>
                  <a:pt x="181239" y="30452"/>
                </a:lnTo>
                <a:lnTo>
                  <a:pt x="171947" y="20683"/>
                </a:lnTo>
                <a:lnTo>
                  <a:pt x="160390" y="10719"/>
                </a:lnTo>
                <a:lnTo>
                  <a:pt x="151008" y="5672"/>
                </a:lnTo>
                <a:lnTo>
                  <a:pt x="142585" y="4309"/>
                </a:lnTo>
                <a:lnTo>
                  <a:pt x="137603" y="1521"/>
                </a:lnTo>
                <a:lnTo>
                  <a:pt x="104136" y="443"/>
                </a:lnTo>
                <a:close/>
                <a:moveTo>
                  <a:pt x="858771" y="936"/>
                </a:moveTo>
                <a:lnTo>
                  <a:pt x="847971" y="1507"/>
                </a:lnTo>
                <a:lnTo>
                  <a:pt x="843543" y="4176"/>
                </a:lnTo>
                <a:lnTo>
                  <a:pt x="836407" y="5671"/>
                </a:lnTo>
                <a:lnTo>
                  <a:pt x="823629" y="14551"/>
                </a:lnTo>
                <a:lnTo>
                  <a:pt x="815921" y="22510"/>
                </a:lnTo>
                <a:lnTo>
                  <a:pt x="809110" y="31640"/>
                </a:lnTo>
                <a:lnTo>
                  <a:pt x="804724" y="39571"/>
                </a:lnTo>
                <a:lnTo>
                  <a:pt x="802478" y="47460"/>
                </a:lnTo>
                <a:lnTo>
                  <a:pt x="800052" y="52452"/>
                </a:lnTo>
                <a:lnTo>
                  <a:pt x="796385" y="69786"/>
                </a:lnTo>
                <a:lnTo>
                  <a:pt x="795793" y="78669"/>
                </a:lnTo>
                <a:lnTo>
                  <a:pt x="794445" y="239969"/>
                </a:lnTo>
                <a:lnTo>
                  <a:pt x="791402" y="247498"/>
                </a:lnTo>
                <a:lnTo>
                  <a:pt x="787211" y="251275"/>
                </a:lnTo>
                <a:lnTo>
                  <a:pt x="783573" y="252717"/>
                </a:lnTo>
                <a:lnTo>
                  <a:pt x="774539" y="253203"/>
                </a:lnTo>
                <a:lnTo>
                  <a:pt x="771991" y="254068"/>
                </a:lnTo>
                <a:lnTo>
                  <a:pt x="770220" y="257917"/>
                </a:lnTo>
                <a:lnTo>
                  <a:pt x="771566" y="260996"/>
                </a:lnTo>
                <a:lnTo>
                  <a:pt x="782261" y="261647"/>
                </a:lnTo>
                <a:lnTo>
                  <a:pt x="845514" y="261837"/>
                </a:lnTo>
                <a:lnTo>
                  <a:pt x="860304" y="261505"/>
                </a:lnTo>
                <a:lnTo>
                  <a:pt x="862133" y="260578"/>
                </a:lnTo>
                <a:lnTo>
                  <a:pt x="863230" y="257511"/>
                </a:lnTo>
                <a:lnTo>
                  <a:pt x="862559" y="254220"/>
                </a:lnTo>
                <a:lnTo>
                  <a:pt x="848742" y="252299"/>
                </a:lnTo>
                <a:lnTo>
                  <a:pt x="841754" y="247476"/>
                </a:lnTo>
                <a:lnTo>
                  <a:pt x="840171" y="244368"/>
                </a:lnTo>
                <a:lnTo>
                  <a:pt x="839337" y="221124"/>
                </a:lnTo>
                <a:lnTo>
                  <a:pt x="839368" y="145077"/>
                </a:lnTo>
                <a:lnTo>
                  <a:pt x="841551" y="143820"/>
                </a:lnTo>
                <a:lnTo>
                  <a:pt x="849498" y="143659"/>
                </a:lnTo>
                <a:lnTo>
                  <a:pt x="862976" y="144110"/>
                </a:lnTo>
                <a:lnTo>
                  <a:pt x="874190" y="145531"/>
                </a:lnTo>
                <a:lnTo>
                  <a:pt x="882834" y="143950"/>
                </a:lnTo>
                <a:lnTo>
                  <a:pt x="896056" y="143525"/>
                </a:lnTo>
                <a:lnTo>
                  <a:pt x="902045" y="140454"/>
                </a:lnTo>
                <a:lnTo>
                  <a:pt x="910347" y="138961"/>
                </a:lnTo>
                <a:lnTo>
                  <a:pt x="916665" y="135271"/>
                </a:lnTo>
                <a:lnTo>
                  <a:pt x="923459" y="129833"/>
                </a:lnTo>
                <a:lnTo>
                  <a:pt x="932071" y="119926"/>
                </a:lnTo>
                <a:lnTo>
                  <a:pt x="937391" y="111372"/>
                </a:lnTo>
                <a:lnTo>
                  <a:pt x="940893" y="101443"/>
                </a:lnTo>
                <a:lnTo>
                  <a:pt x="943518" y="88759"/>
                </a:lnTo>
                <a:lnTo>
                  <a:pt x="944519" y="79412"/>
                </a:lnTo>
                <a:lnTo>
                  <a:pt x="944976" y="68005"/>
                </a:lnTo>
                <a:lnTo>
                  <a:pt x="944244" y="57136"/>
                </a:lnTo>
                <a:lnTo>
                  <a:pt x="941357" y="39295"/>
                </a:lnTo>
                <a:lnTo>
                  <a:pt x="937344" y="29932"/>
                </a:lnTo>
                <a:lnTo>
                  <a:pt x="930507" y="19937"/>
                </a:lnTo>
                <a:lnTo>
                  <a:pt x="925138" y="14470"/>
                </a:lnTo>
                <a:lnTo>
                  <a:pt x="912576" y="5505"/>
                </a:lnTo>
                <a:lnTo>
                  <a:pt x="904471" y="4641"/>
                </a:lnTo>
                <a:lnTo>
                  <a:pt x="898848" y="1284"/>
                </a:lnTo>
                <a:lnTo>
                  <a:pt x="858771" y="936"/>
                </a:lnTo>
                <a:close/>
                <a:moveTo>
                  <a:pt x="880094" y="10194"/>
                </a:moveTo>
                <a:lnTo>
                  <a:pt x="886069" y="14649"/>
                </a:lnTo>
                <a:lnTo>
                  <a:pt x="892176" y="21374"/>
                </a:lnTo>
                <a:lnTo>
                  <a:pt x="896287" y="28861"/>
                </a:lnTo>
                <a:lnTo>
                  <a:pt x="897337" y="33123"/>
                </a:lnTo>
                <a:lnTo>
                  <a:pt x="900661" y="55101"/>
                </a:lnTo>
                <a:lnTo>
                  <a:pt x="901399" y="71984"/>
                </a:lnTo>
                <a:lnTo>
                  <a:pt x="900837" y="88537"/>
                </a:lnTo>
                <a:lnTo>
                  <a:pt x="898432" y="99252"/>
                </a:lnTo>
                <a:lnTo>
                  <a:pt x="897367" y="109457"/>
                </a:lnTo>
                <a:lnTo>
                  <a:pt x="894425" y="115905"/>
                </a:lnTo>
                <a:lnTo>
                  <a:pt x="892738" y="122842"/>
                </a:lnTo>
                <a:lnTo>
                  <a:pt x="880981" y="134390"/>
                </a:lnTo>
                <a:lnTo>
                  <a:pt x="858721" y="134691"/>
                </a:lnTo>
                <a:lnTo>
                  <a:pt x="852273" y="130253"/>
                </a:lnTo>
                <a:lnTo>
                  <a:pt x="844933" y="120158"/>
                </a:lnTo>
                <a:lnTo>
                  <a:pt x="841384" y="107298"/>
                </a:lnTo>
                <a:lnTo>
                  <a:pt x="839347" y="84442"/>
                </a:lnTo>
                <a:lnTo>
                  <a:pt x="840225" y="41760"/>
                </a:lnTo>
                <a:lnTo>
                  <a:pt x="842890" y="35021"/>
                </a:lnTo>
                <a:lnTo>
                  <a:pt x="844546" y="27240"/>
                </a:lnTo>
                <a:lnTo>
                  <a:pt x="849331" y="19777"/>
                </a:lnTo>
                <a:lnTo>
                  <a:pt x="853719" y="15337"/>
                </a:lnTo>
                <a:lnTo>
                  <a:pt x="860790" y="10145"/>
                </a:lnTo>
                <a:lnTo>
                  <a:pt x="880094" y="10194"/>
                </a:lnTo>
                <a:close/>
                <a:moveTo>
                  <a:pt x="456486" y="2955"/>
                </a:moveTo>
                <a:lnTo>
                  <a:pt x="447612" y="3932"/>
                </a:lnTo>
                <a:lnTo>
                  <a:pt x="431258" y="3154"/>
                </a:lnTo>
                <a:lnTo>
                  <a:pt x="387457" y="3983"/>
                </a:lnTo>
                <a:lnTo>
                  <a:pt x="380714" y="3462"/>
                </a:lnTo>
                <a:lnTo>
                  <a:pt x="376999" y="6183"/>
                </a:lnTo>
                <a:lnTo>
                  <a:pt x="377478" y="9591"/>
                </a:lnTo>
                <a:lnTo>
                  <a:pt x="380638" y="12297"/>
                </a:lnTo>
                <a:lnTo>
                  <a:pt x="393428" y="14246"/>
                </a:lnTo>
                <a:lnTo>
                  <a:pt x="395410" y="15211"/>
                </a:lnTo>
                <a:lnTo>
                  <a:pt x="397517" y="18798"/>
                </a:lnTo>
                <a:lnTo>
                  <a:pt x="401085" y="28759"/>
                </a:lnTo>
                <a:lnTo>
                  <a:pt x="401215" y="126246"/>
                </a:lnTo>
                <a:lnTo>
                  <a:pt x="400458" y="146049"/>
                </a:lnTo>
                <a:lnTo>
                  <a:pt x="401100" y="153391"/>
                </a:lnTo>
                <a:lnTo>
                  <a:pt x="400086" y="157384"/>
                </a:lnTo>
                <a:lnTo>
                  <a:pt x="397529" y="158817"/>
                </a:lnTo>
                <a:lnTo>
                  <a:pt x="393729" y="156154"/>
                </a:lnTo>
                <a:lnTo>
                  <a:pt x="380048" y="139344"/>
                </a:lnTo>
                <a:lnTo>
                  <a:pt x="366283" y="124258"/>
                </a:lnTo>
                <a:lnTo>
                  <a:pt x="343076" y="95067"/>
                </a:lnTo>
                <a:lnTo>
                  <a:pt x="332404" y="83029"/>
                </a:lnTo>
                <a:lnTo>
                  <a:pt x="328080" y="76288"/>
                </a:lnTo>
                <a:lnTo>
                  <a:pt x="327710" y="26789"/>
                </a:lnTo>
                <a:lnTo>
                  <a:pt x="333428" y="15430"/>
                </a:lnTo>
                <a:lnTo>
                  <a:pt x="336477" y="14170"/>
                </a:lnTo>
                <a:lnTo>
                  <a:pt x="345150" y="13213"/>
                </a:lnTo>
                <a:lnTo>
                  <a:pt x="348783" y="12052"/>
                </a:lnTo>
                <a:lnTo>
                  <a:pt x="351980" y="7981"/>
                </a:lnTo>
                <a:lnTo>
                  <a:pt x="351262" y="4814"/>
                </a:lnTo>
                <a:lnTo>
                  <a:pt x="347963" y="3269"/>
                </a:lnTo>
                <a:lnTo>
                  <a:pt x="341135" y="4260"/>
                </a:lnTo>
                <a:lnTo>
                  <a:pt x="323115" y="3210"/>
                </a:lnTo>
                <a:lnTo>
                  <a:pt x="269354" y="3299"/>
                </a:lnTo>
                <a:lnTo>
                  <a:pt x="262774" y="4094"/>
                </a:lnTo>
                <a:lnTo>
                  <a:pt x="260367" y="5707"/>
                </a:lnTo>
                <a:lnTo>
                  <a:pt x="259969" y="8733"/>
                </a:lnTo>
                <a:lnTo>
                  <a:pt x="261924" y="11406"/>
                </a:lnTo>
                <a:lnTo>
                  <a:pt x="266766" y="12977"/>
                </a:lnTo>
                <a:lnTo>
                  <a:pt x="278295" y="14425"/>
                </a:lnTo>
                <a:lnTo>
                  <a:pt x="281731" y="17064"/>
                </a:lnTo>
                <a:lnTo>
                  <a:pt x="283537" y="25361"/>
                </a:lnTo>
                <a:lnTo>
                  <a:pt x="283842" y="49820"/>
                </a:lnTo>
                <a:lnTo>
                  <a:pt x="283778" y="192201"/>
                </a:lnTo>
                <a:lnTo>
                  <a:pt x="283024" y="244630"/>
                </a:lnTo>
                <a:lnTo>
                  <a:pt x="281697" y="248213"/>
                </a:lnTo>
                <a:lnTo>
                  <a:pt x="274477" y="252388"/>
                </a:lnTo>
                <a:lnTo>
                  <a:pt x="262361" y="254009"/>
                </a:lnTo>
                <a:lnTo>
                  <a:pt x="260324" y="257657"/>
                </a:lnTo>
                <a:lnTo>
                  <a:pt x="261728" y="260900"/>
                </a:lnTo>
                <a:lnTo>
                  <a:pt x="272010" y="261620"/>
                </a:lnTo>
                <a:lnTo>
                  <a:pt x="345801" y="261517"/>
                </a:lnTo>
                <a:lnTo>
                  <a:pt x="351450" y="260983"/>
                </a:lnTo>
                <a:lnTo>
                  <a:pt x="353263" y="259012"/>
                </a:lnTo>
                <a:lnTo>
                  <a:pt x="353208" y="256320"/>
                </a:lnTo>
                <a:lnTo>
                  <a:pt x="351272" y="253933"/>
                </a:lnTo>
                <a:lnTo>
                  <a:pt x="339011" y="252455"/>
                </a:lnTo>
                <a:lnTo>
                  <a:pt x="332689" y="248482"/>
                </a:lnTo>
                <a:lnTo>
                  <a:pt x="331441" y="246717"/>
                </a:lnTo>
                <a:lnTo>
                  <a:pt x="328524" y="237708"/>
                </a:lnTo>
                <a:lnTo>
                  <a:pt x="327708" y="210358"/>
                </a:lnTo>
                <a:lnTo>
                  <a:pt x="327925" y="106592"/>
                </a:lnTo>
                <a:lnTo>
                  <a:pt x="328764" y="102659"/>
                </a:lnTo>
                <a:lnTo>
                  <a:pt x="330634" y="101298"/>
                </a:lnTo>
                <a:lnTo>
                  <a:pt x="335276" y="104088"/>
                </a:lnTo>
                <a:lnTo>
                  <a:pt x="353010" y="124954"/>
                </a:lnTo>
                <a:lnTo>
                  <a:pt x="361389" y="136343"/>
                </a:lnTo>
                <a:lnTo>
                  <a:pt x="391128" y="171193"/>
                </a:lnTo>
                <a:lnTo>
                  <a:pt x="401085" y="185802"/>
                </a:lnTo>
                <a:lnTo>
                  <a:pt x="400704" y="235005"/>
                </a:lnTo>
                <a:lnTo>
                  <a:pt x="398180" y="246276"/>
                </a:lnTo>
                <a:lnTo>
                  <a:pt x="395753" y="249224"/>
                </a:lnTo>
                <a:lnTo>
                  <a:pt x="391563" y="252277"/>
                </a:lnTo>
                <a:lnTo>
                  <a:pt x="378082" y="253995"/>
                </a:lnTo>
                <a:lnTo>
                  <a:pt x="376741" y="256382"/>
                </a:lnTo>
                <a:lnTo>
                  <a:pt x="377678" y="260439"/>
                </a:lnTo>
                <a:lnTo>
                  <a:pt x="379901" y="261513"/>
                </a:lnTo>
                <a:lnTo>
                  <a:pt x="384459" y="261782"/>
                </a:lnTo>
                <a:lnTo>
                  <a:pt x="451859" y="261902"/>
                </a:lnTo>
                <a:lnTo>
                  <a:pt x="466098" y="261513"/>
                </a:lnTo>
                <a:lnTo>
                  <a:pt x="468587" y="260058"/>
                </a:lnTo>
                <a:lnTo>
                  <a:pt x="469216" y="256845"/>
                </a:lnTo>
                <a:lnTo>
                  <a:pt x="467671" y="254034"/>
                </a:lnTo>
                <a:lnTo>
                  <a:pt x="452577" y="252024"/>
                </a:lnTo>
                <a:lnTo>
                  <a:pt x="446456" y="247957"/>
                </a:lnTo>
                <a:lnTo>
                  <a:pt x="445588" y="243495"/>
                </a:lnTo>
                <a:lnTo>
                  <a:pt x="445067" y="158833"/>
                </a:lnTo>
                <a:lnTo>
                  <a:pt x="445652" y="23687"/>
                </a:lnTo>
                <a:lnTo>
                  <a:pt x="447142" y="18381"/>
                </a:lnTo>
                <a:lnTo>
                  <a:pt x="450235" y="14517"/>
                </a:lnTo>
                <a:lnTo>
                  <a:pt x="466089" y="12736"/>
                </a:lnTo>
                <a:lnTo>
                  <a:pt x="468412" y="10878"/>
                </a:lnTo>
                <a:lnTo>
                  <a:pt x="469206" y="7652"/>
                </a:lnTo>
                <a:lnTo>
                  <a:pt x="468511" y="5503"/>
                </a:lnTo>
                <a:lnTo>
                  <a:pt x="465179" y="3460"/>
                </a:lnTo>
                <a:lnTo>
                  <a:pt x="456486" y="2955"/>
                </a:lnTo>
                <a:close/>
                <a:moveTo>
                  <a:pt x="1043884" y="2905"/>
                </a:moveTo>
                <a:lnTo>
                  <a:pt x="985511" y="3489"/>
                </a:lnTo>
                <a:lnTo>
                  <a:pt x="983140" y="4129"/>
                </a:lnTo>
                <a:lnTo>
                  <a:pt x="981125" y="6737"/>
                </a:lnTo>
                <a:lnTo>
                  <a:pt x="981206" y="10626"/>
                </a:lnTo>
                <a:lnTo>
                  <a:pt x="982974" y="12730"/>
                </a:lnTo>
                <a:lnTo>
                  <a:pt x="987202" y="13611"/>
                </a:lnTo>
                <a:lnTo>
                  <a:pt x="998332" y="13739"/>
                </a:lnTo>
                <a:lnTo>
                  <a:pt x="1003741" y="19677"/>
                </a:lnTo>
                <a:lnTo>
                  <a:pt x="1004537" y="21422"/>
                </a:lnTo>
                <a:lnTo>
                  <a:pt x="1004920" y="44824"/>
                </a:lnTo>
                <a:lnTo>
                  <a:pt x="1004586" y="241351"/>
                </a:lnTo>
                <a:lnTo>
                  <a:pt x="1003189" y="248003"/>
                </a:lnTo>
                <a:lnTo>
                  <a:pt x="999786" y="250317"/>
                </a:lnTo>
                <a:lnTo>
                  <a:pt x="994701" y="252763"/>
                </a:lnTo>
                <a:lnTo>
                  <a:pt x="981708" y="253813"/>
                </a:lnTo>
                <a:lnTo>
                  <a:pt x="980533" y="255906"/>
                </a:lnTo>
                <a:lnTo>
                  <a:pt x="980452" y="258269"/>
                </a:lnTo>
                <a:lnTo>
                  <a:pt x="981174" y="260355"/>
                </a:lnTo>
                <a:lnTo>
                  <a:pt x="982493" y="261381"/>
                </a:lnTo>
                <a:lnTo>
                  <a:pt x="1062545" y="261795"/>
                </a:lnTo>
                <a:lnTo>
                  <a:pt x="1071876" y="261238"/>
                </a:lnTo>
                <a:lnTo>
                  <a:pt x="1074022" y="259966"/>
                </a:lnTo>
                <a:lnTo>
                  <a:pt x="1074377" y="256480"/>
                </a:lnTo>
                <a:lnTo>
                  <a:pt x="1072571" y="253959"/>
                </a:lnTo>
                <a:lnTo>
                  <a:pt x="1059680" y="252394"/>
                </a:lnTo>
                <a:lnTo>
                  <a:pt x="1052810" y="247852"/>
                </a:lnTo>
                <a:lnTo>
                  <a:pt x="1050055" y="237502"/>
                </a:lnTo>
                <a:lnTo>
                  <a:pt x="1049646" y="23835"/>
                </a:lnTo>
                <a:lnTo>
                  <a:pt x="1054086" y="16028"/>
                </a:lnTo>
                <a:lnTo>
                  <a:pt x="1058238" y="14106"/>
                </a:lnTo>
                <a:lnTo>
                  <a:pt x="1082511" y="13826"/>
                </a:lnTo>
                <a:lnTo>
                  <a:pt x="1087017" y="14097"/>
                </a:lnTo>
                <a:lnTo>
                  <a:pt x="1089115" y="15063"/>
                </a:lnTo>
                <a:lnTo>
                  <a:pt x="1098990" y="23170"/>
                </a:lnTo>
                <a:lnTo>
                  <a:pt x="1106595" y="31750"/>
                </a:lnTo>
                <a:lnTo>
                  <a:pt x="1113923" y="47587"/>
                </a:lnTo>
                <a:lnTo>
                  <a:pt x="1119001" y="66336"/>
                </a:lnTo>
                <a:lnTo>
                  <a:pt x="1120513" y="68072"/>
                </a:lnTo>
                <a:lnTo>
                  <a:pt x="1124263" y="68306"/>
                </a:lnTo>
                <a:lnTo>
                  <a:pt x="1125970" y="67244"/>
                </a:lnTo>
                <a:lnTo>
                  <a:pt x="1126698" y="65400"/>
                </a:lnTo>
                <a:lnTo>
                  <a:pt x="1131867" y="41403"/>
                </a:lnTo>
                <a:lnTo>
                  <a:pt x="1139958" y="21042"/>
                </a:lnTo>
                <a:lnTo>
                  <a:pt x="1144869" y="11699"/>
                </a:lnTo>
                <a:lnTo>
                  <a:pt x="1145222" y="7532"/>
                </a:lnTo>
                <a:lnTo>
                  <a:pt x="1144224" y="6072"/>
                </a:lnTo>
                <a:lnTo>
                  <a:pt x="1142319" y="4980"/>
                </a:lnTo>
                <a:lnTo>
                  <a:pt x="1135416" y="3758"/>
                </a:lnTo>
                <a:lnTo>
                  <a:pt x="1106832" y="3921"/>
                </a:lnTo>
                <a:lnTo>
                  <a:pt x="1096564" y="3053"/>
                </a:lnTo>
                <a:lnTo>
                  <a:pt x="1079264" y="4203"/>
                </a:lnTo>
                <a:lnTo>
                  <a:pt x="1072502" y="3238"/>
                </a:lnTo>
                <a:lnTo>
                  <a:pt x="1060067" y="3853"/>
                </a:lnTo>
                <a:lnTo>
                  <a:pt x="1046605" y="2493"/>
                </a:lnTo>
                <a:lnTo>
                  <a:pt x="1043884" y="2905"/>
                </a:lnTo>
                <a:close/>
                <a:moveTo>
                  <a:pt x="1349648" y="3201"/>
                </a:moveTo>
                <a:lnTo>
                  <a:pt x="1311953" y="4059"/>
                </a:lnTo>
                <a:lnTo>
                  <a:pt x="1308676" y="4926"/>
                </a:lnTo>
                <a:lnTo>
                  <a:pt x="1306849" y="6751"/>
                </a:lnTo>
                <a:lnTo>
                  <a:pt x="1307091" y="10042"/>
                </a:lnTo>
                <a:lnTo>
                  <a:pt x="1309518" y="12959"/>
                </a:lnTo>
                <a:lnTo>
                  <a:pt x="1324140" y="14310"/>
                </a:lnTo>
                <a:lnTo>
                  <a:pt x="1326565" y="16270"/>
                </a:lnTo>
                <a:lnTo>
                  <a:pt x="1329316" y="24545"/>
                </a:lnTo>
                <a:lnTo>
                  <a:pt x="1330190" y="30612"/>
                </a:lnTo>
                <a:lnTo>
                  <a:pt x="1330442" y="77463"/>
                </a:lnTo>
                <a:lnTo>
                  <a:pt x="1323983" y="88270"/>
                </a:lnTo>
                <a:lnTo>
                  <a:pt x="1297353" y="118489"/>
                </a:lnTo>
                <a:lnTo>
                  <a:pt x="1282539" y="137998"/>
                </a:lnTo>
                <a:lnTo>
                  <a:pt x="1270894" y="151793"/>
                </a:lnTo>
                <a:lnTo>
                  <a:pt x="1265987" y="156181"/>
                </a:lnTo>
                <a:lnTo>
                  <a:pt x="1262756" y="160553"/>
                </a:lnTo>
                <a:lnTo>
                  <a:pt x="1260818" y="161390"/>
                </a:lnTo>
                <a:lnTo>
                  <a:pt x="1259141" y="160403"/>
                </a:lnTo>
                <a:lnTo>
                  <a:pt x="1258428" y="157890"/>
                </a:lnTo>
                <a:lnTo>
                  <a:pt x="1257845" y="139729"/>
                </a:lnTo>
                <a:lnTo>
                  <a:pt x="1257662" y="79535"/>
                </a:lnTo>
                <a:lnTo>
                  <a:pt x="1258551" y="28442"/>
                </a:lnTo>
                <a:lnTo>
                  <a:pt x="1260912" y="19474"/>
                </a:lnTo>
                <a:lnTo>
                  <a:pt x="1263081" y="15586"/>
                </a:lnTo>
                <a:lnTo>
                  <a:pt x="1265213" y="14410"/>
                </a:lnTo>
                <a:lnTo>
                  <a:pt x="1278223" y="12087"/>
                </a:lnTo>
                <a:lnTo>
                  <a:pt x="1281296" y="9504"/>
                </a:lnTo>
                <a:lnTo>
                  <a:pt x="1282154" y="6810"/>
                </a:lnTo>
                <a:lnTo>
                  <a:pt x="1278961" y="3956"/>
                </a:lnTo>
                <a:lnTo>
                  <a:pt x="1275401" y="3468"/>
                </a:lnTo>
                <a:lnTo>
                  <a:pt x="1194929" y="3913"/>
                </a:lnTo>
                <a:lnTo>
                  <a:pt x="1192338" y="4401"/>
                </a:lnTo>
                <a:lnTo>
                  <a:pt x="1189855" y="6004"/>
                </a:lnTo>
                <a:lnTo>
                  <a:pt x="1189531" y="8277"/>
                </a:lnTo>
                <a:lnTo>
                  <a:pt x="1192308" y="11175"/>
                </a:lnTo>
                <a:lnTo>
                  <a:pt x="1197061" y="12936"/>
                </a:lnTo>
                <a:lnTo>
                  <a:pt x="1207663" y="14248"/>
                </a:lnTo>
                <a:lnTo>
                  <a:pt x="1211869" y="18560"/>
                </a:lnTo>
                <a:lnTo>
                  <a:pt x="1213337" y="27282"/>
                </a:lnTo>
                <a:lnTo>
                  <a:pt x="1213784" y="54068"/>
                </a:lnTo>
                <a:lnTo>
                  <a:pt x="1213876" y="167594"/>
                </a:lnTo>
                <a:lnTo>
                  <a:pt x="1213042" y="243518"/>
                </a:lnTo>
                <a:lnTo>
                  <a:pt x="1211249" y="248567"/>
                </a:lnTo>
                <a:lnTo>
                  <a:pt x="1204595" y="252497"/>
                </a:lnTo>
                <a:lnTo>
                  <a:pt x="1192808" y="253278"/>
                </a:lnTo>
                <a:lnTo>
                  <a:pt x="1190322" y="254188"/>
                </a:lnTo>
                <a:lnTo>
                  <a:pt x="1189586" y="258673"/>
                </a:lnTo>
                <a:lnTo>
                  <a:pt x="1191298" y="261074"/>
                </a:lnTo>
                <a:lnTo>
                  <a:pt x="1201522" y="261860"/>
                </a:lnTo>
                <a:lnTo>
                  <a:pt x="1264212" y="261858"/>
                </a:lnTo>
                <a:lnTo>
                  <a:pt x="1279395" y="261505"/>
                </a:lnTo>
                <a:lnTo>
                  <a:pt x="1281307" y="260416"/>
                </a:lnTo>
                <a:lnTo>
                  <a:pt x="1282418" y="256544"/>
                </a:lnTo>
                <a:lnTo>
                  <a:pt x="1280810" y="253904"/>
                </a:lnTo>
                <a:lnTo>
                  <a:pt x="1267335" y="252349"/>
                </a:lnTo>
                <a:lnTo>
                  <a:pt x="1261571" y="248098"/>
                </a:lnTo>
                <a:lnTo>
                  <a:pt x="1260408" y="246012"/>
                </a:lnTo>
                <a:lnTo>
                  <a:pt x="1257992" y="234164"/>
                </a:lnTo>
                <a:lnTo>
                  <a:pt x="1258017" y="187134"/>
                </a:lnTo>
                <a:lnTo>
                  <a:pt x="1262571" y="179648"/>
                </a:lnTo>
                <a:lnTo>
                  <a:pt x="1296229" y="138385"/>
                </a:lnTo>
                <a:lnTo>
                  <a:pt x="1319215" y="110611"/>
                </a:lnTo>
                <a:lnTo>
                  <a:pt x="1324015" y="105429"/>
                </a:lnTo>
                <a:lnTo>
                  <a:pt x="1326587" y="103949"/>
                </a:lnTo>
                <a:lnTo>
                  <a:pt x="1329507" y="105976"/>
                </a:lnTo>
                <a:lnTo>
                  <a:pt x="1330158" y="112404"/>
                </a:lnTo>
                <a:lnTo>
                  <a:pt x="1330705" y="213027"/>
                </a:lnTo>
                <a:lnTo>
                  <a:pt x="1329952" y="238234"/>
                </a:lnTo>
                <a:lnTo>
                  <a:pt x="1327843" y="246214"/>
                </a:lnTo>
                <a:lnTo>
                  <a:pt x="1326150" y="249024"/>
                </a:lnTo>
                <a:lnTo>
                  <a:pt x="1320323" y="252579"/>
                </a:lnTo>
                <a:lnTo>
                  <a:pt x="1308449" y="253636"/>
                </a:lnTo>
                <a:lnTo>
                  <a:pt x="1306283" y="256535"/>
                </a:lnTo>
                <a:lnTo>
                  <a:pt x="1306219" y="259553"/>
                </a:lnTo>
                <a:lnTo>
                  <a:pt x="1308267" y="261406"/>
                </a:lnTo>
                <a:lnTo>
                  <a:pt x="1317949" y="261869"/>
                </a:lnTo>
                <a:lnTo>
                  <a:pt x="1387786" y="261794"/>
                </a:lnTo>
                <a:lnTo>
                  <a:pt x="1394774" y="261457"/>
                </a:lnTo>
                <a:lnTo>
                  <a:pt x="1397979" y="260320"/>
                </a:lnTo>
                <a:lnTo>
                  <a:pt x="1398506" y="256943"/>
                </a:lnTo>
                <a:lnTo>
                  <a:pt x="1397082" y="253959"/>
                </a:lnTo>
                <a:lnTo>
                  <a:pt x="1383600" y="252409"/>
                </a:lnTo>
                <a:lnTo>
                  <a:pt x="1376616" y="248380"/>
                </a:lnTo>
                <a:lnTo>
                  <a:pt x="1375558" y="246017"/>
                </a:lnTo>
                <a:lnTo>
                  <a:pt x="1374579" y="134877"/>
                </a:lnTo>
                <a:lnTo>
                  <a:pt x="1374793" y="35130"/>
                </a:lnTo>
                <a:lnTo>
                  <a:pt x="1375543" y="21268"/>
                </a:lnTo>
                <a:lnTo>
                  <a:pt x="1376501" y="17420"/>
                </a:lnTo>
                <a:lnTo>
                  <a:pt x="1378247" y="15220"/>
                </a:lnTo>
                <a:lnTo>
                  <a:pt x="1381191" y="14149"/>
                </a:lnTo>
                <a:lnTo>
                  <a:pt x="1392719" y="12623"/>
                </a:lnTo>
                <a:lnTo>
                  <a:pt x="1397019" y="9277"/>
                </a:lnTo>
                <a:lnTo>
                  <a:pt x="1397732" y="6899"/>
                </a:lnTo>
                <a:lnTo>
                  <a:pt x="1395199" y="4495"/>
                </a:lnTo>
                <a:lnTo>
                  <a:pt x="1392165" y="3841"/>
                </a:lnTo>
                <a:lnTo>
                  <a:pt x="1349648" y="3201"/>
                </a:lnTo>
                <a:close/>
                <a:moveTo>
                  <a:pt x="1479065" y="3496"/>
                </a:moveTo>
                <a:lnTo>
                  <a:pt x="1452527" y="4132"/>
                </a:lnTo>
                <a:lnTo>
                  <a:pt x="1450147" y="5302"/>
                </a:lnTo>
                <a:lnTo>
                  <a:pt x="1449302" y="7221"/>
                </a:lnTo>
                <a:lnTo>
                  <a:pt x="1450010" y="10292"/>
                </a:lnTo>
                <a:lnTo>
                  <a:pt x="1452247" y="12183"/>
                </a:lnTo>
                <a:lnTo>
                  <a:pt x="1466950" y="14478"/>
                </a:lnTo>
                <a:lnTo>
                  <a:pt x="1472466" y="23490"/>
                </a:lnTo>
                <a:lnTo>
                  <a:pt x="1472970" y="82107"/>
                </a:lnTo>
                <a:lnTo>
                  <a:pt x="1473389" y="89657"/>
                </a:lnTo>
                <a:lnTo>
                  <a:pt x="1474458" y="93053"/>
                </a:lnTo>
                <a:lnTo>
                  <a:pt x="1481077" y="96195"/>
                </a:lnTo>
                <a:lnTo>
                  <a:pt x="1517293" y="97035"/>
                </a:lnTo>
                <a:lnTo>
                  <a:pt x="1522751" y="99968"/>
                </a:lnTo>
                <a:lnTo>
                  <a:pt x="1532016" y="100925"/>
                </a:lnTo>
                <a:lnTo>
                  <a:pt x="1536850" y="103675"/>
                </a:lnTo>
                <a:lnTo>
                  <a:pt x="1545058" y="105155"/>
                </a:lnTo>
                <a:lnTo>
                  <a:pt x="1564891" y="115992"/>
                </a:lnTo>
                <a:lnTo>
                  <a:pt x="1571714" y="122029"/>
                </a:lnTo>
                <a:lnTo>
                  <a:pt x="1574813" y="125984"/>
                </a:lnTo>
                <a:lnTo>
                  <a:pt x="1564771" y="127768"/>
                </a:lnTo>
                <a:lnTo>
                  <a:pt x="1556540" y="130469"/>
                </a:lnTo>
                <a:lnTo>
                  <a:pt x="1543631" y="131134"/>
                </a:lnTo>
                <a:lnTo>
                  <a:pt x="1537463" y="134323"/>
                </a:lnTo>
                <a:lnTo>
                  <a:pt x="1529016" y="135447"/>
                </a:lnTo>
                <a:lnTo>
                  <a:pt x="1518092" y="140375"/>
                </a:lnTo>
                <a:lnTo>
                  <a:pt x="1497655" y="155880"/>
                </a:lnTo>
                <a:lnTo>
                  <a:pt x="1490465" y="164122"/>
                </a:lnTo>
                <a:lnTo>
                  <a:pt x="1485774" y="170936"/>
                </a:lnTo>
                <a:lnTo>
                  <a:pt x="1475486" y="188711"/>
                </a:lnTo>
                <a:lnTo>
                  <a:pt x="1470182" y="199930"/>
                </a:lnTo>
                <a:lnTo>
                  <a:pt x="1468262" y="208455"/>
                </a:lnTo>
                <a:lnTo>
                  <a:pt x="1465744" y="214814"/>
                </a:lnTo>
                <a:lnTo>
                  <a:pt x="1460780" y="240222"/>
                </a:lnTo>
                <a:lnTo>
                  <a:pt x="1458829" y="245521"/>
                </a:lnTo>
                <a:lnTo>
                  <a:pt x="1451765" y="252337"/>
                </a:lnTo>
                <a:lnTo>
                  <a:pt x="1439403" y="253960"/>
                </a:lnTo>
                <a:lnTo>
                  <a:pt x="1438022" y="256193"/>
                </a:lnTo>
                <a:lnTo>
                  <a:pt x="1438537" y="259655"/>
                </a:lnTo>
                <a:lnTo>
                  <a:pt x="1440559" y="261415"/>
                </a:lnTo>
                <a:lnTo>
                  <a:pt x="1444185" y="261766"/>
                </a:lnTo>
                <a:lnTo>
                  <a:pt x="1519237" y="261655"/>
                </a:lnTo>
                <a:lnTo>
                  <a:pt x="1529541" y="260655"/>
                </a:lnTo>
                <a:lnTo>
                  <a:pt x="1530920" y="257602"/>
                </a:lnTo>
                <a:lnTo>
                  <a:pt x="1529231" y="254149"/>
                </a:lnTo>
                <a:lnTo>
                  <a:pt x="1527097" y="253166"/>
                </a:lnTo>
                <a:lnTo>
                  <a:pt x="1518012" y="252813"/>
                </a:lnTo>
                <a:lnTo>
                  <a:pt x="1512160" y="249994"/>
                </a:lnTo>
                <a:lnTo>
                  <a:pt x="1509730" y="247435"/>
                </a:lnTo>
                <a:lnTo>
                  <a:pt x="1507557" y="240738"/>
                </a:lnTo>
                <a:lnTo>
                  <a:pt x="1506544" y="230388"/>
                </a:lnTo>
                <a:lnTo>
                  <a:pt x="1506759" y="220392"/>
                </a:lnTo>
                <a:lnTo>
                  <a:pt x="1509685" y="201162"/>
                </a:lnTo>
                <a:lnTo>
                  <a:pt x="1512656" y="194747"/>
                </a:lnTo>
                <a:lnTo>
                  <a:pt x="1513875" y="188419"/>
                </a:lnTo>
                <a:lnTo>
                  <a:pt x="1522320" y="172083"/>
                </a:lnTo>
                <a:lnTo>
                  <a:pt x="1531469" y="159862"/>
                </a:lnTo>
                <a:lnTo>
                  <a:pt x="1537529" y="153786"/>
                </a:lnTo>
                <a:lnTo>
                  <a:pt x="1549577" y="144547"/>
                </a:lnTo>
                <a:lnTo>
                  <a:pt x="1556819" y="140631"/>
                </a:lnTo>
                <a:lnTo>
                  <a:pt x="1567220" y="139346"/>
                </a:lnTo>
                <a:lnTo>
                  <a:pt x="1574536" y="136833"/>
                </a:lnTo>
                <a:lnTo>
                  <a:pt x="1577757" y="138359"/>
                </a:lnTo>
                <a:lnTo>
                  <a:pt x="1578710" y="141040"/>
                </a:lnTo>
                <a:lnTo>
                  <a:pt x="1578998" y="224434"/>
                </a:lnTo>
                <a:lnTo>
                  <a:pt x="1578377" y="242612"/>
                </a:lnTo>
                <a:lnTo>
                  <a:pt x="1575789" y="247685"/>
                </a:lnTo>
                <a:lnTo>
                  <a:pt x="1569356" y="252253"/>
                </a:lnTo>
                <a:lnTo>
                  <a:pt x="1556331" y="253662"/>
                </a:lnTo>
                <a:lnTo>
                  <a:pt x="1554895" y="256471"/>
                </a:lnTo>
                <a:lnTo>
                  <a:pt x="1555341" y="260007"/>
                </a:lnTo>
                <a:lnTo>
                  <a:pt x="1556281" y="261197"/>
                </a:lnTo>
                <a:lnTo>
                  <a:pt x="1558999" y="261443"/>
                </a:lnTo>
                <a:lnTo>
                  <a:pt x="1575459" y="261809"/>
                </a:lnTo>
                <a:lnTo>
                  <a:pt x="1624650" y="261948"/>
                </a:lnTo>
                <a:lnTo>
                  <a:pt x="1644982" y="261215"/>
                </a:lnTo>
                <a:lnTo>
                  <a:pt x="1646620" y="258559"/>
                </a:lnTo>
                <a:lnTo>
                  <a:pt x="1645433" y="254657"/>
                </a:lnTo>
                <a:lnTo>
                  <a:pt x="1642217" y="253325"/>
                </a:lnTo>
                <a:lnTo>
                  <a:pt x="1633968" y="252883"/>
                </a:lnTo>
                <a:lnTo>
                  <a:pt x="1631254" y="251987"/>
                </a:lnTo>
                <a:lnTo>
                  <a:pt x="1625860" y="247248"/>
                </a:lnTo>
                <a:lnTo>
                  <a:pt x="1624092" y="243912"/>
                </a:lnTo>
                <a:lnTo>
                  <a:pt x="1623573" y="70762"/>
                </a:lnTo>
                <a:lnTo>
                  <a:pt x="1624151" y="21382"/>
                </a:lnTo>
                <a:lnTo>
                  <a:pt x="1628405" y="14362"/>
                </a:lnTo>
                <a:lnTo>
                  <a:pt x="1639249" y="13579"/>
                </a:lnTo>
                <a:lnTo>
                  <a:pt x="1642662" y="12468"/>
                </a:lnTo>
                <a:lnTo>
                  <a:pt x="1645888" y="8885"/>
                </a:lnTo>
                <a:lnTo>
                  <a:pt x="1645765" y="6199"/>
                </a:lnTo>
                <a:lnTo>
                  <a:pt x="1643492" y="4607"/>
                </a:lnTo>
                <a:lnTo>
                  <a:pt x="1640585" y="3880"/>
                </a:lnTo>
                <a:lnTo>
                  <a:pt x="1626362" y="3408"/>
                </a:lnTo>
                <a:lnTo>
                  <a:pt x="1564061" y="4489"/>
                </a:lnTo>
                <a:lnTo>
                  <a:pt x="1550489" y="3706"/>
                </a:lnTo>
                <a:lnTo>
                  <a:pt x="1544136" y="4334"/>
                </a:lnTo>
                <a:lnTo>
                  <a:pt x="1479065" y="3496"/>
                </a:lnTo>
                <a:close/>
                <a:moveTo>
                  <a:pt x="1555346" y="12459"/>
                </a:moveTo>
                <a:lnTo>
                  <a:pt x="1573326" y="14183"/>
                </a:lnTo>
                <a:lnTo>
                  <a:pt x="1574909" y="15466"/>
                </a:lnTo>
                <a:lnTo>
                  <a:pt x="1578097" y="21619"/>
                </a:lnTo>
                <a:lnTo>
                  <a:pt x="1579101" y="40970"/>
                </a:lnTo>
                <a:lnTo>
                  <a:pt x="1579213" y="88268"/>
                </a:lnTo>
                <a:lnTo>
                  <a:pt x="1578701" y="104132"/>
                </a:lnTo>
                <a:lnTo>
                  <a:pt x="1578294" y="106813"/>
                </a:lnTo>
                <a:lnTo>
                  <a:pt x="1576552" y="107692"/>
                </a:lnTo>
                <a:lnTo>
                  <a:pt x="1573719" y="106990"/>
                </a:lnTo>
                <a:lnTo>
                  <a:pt x="1562499" y="99765"/>
                </a:lnTo>
                <a:lnTo>
                  <a:pt x="1558528" y="99069"/>
                </a:lnTo>
                <a:lnTo>
                  <a:pt x="1554558" y="95825"/>
                </a:lnTo>
                <a:lnTo>
                  <a:pt x="1549905" y="95008"/>
                </a:lnTo>
                <a:lnTo>
                  <a:pt x="1546261" y="92112"/>
                </a:lnTo>
                <a:lnTo>
                  <a:pt x="1535506" y="91030"/>
                </a:lnTo>
                <a:lnTo>
                  <a:pt x="1530538" y="88216"/>
                </a:lnTo>
                <a:lnTo>
                  <a:pt x="1519680" y="87398"/>
                </a:lnTo>
                <a:lnTo>
                  <a:pt x="1517530" y="85658"/>
                </a:lnTo>
                <a:lnTo>
                  <a:pt x="1517771" y="19298"/>
                </a:lnTo>
                <a:lnTo>
                  <a:pt x="1521188" y="14988"/>
                </a:lnTo>
                <a:lnTo>
                  <a:pt x="1523613" y="13967"/>
                </a:lnTo>
                <a:lnTo>
                  <a:pt x="1549030" y="11893"/>
                </a:lnTo>
                <a:lnTo>
                  <a:pt x="1555346" y="12459"/>
                </a:lnTo>
                <a:close/>
                <a:moveTo>
                  <a:pt x="47455" y="339694"/>
                </a:moveTo>
                <a:lnTo>
                  <a:pt x="43757" y="340460"/>
                </a:lnTo>
                <a:lnTo>
                  <a:pt x="32603" y="345346"/>
                </a:lnTo>
                <a:lnTo>
                  <a:pt x="19699" y="361568"/>
                </a:lnTo>
                <a:lnTo>
                  <a:pt x="18348" y="368595"/>
                </a:lnTo>
                <a:lnTo>
                  <a:pt x="15249" y="372787"/>
                </a:lnTo>
                <a:lnTo>
                  <a:pt x="15161" y="459194"/>
                </a:lnTo>
                <a:lnTo>
                  <a:pt x="14493" y="475543"/>
                </a:lnTo>
                <a:lnTo>
                  <a:pt x="13427" y="479673"/>
                </a:lnTo>
                <a:lnTo>
                  <a:pt x="11654" y="481914"/>
                </a:lnTo>
                <a:lnTo>
                  <a:pt x="3171" y="487331"/>
                </a:lnTo>
                <a:lnTo>
                  <a:pt x="3179" y="488785"/>
                </a:lnTo>
                <a:lnTo>
                  <a:pt x="4119" y="489695"/>
                </a:lnTo>
                <a:lnTo>
                  <a:pt x="34222" y="490546"/>
                </a:lnTo>
                <a:lnTo>
                  <a:pt x="49293" y="490014"/>
                </a:lnTo>
                <a:lnTo>
                  <a:pt x="51601" y="489228"/>
                </a:lnTo>
                <a:lnTo>
                  <a:pt x="52168" y="488259"/>
                </a:lnTo>
                <a:lnTo>
                  <a:pt x="51511" y="486820"/>
                </a:lnTo>
                <a:lnTo>
                  <a:pt x="44239" y="483609"/>
                </a:lnTo>
                <a:lnTo>
                  <a:pt x="40413" y="480191"/>
                </a:lnTo>
                <a:lnTo>
                  <a:pt x="39834" y="451979"/>
                </a:lnTo>
                <a:lnTo>
                  <a:pt x="40511" y="424248"/>
                </a:lnTo>
                <a:lnTo>
                  <a:pt x="44766" y="423436"/>
                </a:lnTo>
                <a:lnTo>
                  <a:pt x="70153" y="422864"/>
                </a:lnTo>
                <a:lnTo>
                  <a:pt x="82635" y="418753"/>
                </a:lnTo>
                <a:lnTo>
                  <a:pt x="87148" y="415621"/>
                </a:lnTo>
                <a:lnTo>
                  <a:pt x="91725" y="410963"/>
                </a:lnTo>
                <a:lnTo>
                  <a:pt x="98380" y="400112"/>
                </a:lnTo>
                <a:lnTo>
                  <a:pt x="100032" y="376341"/>
                </a:lnTo>
                <a:lnTo>
                  <a:pt x="98772" y="362276"/>
                </a:lnTo>
                <a:lnTo>
                  <a:pt x="98191" y="359740"/>
                </a:lnTo>
                <a:lnTo>
                  <a:pt x="93352" y="350891"/>
                </a:lnTo>
                <a:lnTo>
                  <a:pt x="85532" y="344291"/>
                </a:lnTo>
                <a:lnTo>
                  <a:pt x="75623" y="340168"/>
                </a:lnTo>
                <a:lnTo>
                  <a:pt x="47455" y="339694"/>
                </a:lnTo>
                <a:close/>
                <a:moveTo>
                  <a:pt x="67104" y="347672"/>
                </a:moveTo>
                <a:lnTo>
                  <a:pt x="69885" y="351241"/>
                </a:lnTo>
                <a:lnTo>
                  <a:pt x="73892" y="359109"/>
                </a:lnTo>
                <a:lnTo>
                  <a:pt x="73850" y="400196"/>
                </a:lnTo>
                <a:lnTo>
                  <a:pt x="70007" y="409123"/>
                </a:lnTo>
                <a:lnTo>
                  <a:pt x="64486" y="415750"/>
                </a:lnTo>
                <a:lnTo>
                  <a:pt x="60960" y="417832"/>
                </a:lnTo>
                <a:lnTo>
                  <a:pt x="56083" y="417831"/>
                </a:lnTo>
                <a:lnTo>
                  <a:pt x="52435" y="416637"/>
                </a:lnTo>
                <a:lnTo>
                  <a:pt x="45835" y="412402"/>
                </a:lnTo>
                <a:lnTo>
                  <a:pt x="41456" y="401860"/>
                </a:lnTo>
                <a:lnTo>
                  <a:pt x="40000" y="390551"/>
                </a:lnTo>
                <a:lnTo>
                  <a:pt x="40448" y="363546"/>
                </a:lnTo>
                <a:lnTo>
                  <a:pt x="44796" y="352781"/>
                </a:lnTo>
                <a:lnTo>
                  <a:pt x="50840" y="345867"/>
                </a:lnTo>
                <a:lnTo>
                  <a:pt x="54084" y="345016"/>
                </a:lnTo>
                <a:lnTo>
                  <a:pt x="63030" y="345256"/>
                </a:lnTo>
                <a:lnTo>
                  <a:pt x="64920" y="345767"/>
                </a:lnTo>
                <a:lnTo>
                  <a:pt x="67104" y="347672"/>
                </a:lnTo>
                <a:close/>
                <a:moveTo>
                  <a:pt x="289200" y="339694"/>
                </a:moveTo>
                <a:lnTo>
                  <a:pt x="275406" y="344620"/>
                </a:lnTo>
                <a:lnTo>
                  <a:pt x="269505" y="348641"/>
                </a:lnTo>
                <a:lnTo>
                  <a:pt x="257721" y="364518"/>
                </a:lnTo>
                <a:lnTo>
                  <a:pt x="252212" y="376079"/>
                </a:lnTo>
                <a:lnTo>
                  <a:pt x="250967" y="383054"/>
                </a:lnTo>
                <a:lnTo>
                  <a:pt x="247933" y="387757"/>
                </a:lnTo>
                <a:lnTo>
                  <a:pt x="247933" y="443897"/>
                </a:lnTo>
                <a:lnTo>
                  <a:pt x="250955" y="448423"/>
                </a:lnTo>
                <a:lnTo>
                  <a:pt x="252349" y="456539"/>
                </a:lnTo>
                <a:lnTo>
                  <a:pt x="259517" y="471308"/>
                </a:lnTo>
                <a:lnTo>
                  <a:pt x="267884" y="480671"/>
                </a:lnTo>
                <a:lnTo>
                  <a:pt x="273999" y="485178"/>
                </a:lnTo>
                <a:lnTo>
                  <a:pt x="283622" y="489739"/>
                </a:lnTo>
                <a:lnTo>
                  <a:pt x="286935" y="490368"/>
                </a:lnTo>
                <a:lnTo>
                  <a:pt x="309038" y="491136"/>
                </a:lnTo>
                <a:lnTo>
                  <a:pt x="323961" y="490224"/>
                </a:lnTo>
                <a:lnTo>
                  <a:pt x="333727" y="485042"/>
                </a:lnTo>
                <a:lnTo>
                  <a:pt x="346140" y="472756"/>
                </a:lnTo>
                <a:lnTo>
                  <a:pt x="350467" y="463454"/>
                </a:lnTo>
                <a:lnTo>
                  <a:pt x="351914" y="456485"/>
                </a:lnTo>
                <a:lnTo>
                  <a:pt x="354385" y="450625"/>
                </a:lnTo>
                <a:lnTo>
                  <a:pt x="355823" y="440505"/>
                </a:lnTo>
                <a:lnTo>
                  <a:pt x="364173" y="434835"/>
                </a:lnTo>
                <a:lnTo>
                  <a:pt x="365921" y="432530"/>
                </a:lnTo>
                <a:lnTo>
                  <a:pt x="364792" y="431142"/>
                </a:lnTo>
                <a:lnTo>
                  <a:pt x="363180" y="430835"/>
                </a:lnTo>
                <a:lnTo>
                  <a:pt x="354569" y="430417"/>
                </a:lnTo>
                <a:lnTo>
                  <a:pt x="329259" y="430373"/>
                </a:lnTo>
                <a:lnTo>
                  <a:pt x="317625" y="431412"/>
                </a:lnTo>
                <a:lnTo>
                  <a:pt x="316754" y="432214"/>
                </a:lnTo>
                <a:lnTo>
                  <a:pt x="316889" y="433490"/>
                </a:lnTo>
                <a:lnTo>
                  <a:pt x="322357" y="436460"/>
                </a:lnTo>
                <a:lnTo>
                  <a:pt x="326067" y="439925"/>
                </a:lnTo>
                <a:lnTo>
                  <a:pt x="327838" y="448252"/>
                </a:lnTo>
                <a:lnTo>
                  <a:pt x="327960" y="453425"/>
                </a:lnTo>
                <a:lnTo>
                  <a:pt x="326125" y="467794"/>
                </a:lnTo>
                <a:lnTo>
                  <a:pt x="322834" y="475811"/>
                </a:lnTo>
                <a:lnTo>
                  <a:pt x="317253" y="482764"/>
                </a:lnTo>
                <a:lnTo>
                  <a:pt x="315448" y="484278"/>
                </a:lnTo>
                <a:lnTo>
                  <a:pt x="312828" y="484922"/>
                </a:lnTo>
                <a:lnTo>
                  <a:pt x="294635" y="485269"/>
                </a:lnTo>
                <a:lnTo>
                  <a:pt x="290650" y="484279"/>
                </a:lnTo>
                <a:lnTo>
                  <a:pt x="286550" y="481556"/>
                </a:lnTo>
                <a:lnTo>
                  <a:pt x="280891" y="472755"/>
                </a:lnTo>
                <a:lnTo>
                  <a:pt x="276753" y="460037"/>
                </a:lnTo>
                <a:lnTo>
                  <a:pt x="273687" y="424695"/>
                </a:lnTo>
                <a:lnTo>
                  <a:pt x="273620" y="397379"/>
                </a:lnTo>
                <a:lnTo>
                  <a:pt x="275448" y="387428"/>
                </a:lnTo>
                <a:lnTo>
                  <a:pt x="276710" y="371666"/>
                </a:lnTo>
                <a:lnTo>
                  <a:pt x="281570" y="358567"/>
                </a:lnTo>
                <a:lnTo>
                  <a:pt x="285610" y="351581"/>
                </a:lnTo>
                <a:lnTo>
                  <a:pt x="293534" y="345012"/>
                </a:lnTo>
                <a:lnTo>
                  <a:pt x="311638" y="345754"/>
                </a:lnTo>
                <a:lnTo>
                  <a:pt x="319689" y="351488"/>
                </a:lnTo>
                <a:lnTo>
                  <a:pt x="324879" y="358687"/>
                </a:lnTo>
                <a:lnTo>
                  <a:pt x="326528" y="364366"/>
                </a:lnTo>
                <a:lnTo>
                  <a:pt x="328183" y="379329"/>
                </a:lnTo>
                <a:lnTo>
                  <a:pt x="328250" y="384425"/>
                </a:lnTo>
                <a:lnTo>
                  <a:pt x="325902" y="392329"/>
                </a:lnTo>
                <a:lnTo>
                  <a:pt x="324245" y="393923"/>
                </a:lnTo>
                <a:lnTo>
                  <a:pt x="317322" y="395978"/>
                </a:lnTo>
                <a:lnTo>
                  <a:pt x="316908" y="398593"/>
                </a:lnTo>
                <a:lnTo>
                  <a:pt x="325642" y="399813"/>
                </a:lnTo>
                <a:lnTo>
                  <a:pt x="361382" y="399778"/>
                </a:lnTo>
                <a:lnTo>
                  <a:pt x="366149" y="399052"/>
                </a:lnTo>
                <a:lnTo>
                  <a:pt x="366748" y="396445"/>
                </a:lnTo>
                <a:lnTo>
                  <a:pt x="365541" y="395318"/>
                </a:lnTo>
                <a:lnTo>
                  <a:pt x="359761" y="393989"/>
                </a:lnTo>
                <a:lnTo>
                  <a:pt x="356931" y="391611"/>
                </a:lnTo>
                <a:lnTo>
                  <a:pt x="355364" y="387717"/>
                </a:lnTo>
                <a:lnTo>
                  <a:pt x="354743" y="380944"/>
                </a:lnTo>
                <a:lnTo>
                  <a:pt x="351891" y="375474"/>
                </a:lnTo>
                <a:lnTo>
                  <a:pt x="350206" y="367456"/>
                </a:lnTo>
                <a:lnTo>
                  <a:pt x="344749" y="356727"/>
                </a:lnTo>
                <a:lnTo>
                  <a:pt x="336386" y="347519"/>
                </a:lnTo>
                <a:lnTo>
                  <a:pt x="331855" y="344730"/>
                </a:lnTo>
                <a:lnTo>
                  <a:pt x="321062" y="340285"/>
                </a:lnTo>
                <a:lnTo>
                  <a:pt x="289200" y="339694"/>
                </a:lnTo>
                <a:close/>
                <a:moveTo>
                  <a:pt x="432307" y="339743"/>
                </a:moveTo>
                <a:lnTo>
                  <a:pt x="424834" y="343043"/>
                </a:lnTo>
                <a:lnTo>
                  <a:pt x="419962" y="343986"/>
                </a:lnTo>
                <a:lnTo>
                  <a:pt x="417145" y="345931"/>
                </a:lnTo>
                <a:lnTo>
                  <a:pt x="406866" y="356684"/>
                </a:lnTo>
                <a:lnTo>
                  <a:pt x="397922" y="371186"/>
                </a:lnTo>
                <a:lnTo>
                  <a:pt x="394117" y="384661"/>
                </a:lnTo>
                <a:lnTo>
                  <a:pt x="391355" y="406873"/>
                </a:lnTo>
                <a:lnTo>
                  <a:pt x="391513" y="425995"/>
                </a:lnTo>
                <a:lnTo>
                  <a:pt x="393994" y="448569"/>
                </a:lnTo>
                <a:lnTo>
                  <a:pt x="398014" y="460117"/>
                </a:lnTo>
                <a:lnTo>
                  <a:pt x="400802" y="464291"/>
                </a:lnTo>
                <a:lnTo>
                  <a:pt x="402055" y="468667"/>
                </a:lnTo>
                <a:lnTo>
                  <a:pt x="412881" y="481210"/>
                </a:lnTo>
                <a:lnTo>
                  <a:pt x="417973" y="485760"/>
                </a:lnTo>
                <a:lnTo>
                  <a:pt x="425546" y="489763"/>
                </a:lnTo>
                <a:lnTo>
                  <a:pt x="429305" y="490350"/>
                </a:lnTo>
                <a:lnTo>
                  <a:pt x="456627" y="490669"/>
                </a:lnTo>
                <a:lnTo>
                  <a:pt x="468873" y="489791"/>
                </a:lnTo>
                <a:lnTo>
                  <a:pt x="481258" y="482224"/>
                </a:lnTo>
                <a:lnTo>
                  <a:pt x="485623" y="477813"/>
                </a:lnTo>
                <a:lnTo>
                  <a:pt x="491814" y="469219"/>
                </a:lnTo>
                <a:lnTo>
                  <a:pt x="496326" y="458437"/>
                </a:lnTo>
                <a:lnTo>
                  <a:pt x="497538" y="449973"/>
                </a:lnTo>
                <a:lnTo>
                  <a:pt x="500400" y="441065"/>
                </a:lnTo>
                <a:lnTo>
                  <a:pt x="502772" y="438108"/>
                </a:lnTo>
                <a:lnTo>
                  <a:pt x="507746" y="434648"/>
                </a:lnTo>
                <a:lnTo>
                  <a:pt x="508496" y="432249"/>
                </a:lnTo>
                <a:lnTo>
                  <a:pt x="507256" y="430830"/>
                </a:lnTo>
                <a:lnTo>
                  <a:pt x="502084" y="430414"/>
                </a:lnTo>
                <a:lnTo>
                  <a:pt x="467620" y="430641"/>
                </a:lnTo>
                <a:lnTo>
                  <a:pt x="462134" y="431426"/>
                </a:lnTo>
                <a:lnTo>
                  <a:pt x="461247" y="432485"/>
                </a:lnTo>
                <a:lnTo>
                  <a:pt x="461565" y="433611"/>
                </a:lnTo>
                <a:lnTo>
                  <a:pt x="470627" y="439544"/>
                </a:lnTo>
                <a:lnTo>
                  <a:pt x="472113" y="442548"/>
                </a:lnTo>
                <a:lnTo>
                  <a:pt x="471820" y="464832"/>
                </a:lnTo>
                <a:lnTo>
                  <a:pt x="467491" y="476064"/>
                </a:lnTo>
                <a:lnTo>
                  <a:pt x="462770" y="481659"/>
                </a:lnTo>
                <a:lnTo>
                  <a:pt x="456497" y="484873"/>
                </a:lnTo>
                <a:lnTo>
                  <a:pt x="442829" y="485721"/>
                </a:lnTo>
                <a:lnTo>
                  <a:pt x="436331" y="485062"/>
                </a:lnTo>
                <a:lnTo>
                  <a:pt x="433639" y="483580"/>
                </a:lnTo>
                <a:lnTo>
                  <a:pt x="427236" y="477251"/>
                </a:lnTo>
                <a:lnTo>
                  <a:pt x="422914" y="468373"/>
                </a:lnTo>
                <a:lnTo>
                  <a:pt x="421387" y="458381"/>
                </a:lnTo>
                <a:lnTo>
                  <a:pt x="418321" y="450791"/>
                </a:lnTo>
                <a:lnTo>
                  <a:pt x="418321" y="377908"/>
                </a:lnTo>
                <a:lnTo>
                  <a:pt x="421584" y="370872"/>
                </a:lnTo>
                <a:lnTo>
                  <a:pt x="422781" y="363717"/>
                </a:lnTo>
                <a:lnTo>
                  <a:pt x="429032" y="352578"/>
                </a:lnTo>
                <a:lnTo>
                  <a:pt x="435361" y="346126"/>
                </a:lnTo>
                <a:lnTo>
                  <a:pt x="450563" y="345028"/>
                </a:lnTo>
                <a:lnTo>
                  <a:pt x="457829" y="345836"/>
                </a:lnTo>
                <a:lnTo>
                  <a:pt x="462874" y="349668"/>
                </a:lnTo>
                <a:lnTo>
                  <a:pt x="466446" y="354147"/>
                </a:lnTo>
                <a:lnTo>
                  <a:pt x="471466" y="365571"/>
                </a:lnTo>
                <a:lnTo>
                  <a:pt x="471962" y="368278"/>
                </a:lnTo>
                <a:lnTo>
                  <a:pt x="472365" y="384473"/>
                </a:lnTo>
                <a:lnTo>
                  <a:pt x="471457" y="391069"/>
                </a:lnTo>
                <a:lnTo>
                  <a:pt x="468581" y="393862"/>
                </a:lnTo>
                <a:lnTo>
                  <a:pt x="461757" y="396038"/>
                </a:lnTo>
                <a:lnTo>
                  <a:pt x="460918" y="397360"/>
                </a:lnTo>
                <a:lnTo>
                  <a:pt x="461404" y="398392"/>
                </a:lnTo>
                <a:lnTo>
                  <a:pt x="464760" y="399822"/>
                </a:lnTo>
                <a:lnTo>
                  <a:pt x="500215" y="399775"/>
                </a:lnTo>
                <a:lnTo>
                  <a:pt x="507209" y="399576"/>
                </a:lnTo>
                <a:lnTo>
                  <a:pt x="508662" y="397660"/>
                </a:lnTo>
                <a:lnTo>
                  <a:pt x="506919" y="395262"/>
                </a:lnTo>
                <a:lnTo>
                  <a:pt x="502326" y="393289"/>
                </a:lnTo>
                <a:lnTo>
                  <a:pt x="500872" y="391075"/>
                </a:lnTo>
                <a:lnTo>
                  <a:pt x="497803" y="383066"/>
                </a:lnTo>
                <a:lnTo>
                  <a:pt x="496326" y="373224"/>
                </a:lnTo>
                <a:lnTo>
                  <a:pt x="493765" y="367979"/>
                </a:lnTo>
                <a:lnTo>
                  <a:pt x="491791" y="360763"/>
                </a:lnTo>
                <a:lnTo>
                  <a:pt x="484200" y="351278"/>
                </a:lnTo>
                <a:lnTo>
                  <a:pt x="477945" y="345610"/>
                </a:lnTo>
                <a:lnTo>
                  <a:pt x="462873" y="339899"/>
                </a:lnTo>
                <a:lnTo>
                  <a:pt x="432307" y="339743"/>
                </a:lnTo>
                <a:close/>
                <a:moveTo>
                  <a:pt x="721820" y="339694"/>
                </a:moveTo>
                <a:lnTo>
                  <a:pt x="709508" y="344600"/>
                </a:lnTo>
                <a:lnTo>
                  <a:pt x="700295" y="351474"/>
                </a:lnTo>
                <a:lnTo>
                  <a:pt x="693362" y="361177"/>
                </a:lnTo>
                <a:lnTo>
                  <a:pt x="685708" y="375647"/>
                </a:lnTo>
                <a:lnTo>
                  <a:pt x="681285" y="393636"/>
                </a:lnTo>
                <a:lnTo>
                  <a:pt x="681047" y="429023"/>
                </a:lnTo>
                <a:lnTo>
                  <a:pt x="681864" y="442745"/>
                </a:lnTo>
                <a:lnTo>
                  <a:pt x="684461" y="448058"/>
                </a:lnTo>
                <a:lnTo>
                  <a:pt x="685726" y="456099"/>
                </a:lnTo>
                <a:lnTo>
                  <a:pt x="690906" y="467740"/>
                </a:lnTo>
                <a:lnTo>
                  <a:pt x="697793" y="477208"/>
                </a:lnTo>
                <a:lnTo>
                  <a:pt x="708339" y="485321"/>
                </a:lnTo>
                <a:lnTo>
                  <a:pt x="714719" y="489424"/>
                </a:lnTo>
                <a:lnTo>
                  <a:pt x="717329" y="490179"/>
                </a:lnTo>
                <a:lnTo>
                  <a:pt x="752352" y="489972"/>
                </a:lnTo>
                <a:lnTo>
                  <a:pt x="763237" y="484315"/>
                </a:lnTo>
                <a:lnTo>
                  <a:pt x="774820" y="473606"/>
                </a:lnTo>
                <a:lnTo>
                  <a:pt x="779739" y="466328"/>
                </a:lnTo>
                <a:lnTo>
                  <a:pt x="787184" y="446663"/>
                </a:lnTo>
                <a:lnTo>
                  <a:pt x="789788" y="414675"/>
                </a:lnTo>
                <a:lnTo>
                  <a:pt x="787956" y="387954"/>
                </a:lnTo>
                <a:lnTo>
                  <a:pt x="783366" y="374294"/>
                </a:lnTo>
                <a:lnTo>
                  <a:pt x="779654" y="366330"/>
                </a:lnTo>
                <a:lnTo>
                  <a:pt x="772629" y="354928"/>
                </a:lnTo>
                <a:lnTo>
                  <a:pt x="766017" y="348173"/>
                </a:lnTo>
                <a:lnTo>
                  <a:pt x="760943" y="344696"/>
                </a:lnTo>
                <a:lnTo>
                  <a:pt x="754784" y="343178"/>
                </a:lnTo>
                <a:lnTo>
                  <a:pt x="748905" y="339872"/>
                </a:lnTo>
                <a:lnTo>
                  <a:pt x="721820" y="339694"/>
                </a:lnTo>
                <a:close/>
                <a:moveTo>
                  <a:pt x="747674" y="347475"/>
                </a:moveTo>
                <a:lnTo>
                  <a:pt x="751545" y="350918"/>
                </a:lnTo>
                <a:lnTo>
                  <a:pt x="753688" y="354061"/>
                </a:lnTo>
                <a:lnTo>
                  <a:pt x="759644" y="370275"/>
                </a:lnTo>
                <a:lnTo>
                  <a:pt x="760576" y="381620"/>
                </a:lnTo>
                <a:lnTo>
                  <a:pt x="762635" y="391930"/>
                </a:lnTo>
                <a:lnTo>
                  <a:pt x="763611" y="406138"/>
                </a:lnTo>
                <a:lnTo>
                  <a:pt x="763577" y="427380"/>
                </a:lnTo>
                <a:lnTo>
                  <a:pt x="761788" y="446940"/>
                </a:lnTo>
                <a:lnTo>
                  <a:pt x="758869" y="464328"/>
                </a:lnTo>
                <a:lnTo>
                  <a:pt x="755167" y="474650"/>
                </a:lnTo>
                <a:lnTo>
                  <a:pt x="752168" y="479238"/>
                </a:lnTo>
                <a:lnTo>
                  <a:pt x="749046" y="482304"/>
                </a:lnTo>
                <a:lnTo>
                  <a:pt x="744762" y="484888"/>
                </a:lnTo>
                <a:lnTo>
                  <a:pt x="737104" y="485719"/>
                </a:lnTo>
                <a:lnTo>
                  <a:pt x="727625" y="485294"/>
                </a:lnTo>
                <a:lnTo>
                  <a:pt x="722187" y="483568"/>
                </a:lnTo>
                <a:lnTo>
                  <a:pt x="714969" y="475371"/>
                </a:lnTo>
                <a:lnTo>
                  <a:pt x="710061" y="460725"/>
                </a:lnTo>
                <a:lnTo>
                  <a:pt x="706758" y="435146"/>
                </a:lnTo>
                <a:lnTo>
                  <a:pt x="706410" y="404147"/>
                </a:lnTo>
                <a:lnTo>
                  <a:pt x="706914" y="394023"/>
                </a:lnTo>
                <a:lnTo>
                  <a:pt x="710028" y="372134"/>
                </a:lnTo>
                <a:lnTo>
                  <a:pt x="714971" y="356543"/>
                </a:lnTo>
                <a:lnTo>
                  <a:pt x="718037" y="351616"/>
                </a:lnTo>
                <a:lnTo>
                  <a:pt x="723453" y="346935"/>
                </a:lnTo>
                <a:lnTo>
                  <a:pt x="727005" y="345272"/>
                </a:lnTo>
                <a:lnTo>
                  <a:pt x="739969" y="345056"/>
                </a:lnTo>
                <a:lnTo>
                  <a:pt x="744403" y="345580"/>
                </a:lnTo>
                <a:lnTo>
                  <a:pt x="747674" y="347475"/>
                </a:lnTo>
                <a:close/>
                <a:moveTo>
                  <a:pt x="971740" y="339743"/>
                </a:moveTo>
                <a:lnTo>
                  <a:pt x="958883" y="344968"/>
                </a:lnTo>
                <a:lnTo>
                  <a:pt x="950494" y="350878"/>
                </a:lnTo>
                <a:lnTo>
                  <a:pt x="942616" y="361374"/>
                </a:lnTo>
                <a:lnTo>
                  <a:pt x="934198" y="379594"/>
                </a:lnTo>
                <a:lnTo>
                  <a:pt x="930850" y="399817"/>
                </a:lnTo>
                <a:lnTo>
                  <a:pt x="929850" y="413892"/>
                </a:lnTo>
                <a:lnTo>
                  <a:pt x="930690" y="432939"/>
                </a:lnTo>
                <a:lnTo>
                  <a:pt x="933623" y="448252"/>
                </a:lnTo>
                <a:lnTo>
                  <a:pt x="936363" y="454435"/>
                </a:lnTo>
                <a:lnTo>
                  <a:pt x="937761" y="460530"/>
                </a:lnTo>
                <a:lnTo>
                  <a:pt x="942092" y="469306"/>
                </a:lnTo>
                <a:lnTo>
                  <a:pt x="951447" y="480572"/>
                </a:lnTo>
                <a:lnTo>
                  <a:pt x="964944" y="489318"/>
                </a:lnTo>
                <a:lnTo>
                  <a:pt x="968141" y="490248"/>
                </a:lnTo>
                <a:lnTo>
                  <a:pt x="975349" y="490629"/>
                </a:lnTo>
                <a:lnTo>
                  <a:pt x="1002754" y="490209"/>
                </a:lnTo>
                <a:lnTo>
                  <a:pt x="1012847" y="484900"/>
                </a:lnTo>
                <a:lnTo>
                  <a:pt x="1023165" y="475835"/>
                </a:lnTo>
                <a:lnTo>
                  <a:pt x="1027654" y="469720"/>
                </a:lnTo>
                <a:lnTo>
                  <a:pt x="1031927" y="461931"/>
                </a:lnTo>
                <a:lnTo>
                  <a:pt x="1035766" y="451215"/>
                </a:lnTo>
                <a:lnTo>
                  <a:pt x="1039431" y="432207"/>
                </a:lnTo>
                <a:lnTo>
                  <a:pt x="1040178" y="415636"/>
                </a:lnTo>
                <a:lnTo>
                  <a:pt x="1039304" y="399345"/>
                </a:lnTo>
                <a:lnTo>
                  <a:pt x="1036007" y="380977"/>
                </a:lnTo>
                <a:lnTo>
                  <a:pt x="1032298" y="370097"/>
                </a:lnTo>
                <a:lnTo>
                  <a:pt x="1027085" y="360516"/>
                </a:lnTo>
                <a:lnTo>
                  <a:pt x="1017432" y="349651"/>
                </a:lnTo>
                <a:lnTo>
                  <a:pt x="1011090" y="345229"/>
                </a:lnTo>
                <a:lnTo>
                  <a:pt x="998357" y="339768"/>
                </a:lnTo>
                <a:lnTo>
                  <a:pt x="971740" y="339743"/>
                </a:lnTo>
                <a:close/>
                <a:moveTo>
                  <a:pt x="991339" y="345160"/>
                </a:moveTo>
                <a:lnTo>
                  <a:pt x="997249" y="347573"/>
                </a:lnTo>
                <a:lnTo>
                  <a:pt x="1001192" y="350439"/>
                </a:lnTo>
                <a:lnTo>
                  <a:pt x="1003404" y="353172"/>
                </a:lnTo>
                <a:lnTo>
                  <a:pt x="1007201" y="360751"/>
                </a:lnTo>
                <a:lnTo>
                  <a:pt x="1011481" y="378105"/>
                </a:lnTo>
                <a:lnTo>
                  <a:pt x="1012308" y="415018"/>
                </a:lnTo>
                <a:lnTo>
                  <a:pt x="1011573" y="453284"/>
                </a:lnTo>
                <a:lnTo>
                  <a:pt x="1006876" y="470951"/>
                </a:lnTo>
                <a:lnTo>
                  <a:pt x="1004663" y="475720"/>
                </a:lnTo>
                <a:lnTo>
                  <a:pt x="999997" y="481717"/>
                </a:lnTo>
                <a:lnTo>
                  <a:pt x="996414" y="484332"/>
                </a:lnTo>
                <a:lnTo>
                  <a:pt x="993577" y="485226"/>
                </a:lnTo>
                <a:lnTo>
                  <a:pt x="975758" y="485226"/>
                </a:lnTo>
                <a:lnTo>
                  <a:pt x="973337" y="484090"/>
                </a:lnTo>
                <a:lnTo>
                  <a:pt x="968988" y="480088"/>
                </a:lnTo>
                <a:lnTo>
                  <a:pt x="963018" y="471972"/>
                </a:lnTo>
                <a:lnTo>
                  <a:pt x="959336" y="457665"/>
                </a:lnTo>
                <a:lnTo>
                  <a:pt x="957275" y="426898"/>
                </a:lnTo>
                <a:lnTo>
                  <a:pt x="958296" y="379041"/>
                </a:lnTo>
                <a:lnTo>
                  <a:pt x="965605" y="355693"/>
                </a:lnTo>
                <a:lnTo>
                  <a:pt x="969081" y="351168"/>
                </a:lnTo>
                <a:lnTo>
                  <a:pt x="973506" y="346930"/>
                </a:lnTo>
                <a:lnTo>
                  <a:pt x="977090" y="345133"/>
                </a:lnTo>
                <a:lnTo>
                  <a:pt x="991339" y="345160"/>
                </a:lnTo>
                <a:close/>
                <a:moveTo>
                  <a:pt x="111917" y="340482"/>
                </a:moveTo>
                <a:lnTo>
                  <a:pt x="110333" y="342021"/>
                </a:lnTo>
                <a:lnTo>
                  <a:pt x="111316" y="344887"/>
                </a:lnTo>
                <a:lnTo>
                  <a:pt x="122357" y="350393"/>
                </a:lnTo>
                <a:lnTo>
                  <a:pt x="128264" y="359397"/>
                </a:lnTo>
                <a:lnTo>
                  <a:pt x="130224" y="365726"/>
                </a:lnTo>
                <a:lnTo>
                  <a:pt x="132939" y="369654"/>
                </a:lnTo>
                <a:lnTo>
                  <a:pt x="138196" y="381645"/>
                </a:lnTo>
                <a:lnTo>
                  <a:pt x="140935" y="385504"/>
                </a:lnTo>
                <a:lnTo>
                  <a:pt x="141846" y="389967"/>
                </a:lnTo>
                <a:lnTo>
                  <a:pt x="144484" y="393240"/>
                </a:lnTo>
                <a:lnTo>
                  <a:pt x="145983" y="398924"/>
                </a:lnTo>
                <a:lnTo>
                  <a:pt x="164433" y="436419"/>
                </a:lnTo>
                <a:lnTo>
                  <a:pt x="165299" y="441170"/>
                </a:lnTo>
                <a:lnTo>
                  <a:pt x="168563" y="446494"/>
                </a:lnTo>
                <a:lnTo>
                  <a:pt x="168752" y="457255"/>
                </a:lnTo>
                <a:lnTo>
                  <a:pt x="164328" y="464617"/>
                </a:lnTo>
                <a:lnTo>
                  <a:pt x="160215" y="465706"/>
                </a:lnTo>
                <a:lnTo>
                  <a:pt x="143242" y="466763"/>
                </a:lnTo>
                <a:lnTo>
                  <a:pt x="140628" y="467500"/>
                </a:lnTo>
                <a:lnTo>
                  <a:pt x="138068" y="469478"/>
                </a:lnTo>
                <a:lnTo>
                  <a:pt x="134126" y="476847"/>
                </a:lnTo>
                <a:lnTo>
                  <a:pt x="133489" y="484681"/>
                </a:lnTo>
                <a:lnTo>
                  <a:pt x="134041" y="489535"/>
                </a:lnTo>
                <a:lnTo>
                  <a:pt x="136341" y="491600"/>
                </a:lnTo>
                <a:lnTo>
                  <a:pt x="142286" y="492385"/>
                </a:lnTo>
                <a:lnTo>
                  <a:pt x="159620" y="490172"/>
                </a:lnTo>
                <a:lnTo>
                  <a:pt x="165237" y="485103"/>
                </a:lnTo>
                <a:lnTo>
                  <a:pt x="166843" y="478612"/>
                </a:lnTo>
                <a:lnTo>
                  <a:pt x="169522" y="473149"/>
                </a:lnTo>
                <a:lnTo>
                  <a:pt x="170623" y="461286"/>
                </a:lnTo>
                <a:lnTo>
                  <a:pt x="173297" y="456496"/>
                </a:lnTo>
                <a:lnTo>
                  <a:pt x="176967" y="444211"/>
                </a:lnTo>
                <a:lnTo>
                  <a:pt x="178361" y="434657"/>
                </a:lnTo>
                <a:lnTo>
                  <a:pt x="181205" y="428791"/>
                </a:lnTo>
                <a:lnTo>
                  <a:pt x="182264" y="419262"/>
                </a:lnTo>
                <a:lnTo>
                  <a:pt x="185170" y="410878"/>
                </a:lnTo>
                <a:lnTo>
                  <a:pt x="186733" y="399976"/>
                </a:lnTo>
                <a:lnTo>
                  <a:pt x="189295" y="393625"/>
                </a:lnTo>
                <a:lnTo>
                  <a:pt x="190449" y="387380"/>
                </a:lnTo>
                <a:lnTo>
                  <a:pt x="192864" y="382223"/>
                </a:lnTo>
                <a:lnTo>
                  <a:pt x="194988" y="372694"/>
                </a:lnTo>
                <a:lnTo>
                  <a:pt x="196895" y="369667"/>
                </a:lnTo>
                <a:lnTo>
                  <a:pt x="199006" y="368545"/>
                </a:lnTo>
                <a:lnTo>
                  <a:pt x="205984" y="367491"/>
                </a:lnTo>
                <a:lnTo>
                  <a:pt x="214731" y="367470"/>
                </a:lnTo>
                <a:lnTo>
                  <a:pt x="219124" y="365449"/>
                </a:lnTo>
                <a:lnTo>
                  <a:pt x="223045" y="355834"/>
                </a:lnTo>
                <a:lnTo>
                  <a:pt x="224344" y="345406"/>
                </a:lnTo>
                <a:lnTo>
                  <a:pt x="220004" y="341584"/>
                </a:lnTo>
                <a:lnTo>
                  <a:pt x="214927" y="339890"/>
                </a:lnTo>
                <a:lnTo>
                  <a:pt x="204842" y="341474"/>
                </a:lnTo>
                <a:lnTo>
                  <a:pt x="197087" y="345118"/>
                </a:lnTo>
                <a:lnTo>
                  <a:pt x="192987" y="353747"/>
                </a:lnTo>
                <a:lnTo>
                  <a:pt x="191959" y="364323"/>
                </a:lnTo>
                <a:lnTo>
                  <a:pt x="189072" y="370928"/>
                </a:lnTo>
                <a:lnTo>
                  <a:pt x="188143" y="381103"/>
                </a:lnTo>
                <a:lnTo>
                  <a:pt x="185114" y="385492"/>
                </a:lnTo>
                <a:lnTo>
                  <a:pt x="184388" y="394165"/>
                </a:lnTo>
                <a:lnTo>
                  <a:pt x="181279" y="398973"/>
                </a:lnTo>
                <a:lnTo>
                  <a:pt x="180116" y="406329"/>
                </a:lnTo>
                <a:lnTo>
                  <a:pt x="178448" y="407702"/>
                </a:lnTo>
                <a:lnTo>
                  <a:pt x="176536" y="406812"/>
                </a:lnTo>
                <a:lnTo>
                  <a:pt x="174852" y="404628"/>
                </a:lnTo>
                <a:lnTo>
                  <a:pt x="173740" y="400672"/>
                </a:lnTo>
                <a:lnTo>
                  <a:pt x="170796" y="396219"/>
                </a:lnTo>
                <a:lnTo>
                  <a:pt x="150480" y="352227"/>
                </a:lnTo>
                <a:lnTo>
                  <a:pt x="151024" y="349180"/>
                </a:lnTo>
                <a:lnTo>
                  <a:pt x="157414" y="344994"/>
                </a:lnTo>
                <a:lnTo>
                  <a:pt x="159040" y="342962"/>
                </a:lnTo>
                <a:lnTo>
                  <a:pt x="158974" y="341510"/>
                </a:lnTo>
                <a:lnTo>
                  <a:pt x="156563" y="340519"/>
                </a:lnTo>
                <a:lnTo>
                  <a:pt x="149445" y="340069"/>
                </a:lnTo>
                <a:lnTo>
                  <a:pt x="111917" y="340482"/>
                </a:lnTo>
                <a:close/>
                <a:moveTo>
                  <a:pt x="540548" y="340580"/>
                </a:moveTo>
                <a:lnTo>
                  <a:pt x="539722" y="342210"/>
                </a:lnTo>
                <a:lnTo>
                  <a:pt x="540263" y="343231"/>
                </a:lnTo>
                <a:lnTo>
                  <a:pt x="549442" y="349598"/>
                </a:lnTo>
                <a:lnTo>
                  <a:pt x="550545" y="351513"/>
                </a:lnTo>
                <a:lnTo>
                  <a:pt x="550974" y="393416"/>
                </a:lnTo>
                <a:lnTo>
                  <a:pt x="550791" y="480191"/>
                </a:lnTo>
                <a:lnTo>
                  <a:pt x="546756" y="483422"/>
                </a:lnTo>
                <a:lnTo>
                  <a:pt x="540551" y="486401"/>
                </a:lnTo>
                <a:lnTo>
                  <a:pt x="539846" y="488152"/>
                </a:lnTo>
                <a:lnTo>
                  <a:pt x="540407" y="489723"/>
                </a:lnTo>
                <a:lnTo>
                  <a:pt x="546347" y="490472"/>
                </a:lnTo>
                <a:lnTo>
                  <a:pt x="576496" y="490258"/>
                </a:lnTo>
                <a:lnTo>
                  <a:pt x="586839" y="489695"/>
                </a:lnTo>
                <a:lnTo>
                  <a:pt x="588346" y="488592"/>
                </a:lnTo>
                <a:lnTo>
                  <a:pt x="587070" y="486334"/>
                </a:lnTo>
                <a:lnTo>
                  <a:pt x="577799" y="480402"/>
                </a:lnTo>
                <a:lnTo>
                  <a:pt x="576615" y="475884"/>
                </a:lnTo>
                <a:lnTo>
                  <a:pt x="575909" y="446033"/>
                </a:lnTo>
                <a:lnTo>
                  <a:pt x="576476" y="424522"/>
                </a:lnTo>
                <a:lnTo>
                  <a:pt x="577836" y="420628"/>
                </a:lnTo>
                <a:lnTo>
                  <a:pt x="582661" y="419205"/>
                </a:lnTo>
                <a:lnTo>
                  <a:pt x="591712" y="420667"/>
                </a:lnTo>
                <a:lnTo>
                  <a:pt x="598921" y="425757"/>
                </a:lnTo>
                <a:lnTo>
                  <a:pt x="606130" y="433847"/>
                </a:lnTo>
                <a:lnTo>
                  <a:pt x="613515" y="447982"/>
                </a:lnTo>
                <a:lnTo>
                  <a:pt x="617543" y="460825"/>
                </a:lnTo>
                <a:lnTo>
                  <a:pt x="617611" y="478578"/>
                </a:lnTo>
                <a:lnTo>
                  <a:pt x="616379" y="481353"/>
                </a:lnTo>
                <a:lnTo>
                  <a:pt x="613474" y="484075"/>
                </a:lnTo>
                <a:lnTo>
                  <a:pt x="605742" y="486744"/>
                </a:lnTo>
                <a:lnTo>
                  <a:pt x="605762" y="489212"/>
                </a:lnTo>
                <a:lnTo>
                  <a:pt x="609110" y="490077"/>
                </a:lnTo>
                <a:lnTo>
                  <a:pt x="618760" y="490383"/>
                </a:lnTo>
                <a:lnTo>
                  <a:pt x="646446" y="490428"/>
                </a:lnTo>
                <a:lnTo>
                  <a:pt x="654245" y="489634"/>
                </a:lnTo>
                <a:lnTo>
                  <a:pt x="654915" y="488629"/>
                </a:lnTo>
                <a:lnTo>
                  <a:pt x="654526" y="486556"/>
                </a:lnTo>
                <a:lnTo>
                  <a:pt x="648669" y="483733"/>
                </a:lnTo>
                <a:lnTo>
                  <a:pt x="645283" y="479467"/>
                </a:lnTo>
                <a:lnTo>
                  <a:pt x="642100" y="465089"/>
                </a:lnTo>
                <a:lnTo>
                  <a:pt x="639426" y="458190"/>
                </a:lnTo>
                <a:lnTo>
                  <a:pt x="637846" y="451223"/>
                </a:lnTo>
                <a:lnTo>
                  <a:pt x="629803" y="436258"/>
                </a:lnTo>
                <a:lnTo>
                  <a:pt x="617323" y="424057"/>
                </a:lnTo>
                <a:lnTo>
                  <a:pt x="607275" y="417551"/>
                </a:lnTo>
                <a:lnTo>
                  <a:pt x="606201" y="415232"/>
                </a:lnTo>
                <a:lnTo>
                  <a:pt x="607899" y="412471"/>
                </a:lnTo>
                <a:lnTo>
                  <a:pt x="613448" y="411141"/>
                </a:lnTo>
                <a:lnTo>
                  <a:pt x="621808" y="404366"/>
                </a:lnTo>
                <a:lnTo>
                  <a:pt x="627470" y="398490"/>
                </a:lnTo>
                <a:lnTo>
                  <a:pt x="633888" y="390058"/>
                </a:lnTo>
                <a:lnTo>
                  <a:pt x="635346" y="385471"/>
                </a:lnTo>
                <a:lnTo>
                  <a:pt x="638086" y="380568"/>
                </a:lnTo>
                <a:lnTo>
                  <a:pt x="641803" y="368789"/>
                </a:lnTo>
                <a:lnTo>
                  <a:pt x="644406" y="352018"/>
                </a:lnTo>
                <a:lnTo>
                  <a:pt x="646211" y="349467"/>
                </a:lnTo>
                <a:lnTo>
                  <a:pt x="652726" y="345028"/>
                </a:lnTo>
                <a:lnTo>
                  <a:pt x="653873" y="343197"/>
                </a:lnTo>
                <a:lnTo>
                  <a:pt x="653404" y="341291"/>
                </a:lnTo>
                <a:lnTo>
                  <a:pt x="650808" y="339989"/>
                </a:lnTo>
                <a:lnTo>
                  <a:pt x="640276" y="339777"/>
                </a:lnTo>
                <a:lnTo>
                  <a:pt x="611478" y="340284"/>
                </a:lnTo>
                <a:lnTo>
                  <a:pt x="605611" y="341210"/>
                </a:lnTo>
                <a:lnTo>
                  <a:pt x="605742" y="342957"/>
                </a:lnTo>
                <a:lnTo>
                  <a:pt x="616189" y="349736"/>
                </a:lnTo>
                <a:lnTo>
                  <a:pt x="617574" y="352141"/>
                </a:lnTo>
                <a:lnTo>
                  <a:pt x="617795" y="369894"/>
                </a:lnTo>
                <a:lnTo>
                  <a:pt x="613417" y="383773"/>
                </a:lnTo>
                <a:lnTo>
                  <a:pt x="609393" y="392404"/>
                </a:lnTo>
                <a:lnTo>
                  <a:pt x="600562" y="404947"/>
                </a:lnTo>
                <a:lnTo>
                  <a:pt x="592576" y="410166"/>
                </a:lnTo>
                <a:lnTo>
                  <a:pt x="582699" y="410907"/>
                </a:lnTo>
                <a:lnTo>
                  <a:pt x="578390" y="410318"/>
                </a:lnTo>
                <a:lnTo>
                  <a:pt x="576596" y="408293"/>
                </a:lnTo>
                <a:lnTo>
                  <a:pt x="576596" y="356782"/>
                </a:lnTo>
                <a:lnTo>
                  <a:pt x="578744" y="350832"/>
                </a:lnTo>
                <a:lnTo>
                  <a:pt x="586506" y="345006"/>
                </a:lnTo>
                <a:lnTo>
                  <a:pt x="588136" y="343133"/>
                </a:lnTo>
                <a:lnTo>
                  <a:pt x="588383" y="341567"/>
                </a:lnTo>
                <a:lnTo>
                  <a:pt x="586261" y="340484"/>
                </a:lnTo>
                <a:lnTo>
                  <a:pt x="578937" y="339985"/>
                </a:lnTo>
                <a:lnTo>
                  <a:pt x="546437" y="339751"/>
                </a:lnTo>
                <a:lnTo>
                  <a:pt x="540548" y="340580"/>
                </a:lnTo>
                <a:close/>
                <a:moveTo>
                  <a:pt x="818095" y="340236"/>
                </a:moveTo>
                <a:lnTo>
                  <a:pt x="816353" y="341765"/>
                </a:lnTo>
                <a:lnTo>
                  <a:pt x="817037" y="344604"/>
                </a:lnTo>
                <a:lnTo>
                  <a:pt x="823616" y="349642"/>
                </a:lnTo>
                <a:lnTo>
                  <a:pt x="826121" y="352645"/>
                </a:lnTo>
                <a:lnTo>
                  <a:pt x="826700" y="465437"/>
                </a:lnTo>
                <a:lnTo>
                  <a:pt x="825978" y="480038"/>
                </a:lnTo>
                <a:lnTo>
                  <a:pt x="822798" y="483729"/>
                </a:lnTo>
                <a:lnTo>
                  <a:pt x="817241" y="486254"/>
                </a:lnTo>
                <a:lnTo>
                  <a:pt x="816006" y="488213"/>
                </a:lnTo>
                <a:lnTo>
                  <a:pt x="817159" y="489744"/>
                </a:lnTo>
                <a:lnTo>
                  <a:pt x="822156" y="490208"/>
                </a:lnTo>
                <a:lnTo>
                  <a:pt x="861529" y="489843"/>
                </a:lnTo>
                <a:lnTo>
                  <a:pt x="862902" y="488581"/>
                </a:lnTo>
                <a:lnTo>
                  <a:pt x="862408" y="487088"/>
                </a:lnTo>
                <a:lnTo>
                  <a:pt x="856654" y="483823"/>
                </a:lnTo>
                <a:lnTo>
                  <a:pt x="852172" y="477876"/>
                </a:lnTo>
                <a:lnTo>
                  <a:pt x="852122" y="355608"/>
                </a:lnTo>
                <a:lnTo>
                  <a:pt x="855980" y="349755"/>
                </a:lnTo>
                <a:lnTo>
                  <a:pt x="861747" y="346551"/>
                </a:lnTo>
                <a:lnTo>
                  <a:pt x="866570" y="346445"/>
                </a:lnTo>
                <a:lnTo>
                  <a:pt x="876053" y="348883"/>
                </a:lnTo>
                <a:lnTo>
                  <a:pt x="885338" y="358252"/>
                </a:lnTo>
                <a:lnTo>
                  <a:pt x="889040" y="366098"/>
                </a:lnTo>
                <a:lnTo>
                  <a:pt x="890787" y="374732"/>
                </a:lnTo>
                <a:lnTo>
                  <a:pt x="892096" y="375652"/>
                </a:lnTo>
                <a:lnTo>
                  <a:pt x="895354" y="375616"/>
                </a:lnTo>
                <a:lnTo>
                  <a:pt x="897602" y="373631"/>
                </a:lnTo>
                <a:lnTo>
                  <a:pt x="899775" y="362267"/>
                </a:lnTo>
                <a:lnTo>
                  <a:pt x="902921" y="354180"/>
                </a:lnTo>
                <a:lnTo>
                  <a:pt x="906149" y="348866"/>
                </a:lnTo>
                <a:lnTo>
                  <a:pt x="906422" y="345006"/>
                </a:lnTo>
                <a:lnTo>
                  <a:pt x="903786" y="340938"/>
                </a:lnTo>
                <a:lnTo>
                  <a:pt x="899826" y="340193"/>
                </a:lnTo>
                <a:lnTo>
                  <a:pt x="818095" y="340236"/>
                </a:lnTo>
                <a:close/>
                <a:moveTo>
                  <a:pt x="1165914" y="340236"/>
                </a:moveTo>
                <a:lnTo>
                  <a:pt x="1163159" y="341614"/>
                </a:lnTo>
                <a:lnTo>
                  <a:pt x="1163177" y="343927"/>
                </a:lnTo>
                <a:lnTo>
                  <a:pt x="1170229" y="350452"/>
                </a:lnTo>
                <a:lnTo>
                  <a:pt x="1171930" y="354613"/>
                </a:lnTo>
                <a:lnTo>
                  <a:pt x="1170250" y="370889"/>
                </a:lnTo>
                <a:lnTo>
                  <a:pt x="1167090" y="376806"/>
                </a:lnTo>
                <a:lnTo>
                  <a:pt x="1166006" y="386865"/>
                </a:lnTo>
                <a:lnTo>
                  <a:pt x="1162307" y="393993"/>
                </a:lnTo>
                <a:lnTo>
                  <a:pt x="1161260" y="402512"/>
                </a:lnTo>
                <a:lnTo>
                  <a:pt x="1154945" y="426058"/>
                </a:lnTo>
                <a:lnTo>
                  <a:pt x="1153781" y="436898"/>
                </a:lnTo>
                <a:lnTo>
                  <a:pt x="1147119" y="458084"/>
                </a:lnTo>
                <a:lnTo>
                  <a:pt x="1142424" y="480036"/>
                </a:lnTo>
                <a:lnTo>
                  <a:pt x="1140502" y="483454"/>
                </a:lnTo>
                <a:lnTo>
                  <a:pt x="1138534" y="484869"/>
                </a:lnTo>
                <a:lnTo>
                  <a:pt x="1120768" y="485844"/>
                </a:lnTo>
                <a:lnTo>
                  <a:pt x="1119140" y="486538"/>
                </a:lnTo>
                <a:lnTo>
                  <a:pt x="1118472" y="487797"/>
                </a:lnTo>
                <a:lnTo>
                  <a:pt x="1119156" y="493795"/>
                </a:lnTo>
                <a:lnTo>
                  <a:pt x="1125681" y="506586"/>
                </a:lnTo>
                <a:lnTo>
                  <a:pt x="1127004" y="515457"/>
                </a:lnTo>
                <a:lnTo>
                  <a:pt x="1130255" y="518980"/>
                </a:lnTo>
                <a:lnTo>
                  <a:pt x="1132016" y="519658"/>
                </a:lnTo>
                <a:lnTo>
                  <a:pt x="1133394" y="519168"/>
                </a:lnTo>
                <a:lnTo>
                  <a:pt x="1136867" y="507401"/>
                </a:lnTo>
                <a:lnTo>
                  <a:pt x="1143118" y="496311"/>
                </a:lnTo>
                <a:lnTo>
                  <a:pt x="1149191" y="490610"/>
                </a:lnTo>
                <a:lnTo>
                  <a:pt x="1221413" y="490828"/>
                </a:lnTo>
                <a:lnTo>
                  <a:pt x="1227014" y="495660"/>
                </a:lnTo>
                <a:lnTo>
                  <a:pt x="1231803" y="503016"/>
                </a:lnTo>
                <a:lnTo>
                  <a:pt x="1232949" y="508482"/>
                </a:lnTo>
                <a:lnTo>
                  <a:pt x="1235748" y="513876"/>
                </a:lnTo>
                <a:lnTo>
                  <a:pt x="1237027" y="518418"/>
                </a:lnTo>
                <a:lnTo>
                  <a:pt x="1238098" y="519989"/>
                </a:lnTo>
                <a:lnTo>
                  <a:pt x="1239487" y="520204"/>
                </a:lnTo>
                <a:lnTo>
                  <a:pt x="1241267" y="518678"/>
                </a:lnTo>
                <a:lnTo>
                  <a:pt x="1243204" y="514859"/>
                </a:lnTo>
                <a:lnTo>
                  <a:pt x="1245974" y="503164"/>
                </a:lnTo>
                <a:lnTo>
                  <a:pt x="1252587" y="488574"/>
                </a:lnTo>
                <a:lnTo>
                  <a:pt x="1251257" y="486443"/>
                </a:lnTo>
                <a:lnTo>
                  <a:pt x="1249539" y="485669"/>
                </a:lnTo>
                <a:lnTo>
                  <a:pt x="1234882" y="485077"/>
                </a:lnTo>
                <a:lnTo>
                  <a:pt x="1231558" y="482671"/>
                </a:lnTo>
                <a:lnTo>
                  <a:pt x="1229994" y="479956"/>
                </a:lnTo>
                <a:lnTo>
                  <a:pt x="1225014" y="458664"/>
                </a:lnTo>
                <a:lnTo>
                  <a:pt x="1222323" y="452166"/>
                </a:lnTo>
                <a:lnTo>
                  <a:pt x="1217507" y="427323"/>
                </a:lnTo>
                <a:lnTo>
                  <a:pt x="1214588" y="418855"/>
                </a:lnTo>
                <a:lnTo>
                  <a:pt x="1213039" y="409750"/>
                </a:lnTo>
                <a:lnTo>
                  <a:pt x="1210678" y="403405"/>
                </a:lnTo>
                <a:lnTo>
                  <a:pt x="1209324" y="393304"/>
                </a:lnTo>
                <a:lnTo>
                  <a:pt x="1206572" y="386046"/>
                </a:lnTo>
                <a:lnTo>
                  <a:pt x="1205378" y="377588"/>
                </a:lnTo>
                <a:lnTo>
                  <a:pt x="1202604" y="369069"/>
                </a:lnTo>
                <a:lnTo>
                  <a:pt x="1201303" y="359257"/>
                </a:lnTo>
                <a:lnTo>
                  <a:pt x="1198831" y="352341"/>
                </a:lnTo>
                <a:lnTo>
                  <a:pt x="1200562" y="349215"/>
                </a:lnTo>
                <a:lnTo>
                  <a:pt x="1207623" y="343519"/>
                </a:lnTo>
                <a:lnTo>
                  <a:pt x="1208148" y="341355"/>
                </a:lnTo>
                <a:lnTo>
                  <a:pt x="1206640" y="340186"/>
                </a:lnTo>
                <a:lnTo>
                  <a:pt x="1202125" y="339932"/>
                </a:lnTo>
                <a:lnTo>
                  <a:pt x="1165914" y="340236"/>
                </a:lnTo>
                <a:close/>
                <a:moveTo>
                  <a:pt x="1176896" y="372196"/>
                </a:moveTo>
                <a:lnTo>
                  <a:pt x="1180885" y="384852"/>
                </a:lnTo>
                <a:lnTo>
                  <a:pt x="1182005" y="394055"/>
                </a:lnTo>
                <a:lnTo>
                  <a:pt x="1184769" y="400469"/>
                </a:lnTo>
                <a:lnTo>
                  <a:pt x="1186142" y="411050"/>
                </a:lnTo>
                <a:lnTo>
                  <a:pt x="1192532" y="430762"/>
                </a:lnTo>
                <a:lnTo>
                  <a:pt x="1193762" y="442537"/>
                </a:lnTo>
                <a:lnTo>
                  <a:pt x="1196483" y="450397"/>
                </a:lnTo>
                <a:lnTo>
                  <a:pt x="1197610" y="458138"/>
                </a:lnTo>
                <a:lnTo>
                  <a:pt x="1200464" y="466573"/>
                </a:lnTo>
                <a:lnTo>
                  <a:pt x="1203404" y="481394"/>
                </a:lnTo>
                <a:lnTo>
                  <a:pt x="1202109" y="483589"/>
                </a:lnTo>
                <a:lnTo>
                  <a:pt x="1199499" y="485066"/>
                </a:lnTo>
                <a:lnTo>
                  <a:pt x="1151291" y="484555"/>
                </a:lnTo>
                <a:lnTo>
                  <a:pt x="1147807" y="481167"/>
                </a:lnTo>
                <a:lnTo>
                  <a:pt x="1147103" y="477965"/>
                </a:lnTo>
                <a:lnTo>
                  <a:pt x="1149857" y="470796"/>
                </a:lnTo>
                <a:lnTo>
                  <a:pt x="1151245" y="462733"/>
                </a:lnTo>
                <a:lnTo>
                  <a:pt x="1153558" y="456522"/>
                </a:lnTo>
                <a:lnTo>
                  <a:pt x="1154852" y="445608"/>
                </a:lnTo>
                <a:lnTo>
                  <a:pt x="1157579" y="438332"/>
                </a:lnTo>
                <a:lnTo>
                  <a:pt x="1158810" y="430900"/>
                </a:lnTo>
                <a:lnTo>
                  <a:pt x="1162047" y="424091"/>
                </a:lnTo>
                <a:lnTo>
                  <a:pt x="1163156" y="411844"/>
                </a:lnTo>
                <a:lnTo>
                  <a:pt x="1166091" y="405726"/>
                </a:lnTo>
                <a:lnTo>
                  <a:pt x="1170906" y="378124"/>
                </a:lnTo>
                <a:lnTo>
                  <a:pt x="1173682" y="371982"/>
                </a:lnTo>
                <a:lnTo>
                  <a:pt x="1175608" y="371312"/>
                </a:lnTo>
                <a:lnTo>
                  <a:pt x="1176896" y="372196"/>
                </a:lnTo>
                <a:close/>
                <a:moveTo>
                  <a:pt x="1262632" y="340334"/>
                </a:moveTo>
                <a:lnTo>
                  <a:pt x="1261305" y="341746"/>
                </a:lnTo>
                <a:lnTo>
                  <a:pt x="1261803" y="343404"/>
                </a:lnTo>
                <a:lnTo>
                  <a:pt x="1272979" y="351310"/>
                </a:lnTo>
                <a:lnTo>
                  <a:pt x="1276026" y="354889"/>
                </a:lnTo>
                <a:lnTo>
                  <a:pt x="1278845" y="360030"/>
                </a:lnTo>
                <a:lnTo>
                  <a:pt x="1280575" y="365782"/>
                </a:lnTo>
                <a:lnTo>
                  <a:pt x="1287096" y="377073"/>
                </a:lnTo>
                <a:lnTo>
                  <a:pt x="1296738" y="399979"/>
                </a:lnTo>
                <a:lnTo>
                  <a:pt x="1302514" y="410595"/>
                </a:lnTo>
                <a:lnTo>
                  <a:pt x="1320445" y="448937"/>
                </a:lnTo>
                <a:lnTo>
                  <a:pt x="1320880" y="451170"/>
                </a:lnTo>
                <a:lnTo>
                  <a:pt x="1319540" y="458415"/>
                </a:lnTo>
                <a:lnTo>
                  <a:pt x="1320033" y="460346"/>
                </a:lnTo>
                <a:lnTo>
                  <a:pt x="1320926" y="460299"/>
                </a:lnTo>
                <a:lnTo>
                  <a:pt x="1323068" y="457292"/>
                </a:lnTo>
                <a:lnTo>
                  <a:pt x="1322925" y="449874"/>
                </a:lnTo>
                <a:lnTo>
                  <a:pt x="1326324" y="444931"/>
                </a:lnTo>
                <a:lnTo>
                  <a:pt x="1329119" y="433211"/>
                </a:lnTo>
                <a:lnTo>
                  <a:pt x="1331747" y="426809"/>
                </a:lnTo>
                <a:lnTo>
                  <a:pt x="1332381" y="421096"/>
                </a:lnTo>
                <a:lnTo>
                  <a:pt x="1335013" y="414315"/>
                </a:lnTo>
                <a:lnTo>
                  <a:pt x="1336457" y="404291"/>
                </a:lnTo>
                <a:lnTo>
                  <a:pt x="1339350" y="396720"/>
                </a:lnTo>
                <a:lnTo>
                  <a:pt x="1340415" y="387727"/>
                </a:lnTo>
                <a:lnTo>
                  <a:pt x="1342982" y="382531"/>
                </a:lnTo>
                <a:lnTo>
                  <a:pt x="1345407" y="372904"/>
                </a:lnTo>
                <a:lnTo>
                  <a:pt x="1347467" y="369924"/>
                </a:lnTo>
                <a:lnTo>
                  <a:pt x="1349519" y="368546"/>
                </a:lnTo>
                <a:lnTo>
                  <a:pt x="1366608" y="366196"/>
                </a:lnTo>
                <a:lnTo>
                  <a:pt x="1369985" y="364542"/>
                </a:lnTo>
                <a:lnTo>
                  <a:pt x="1371597" y="361197"/>
                </a:lnTo>
                <a:lnTo>
                  <a:pt x="1374012" y="351616"/>
                </a:lnTo>
                <a:lnTo>
                  <a:pt x="1373854" y="346179"/>
                </a:lnTo>
                <a:lnTo>
                  <a:pt x="1369876" y="341382"/>
                </a:lnTo>
                <a:lnTo>
                  <a:pt x="1364354" y="339946"/>
                </a:lnTo>
                <a:lnTo>
                  <a:pt x="1357154" y="341182"/>
                </a:lnTo>
                <a:lnTo>
                  <a:pt x="1349346" y="343773"/>
                </a:lnTo>
                <a:lnTo>
                  <a:pt x="1347474" y="345135"/>
                </a:lnTo>
                <a:lnTo>
                  <a:pt x="1343708" y="354369"/>
                </a:lnTo>
                <a:lnTo>
                  <a:pt x="1338442" y="380620"/>
                </a:lnTo>
                <a:lnTo>
                  <a:pt x="1335681" y="387376"/>
                </a:lnTo>
                <a:lnTo>
                  <a:pt x="1334089" y="397956"/>
                </a:lnTo>
                <a:lnTo>
                  <a:pt x="1331124" y="405901"/>
                </a:lnTo>
                <a:lnTo>
                  <a:pt x="1328872" y="407418"/>
                </a:lnTo>
                <a:lnTo>
                  <a:pt x="1326196" y="406350"/>
                </a:lnTo>
                <a:lnTo>
                  <a:pt x="1324796" y="404801"/>
                </a:lnTo>
                <a:lnTo>
                  <a:pt x="1313133" y="381042"/>
                </a:lnTo>
                <a:lnTo>
                  <a:pt x="1311595" y="375632"/>
                </a:lnTo>
                <a:lnTo>
                  <a:pt x="1303329" y="357460"/>
                </a:lnTo>
                <a:lnTo>
                  <a:pt x="1300998" y="353803"/>
                </a:lnTo>
                <a:lnTo>
                  <a:pt x="1301086" y="350777"/>
                </a:lnTo>
                <a:lnTo>
                  <a:pt x="1306697" y="343574"/>
                </a:lnTo>
                <a:lnTo>
                  <a:pt x="1306253" y="341388"/>
                </a:lnTo>
                <a:lnTo>
                  <a:pt x="1304103" y="340592"/>
                </a:lnTo>
                <a:lnTo>
                  <a:pt x="1290359" y="339894"/>
                </a:lnTo>
                <a:lnTo>
                  <a:pt x="1262632" y="340334"/>
                </a:lnTo>
                <a:close/>
                <a:moveTo>
                  <a:pt x="1401405" y="340433"/>
                </a:moveTo>
                <a:lnTo>
                  <a:pt x="1400125" y="342304"/>
                </a:lnTo>
                <a:lnTo>
                  <a:pt x="1400954" y="343984"/>
                </a:lnTo>
                <a:lnTo>
                  <a:pt x="1411820" y="350657"/>
                </a:lnTo>
                <a:lnTo>
                  <a:pt x="1416689" y="357804"/>
                </a:lnTo>
                <a:lnTo>
                  <a:pt x="1421463" y="367230"/>
                </a:lnTo>
                <a:lnTo>
                  <a:pt x="1426458" y="380334"/>
                </a:lnTo>
                <a:lnTo>
                  <a:pt x="1436590" y="399923"/>
                </a:lnTo>
                <a:lnTo>
                  <a:pt x="1438197" y="405184"/>
                </a:lnTo>
                <a:lnTo>
                  <a:pt x="1441206" y="409618"/>
                </a:lnTo>
                <a:lnTo>
                  <a:pt x="1442125" y="413193"/>
                </a:lnTo>
                <a:lnTo>
                  <a:pt x="1445075" y="418651"/>
                </a:lnTo>
                <a:lnTo>
                  <a:pt x="1445424" y="422888"/>
                </a:lnTo>
                <a:lnTo>
                  <a:pt x="1444061" y="428534"/>
                </a:lnTo>
                <a:lnTo>
                  <a:pt x="1419411" y="476833"/>
                </a:lnTo>
                <a:lnTo>
                  <a:pt x="1416465" y="480058"/>
                </a:lnTo>
                <a:lnTo>
                  <a:pt x="1412652" y="482588"/>
                </a:lnTo>
                <a:lnTo>
                  <a:pt x="1408111" y="484336"/>
                </a:lnTo>
                <a:lnTo>
                  <a:pt x="1398609" y="486029"/>
                </a:lnTo>
                <a:lnTo>
                  <a:pt x="1396567" y="487430"/>
                </a:lnTo>
                <a:lnTo>
                  <a:pt x="1396625" y="488570"/>
                </a:lnTo>
                <a:lnTo>
                  <a:pt x="1398811" y="490206"/>
                </a:lnTo>
                <a:lnTo>
                  <a:pt x="1403816" y="490577"/>
                </a:lnTo>
                <a:lnTo>
                  <a:pt x="1431392" y="490312"/>
                </a:lnTo>
                <a:lnTo>
                  <a:pt x="1438893" y="489095"/>
                </a:lnTo>
                <a:lnTo>
                  <a:pt x="1438785" y="486783"/>
                </a:lnTo>
                <a:lnTo>
                  <a:pt x="1432677" y="483973"/>
                </a:lnTo>
                <a:lnTo>
                  <a:pt x="1430533" y="481951"/>
                </a:lnTo>
                <a:lnTo>
                  <a:pt x="1429560" y="479052"/>
                </a:lnTo>
                <a:lnTo>
                  <a:pt x="1429830" y="473155"/>
                </a:lnTo>
                <a:lnTo>
                  <a:pt x="1444423" y="444475"/>
                </a:lnTo>
                <a:lnTo>
                  <a:pt x="1448775" y="437847"/>
                </a:lnTo>
                <a:lnTo>
                  <a:pt x="1451192" y="435772"/>
                </a:lnTo>
                <a:lnTo>
                  <a:pt x="1453342" y="437350"/>
                </a:lnTo>
                <a:lnTo>
                  <a:pt x="1460474" y="451190"/>
                </a:lnTo>
                <a:lnTo>
                  <a:pt x="1468083" y="466529"/>
                </a:lnTo>
                <a:lnTo>
                  <a:pt x="1472485" y="477719"/>
                </a:lnTo>
                <a:lnTo>
                  <a:pt x="1472330" y="481816"/>
                </a:lnTo>
                <a:lnTo>
                  <a:pt x="1465584" y="486999"/>
                </a:lnTo>
                <a:lnTo>
                  <a:pt x="1465771" y="489345"/>
                </a:lnTo>
                <a:lnTo>
                  <a:pt x="1469234" y="490231"/>
                </a:lnTo>
                <a:lnTo>
                  <a:pt x="1483075" y="490431"/>
                </a:lnTo>
                <a:lnTo>
                  <a:pt x="1506963" y="490278"/>
                </a:lnTo>
                <a:lnTo>
                  <a:pt x="1512806" y="489469"/>
                </a:lnTo>
                <a:lnTo>
                  <a:pt x="1513628" y="488174"/>
                </a:lnTo>
                <a:lnTo>
                  <a:pt x="1513293" y="486987"/>
                </a:lnTo>
                <a:lnTo>
                  <a:pt x="1504119" y="483078"/>
                </a:lnTo>
                <a:lnTo>
                  <a:pt x="1497913" y="476341"/>
                </a:lnTo>
                <a:lnTo>
                  <a:pt x="1482624" y="445821"/>
                </a:lnTo>
                <a:lnTo>
                  <a:pt x="1481220" y="439914"/>
                </a:lnTo>
                <a:lnTo>
                  <a:pt x="1470872" y="420278"/>
                </a:lnTo>
                <a:lnTo>
                  <a:pt x="1466700" y="410722"/>
                </a:lnTo>
                <a:lnTo>
                  <a:pt x="1465695" y="405923"/>
                </a:lnTo>
                <a:lnTo>
                  <a:pt x="1466676" y="400174"/>
                </a:lnTo>
                <a:lnTo>
                  <a:pt x="1474896" y="383882"/>
                </a:lnTo>
                <a:lnTo>
                  <a:pt x="1483302" y="370666"/>
                </a:lnTo>
                <a:lnTo>
                  <a:pt x="1487021" y="368649"/>
                </a:lnTo>
                <a:lnTo>
                  <a:pt x="1502721" y="366482"/>
                </a:lnTo>
                <a:lnTo>
                  <a:pt x="1508156" y="362321"/>
                </a:lnTo>
                <a:lnTo>
                  <a:pt x="1509225" y="359511"/>
                </a:lnTo>
                <a:lnTo>
                  <a:pt x="1510506" y="349057"/>
                </a:lnTo>
                <a:lnTo>
                  <a:pt x="1509303" y="344700"/>
                </a:lnTo>
                <a:lnTo>
                  <a:pt x="1504027" y="340883"/>
                </a:lnTo>
                <a:lnTo>
                  <a:pt x="1500296" y="339996"/>
                </a:lnTo>
                <a:lnTo>
                  <a:pt x="1486359" y="344557"/>
                </a:lnTo>
                <a:lnTo>
                  <a:pt x="1473771" y="368896"/>
                </a:lnTo>
                <a:lnTo>
                  <a:pt x="1464183" y="389685"/>
                </a:lnTo>
                <a:lnTo>
                  <a:pt x="1462388" y="391507"/>
                </a:lnTo>
                <a:lnTo>
                  <a:pt x="1460598" y="391943"/>
                </a:lnTo>
                <a:lnTo>
                  <a:pt x="1457771" y="390117"/>
                </a:lnTo>
                <a:lnTo>
                  <a:pt x="1454888" y="386125"/>
                </a:lnTo>
                <a:lnTo>
                  <a:pt x="1442915" y="360838"/>
                </a:lnTo>
                <a:lnTo>
                  <a:pt x="1440644" y="351250"/>
                </a:lnTo>
                <a:lnTo>
                  <a:pt x="1445911" y="343543"/>
                </a:lnTo>
                <a:lnTo>
                  <a:pt x="1446291" y="341918"/>
                </a:lnTo>
                <a:lnTo>
                  <a:pt x="1445578" y="340728"/>
                </a:lnTo>
                <a:lnTo>
                  <a:pt x="1423731" y="339934"/>
                </a:lnTo>
                <a:lnTo>
                  <a:pt x="1401405" y="340433"/>
                </a:lnTo>
                <a:close/>
                <a:moveTo>
                  <a:pt x="1600208" y="340137"/>
                </a:moveTo>
                <a:lnTo>
                  <a:pt x="1598084" y="341399"/>
                </a:lnTo>
                <a:lnTo>
                  <a:pt x="1597604" y="342960"/>
                </a:lnTo>
                <a:lnTo>
                  <a:pt x="1601015" y="346415"/>
                </a:lnTo>
                <a:lnTo>
                  <a:pt x="1605812" y="349359"/>
                </a:lnTo>
                <a:lnTo>
                  <a:pt x="1606364" y="350626"/>
                </a:lnTo>
                <a:lnTo>
                  <a:pt x="1605527" y="352051"/>
                </a:lnTo>
                <a:lnTo>
                  <a:pt x="1602166" y="354732"/>
                </a:lnTo>
                <a:lnTo>
                  <a:pt x="1584357" y="364390"/>
                </a:lnTo>
                <a:lnTo>
                  <a:pt x="1565817" y="376083"/>
                </a:lnTo>
                <a:lnTo>
                  <a:pt x="1552695" y="388905"/>
                </a:lnTo>
                <a:lnTo>
                  <a:pt x="1544415" y="402273"/>
                </a:lnTo>
                <a:lnTo>
                  <a:pt x="1543773" y="412799"/>
                </a:lnTo>
                <a:lnTo>
                  <a:pt x="1544265" y="423066"/>
                </a:lnTo>
                <a:lnTo>
                  <a:pt x="1551800" y="433500"/>
                </a:lnTo>
                <a:lnTo>
                  <a:pt x="1544167" y="445196"/>
                </a:lnTo>
                <a:lnTo>
                  <a:pt x="1543822" y="457341"/>
                </a:lnTo>
                <a:lnTo>
                  <a:pt x="1551889" y="468258"/>
                </a:lnTo>
                <a:lnTo>
                  <a:pt x="1552970" y="472275"/>
                </a:lnTo>
                <a:lnTo>
                  <a:pt x="1551002" y="479465"/>
                </a:lnTo>
                <a:lnTo>
                  <a:pt x="1540824" y="487091"/>
                </a:lnTo>
                <a:lnTo>
                  <a:pt x="1540688" y="488553"/>
                </a:lnTo>
                <a:lnTo>
                  <a:pt x="1541914" y="489866"/>
                </a:lnTo>
                <a:lnTo>
                  <a:pt x="1572831" y="490557"/>
                </a:lnTo>
                <a:lnTo>
                  <a:pt x="1583154" y="489746"/>
                </a:lnTo>
                <a:lnTo>
                  <a:pt x="1583230" y="486334"/>
                </a:lnTo>
                <a:lnTo>
                  <a:pt x="1574964" y="483287"/>
                </a:lnTo>
                <a:lnTo>
                  <a:pt x="1571471" y="479359"/>
                </a:lnTo>
                <a:lnTo>
                  <a:pt x="1568586" y="473807"/>
                </a:lnTo>
                <a:lnTo>
                  <a:pt x="1569395" y="468895"/>
                </a:lnTo>
                <a:lnTo>
                  <a:pt x="1576139" y="460670"/>
                </a:lnTo>
                <a:lnTo>
                  <a:pt x="1579966" y="451186"/>
                </a:lnTo>
                <a:lnTo>
                  <a:pt x="1579842" y="447983"/>
                </a:lnTo>
                <a:lnTo>
                  <a:pt x="1576193" y="440297"/>
                </a:lnTo>
                <a:lnTo>
                  <a:pt x="1575565" y="437045"/>
                </a:lnTo>
                <a:lnTo>
                  <a:pt x="1576601" y="435929"/>
                </a:lnTo>
                <a:lnTo>
                  <a:pt x="1589946" y="430242"/>
                </a:lnTo>
                <a:lnTo>
                  <a:pt x="1602879" y="419461"/>
                </a:lnTo>
                <a:lnTo>
                  <a:pt x="1605747" y="418015"/>
                </a:lnTo>
                <a:lnTo>
                  <a:pt x="1607211" y="419797"/>
                </a:lnTo>
                <a:lnTo>
                  <a:pt x="1607693" y="425135"/>
                </a:lnTo>
                <a:lnTo>
                  <a:pt x="1607349" y="479354"/>
                </a:lnTo>
                <a:lnTo>
                  <a:pt x="1602843" y="484270"/>
                </a:lnTo>
                <a:lnTo>
                  <a:pt x="1596379" y="486511"/>
                </a:lnTo>
                <a:lnTo>
                  <a:pt x="1595985" y="488883"/>
                </a:lnTo>
                <a:lnTo>
                  <a:pt x="1597094" y="490023"/>
                </a:lnTo>
                <a:lnTo>
                  <a:pt x="1598728" y="490260"/>
                </a:lnTo>
                <a:lnTo>
                  <a:pt x="1634105" y="490533"/>
                </a:lnTo>
                <a:lnTo>
                  <a:pt x="1641089" y="490454"/>
                </a:lnTo>
                <a:lnTo>
                  <a:pt x="1642856" y="488721"/>
                </a:lnTo>
                <a:lnTo>
                  <a:pt x="1642039" y="485995"/>
                </a:lnTo>
                <a:lnTo>
                  <a:pt x="1637157" y="483960"/>
                </a:lnTo>
                <a:lnTo>
                  <a:pt x="1635188" y="479484"/>
                </a:lnTo>
                <a:lnTo>
                  <a:pt x="1634222" y="468056"/>
                </a:lnTo>
                <a:lnTo>
                  <a:pt x="1633965" y="429721"/>
                </a:lnTo>
                <a:lnTo>
                  <a:pt x="1634940" y="352564"/>
                </a:lnTo>
                <a:lnTo>
                  <a:pt x="1636030" y="349229"/>
                </a:lnTo>
                <a:lnTo>
                  <a:pt x="1643282" y="342595"/>
                </a:lnTo>
                <a:lnTo>
                  <a:pt x="1641307" y="340325"/>
                </a:lnTo>
                <a:lnTo>
                  <a:pt x="1638509" y="339866"/>
                </a:lnTo>
                <a:lnTo>
                  <a:pt x="1600208" y="340137"/>
                </a:lnTo>
                <a:close/>
                <a:moveTo>
                  <a:pt x="1606511" y="361362"/>
                </a:moveTo>
                <a:lnTo>
                  <a:pt x="1608721" y="369686"/>
                </a:lnTo>
                <a:lnTo>
                  <a:pt x="1607527" y="374307"/>
                </a:lnTo>
                <a:lnTo>
                  <a:pt x="1608201" y="386722"/>
                </a:lnTo>
                <a:lnTo>
                  <a:pt x="1606321" y="404704"/>
                </a:lnTo>
                <a:lnTo>
                  <a:pt x="1604477" y="407492"/>
                </a:lnTo>
                <a:lnTo>
                  <a:pt x="1590113" y="422229"/>
                </a:lnTo>
                <a:lnTo>
                  <a:pt x="1575241" y="422229"/>
                </a:lnTo>
                <a:lnTo>
                  <a:pt x="1570102" y="416201"/>
                </a:lnTo>
                <a:lnTo>
                  <a:pt x="1568630" y="412296"/>
                </a:lnTo>
                <a:lnTo>
                  <a:pt x="1568226" y="398178"/>
                </a:lnTo>
                <a:lnTo>
                  <a:pt x="1570070" y="389087"/>
                </a:lnTo>
                <a:lnTo>
                  <a:pt x="1574782" y="381859"/>
                </a:lnTo>
                <a:lnTo>
                  <a:pt x="1586023" y="371491"/>
                </a:lnTo>
                <a:lnTo>
                  <a:pt x="1602079" y="360919"/>
                </a:lnTo>
                <a:lnTo>
                  <a:pt x="1606511" y="361362"/>
                </a:lnTo>
                <a:close/>
                <a:moveTo>
                  <a:pt x="1315620" y="464728"/>
                </a:moveTo>
                <a:lnTo>
                  <a:pt x="1311039" y="465997"/>
                </a:lnTo>
                <a:lnTo>
                  <a:pt x="1294198" y="466784"/>
                </a:lnTo>
                <a:lnTo>
                  <a:pt x="1287486" y="470182"/>
                </a:lnTo>
                <a:lnTo>
                  <a:pt x="1285451" y="472558"/>
                </a:lnTo>
                <a:lnTo>
                  <a:pt x="1284752" y="474900"/>
                </a:lnTo>
                <a:lnTo>
                  <a:pt x="1283914" y="484894"/>
                </a:lnTo>
                <a:lnTo>
                  <a:pt x="1284631" y="489274"/>
                </a:lnTo>
                <a:lnTo>
                  <a:pt x="1288042" y="491517"/>
                </a:lnTo>
                <a:lnTo>
                  <a:pt x="1292063" y="492776"/>
                </a:lnTo>
                <a:lnTo>
                  <a:pt x="1310796" y="489572"/>
                </a:lnTo>
                <a:lnTo>
                  <a:pt x="1315783" y="483509"/>
                </a:lnTo>
                <a:lnTo>
                  <a:pt x="1319217" y="471512"/>
                </a:lnTo>
                <a:lnTo>
                  <a:pt x="1319066" y="464583"/>
                </a:lnTo>
                <a:lnTo>
                  <a:pt x="1317956" y="463813"/>
                </a:lnTo>
                <a:lnTo>
                  <a:pt x="1315620" y="464728"/>
                </a:lnTo>
                <a:close/>
              </a:path>
            </a:pathLst>
          </a:custGeom>
          <a:solidFill>
            <a:srgbClr val="F7F5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arker"/>
          <p:cNvSpPr/>
          <p:nvPr/>
        </p:nvSpPr>
        <p:spPr>
          <a:xfrm>
            <a:off x="576000" y="2592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ad: Входим в попечительский совет"/>
          <p:cNvSpPr txBox="1"/>
          <p:nvPr/>
        </p:nvSpPr>
        <p:spPr>
          <a:xfrm>
            <a:off x="576000" y="2856065"/>
            <a:ext cx="6019200" cy="8831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3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Входим в попечительский совет</a:t>
            </a:r>
          </a:p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3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благотворительного фонда «Энергия</a:t>
            </a:r>
          </a:p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-3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Русского духа»</a:t>
            </a:r>
          </a:p>
        </p:txBody>
      </p:sp>
      <p:sp>
        <p:nvSpPr>
          <p:cNvPr id="7" name="label: Миссии фонда"/>
          <p:cNvSpPr txBox="1"/>
          <p:nvPr/>
        </p:nvSpPr>
        <p:spPr>
          <a:xfrm>
            <a:off x="576000" y="4337122"/>
            <a:ext cx="63360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4">
                <a:solidFill>
                  <a:srgbClr val="EA8729"/>
                </a:solidFill>
                <a:latin typeface="Onest SemiBold"/>
                <a:ea typeface="Onest SemiBold"/>
                <a:cs typeface="Onest SemiBold"/>
              </a:rPr>
              <a:t>Миссии фонда</a:t>
            </a:r>
          </a:p>
        </p:txBody>
      </p:sp>
      <p:cxnSp>
        <p:nvCxnSpPr>
          <p:cNvPr id="8" name="motif"/>
          <p:cNvCxnSpPr/>
          <p:nvPr/>
        </p:nvCxnSpPr>
        <p:spPr>
          <a:xfrm>
            <a:off x="576000" y="4664169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9" name="label: Миссия 1"/>
          <p:cNvSpPr txBox="1"/>
          <p:nvPr/>
        </p:nvSpPr>
        <p:spPr>
          <a:xfrm>
            <a:off x="576000" y="4814830"/>
            <a:ext cx="12240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0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Миссия 1</a:t>
            </a:r>
          </a:p>
        </p:txBody>
      </p:sp>
      <p:sp>
        <p:nvSpPr>
          <p:cNvPr id="10" name="body: Содействие в восстановлении бл"/>
          <p:cNvSpPr txBox="1"/>
          <p:nvPr/>
        </p:nvSpPr>
        <p:spPr>
          <a:xfrm>
            <a:off x="1800000" y="4768433"/>
            <a:ext cx="5112000" cy="5356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Содействие в восстановлении благополучия работников энергетической отрасли и их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семей, пострадавших в результате событий, связанных с проведением специальной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военной операции</a:t>
            </a:r>
          </a:p>
        </p:txBody>
      </p:sp>
      <p:cxnSp>
        <p:nvCxnSpPr>
          <p:cNvPr id="11" name="motif"/>
          <p:cNvCxnSpPr/>
          <p:nvPr/>
        </p:nvCxnSpPr>
        <p:spPr>
          <a:xfrm>
            <a:off x="576000" y="5496592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2" name="label: Миссия 2"/>
          <p:cNvSpPr txBox="1"/>
          <p:nvPr/>
        </p:nvSpPr>
        <p:spPr>
          <a:xfrm>
            <a:off x="576000" y="5647252"/>
            <a:ext cx="12240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0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Миссия 2</a:t>
            </a:r>
          </a:p>
        </p:txBody>
      </p:sp>
      <p:sp>
        <p:nvSpPr>
          <p:cNvPr id="13" name="body: Обеспечение необходимой медици"/>
          <p:cNvSpPr txBox="1"/>
          <p:nvPr/>
        </p:nvSpPr>
        <p:spPr>
          <a:xfrm>
            <a:off x="1800000" y="5600856"/>
            <a:ext cx="5112000" cy="7021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Обеспечение необходимой медицинской, социальной и материальной помощи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работникам отрасли для преодоления травм, полученных в результате событий,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связанных с проведением специальной военной операции, и возвращения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к полноценной жизни</a:t>
            </a:r>
          </a:p>
        </p:txBody>
      </p:sp>
      <p:cxnSp>
        <p:nvCxnSpPr>
          <p:cNvPr id="14" name="motif"/>
          <p:cNvCxnSpPr/>
          <p:nvPr/>
        </p:nvCxnSpPr>
        <p:spPr>
          <a:xfrm>
            <a:off x="576000" y="6495512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5" name="label: Миссия 3"/>
          <p:cNvSpPr txBox="1"/>
          <p:nvPr/>
        </p:nvSpPr>
        <p:spPr>
          <a:xfrm>
            <a:off x="576000" y="6646172"/>
            <a:ext cx="12240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0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Миссия 3</a:t>
            </a:r>
          </a:p>
        </p:txBody>
      </p:sp>
      <p:sp>
        <p:nvSpPr>
          <p:cNvPr id="16" name="body: Восстановление психологическог"/>
          <p:cNvSpPr txBox="1"/>
          <p:nvPr/>
        </p:nvSpPr>
        <p:spPr>
          <a:xfrm>
            <a:off x="1800000" y="6599775"/>
            <a:ext cx="5112000" cy="5356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Восстановление психологического здоровья и душевного равновесия работников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энергетической отрасли, пострадавших в результате событий, связанных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 проведением специальной военной операции</a:t>
            </a:r>
          </a:p>
        </p:txBody>
      </p:sp>
      <p:cxnSp>
        <p:nvCxnSpPr>
          <p:cNvPr id="17" name="motif"/>
          <p:cNvCxnSpPr/>
          <p:nvPr/>
        </p:nvCxnSpPr>
        <p:spPr>
          <a:xfrm>
            <a:off x="576000" y="7327935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8" name="url: https://эрдфонд.рф/"/>
          <p:cNvSpPr txBox="1"/>
          <p:nvPr/>
        </p:nvSpPr>
        <p:spPr>
          <a:xfrm>
            <a:off x="576000" y="9849590"/>
            <a:ext cx="6336000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EA8729"/>
                </a:solidFill>
                <a:latin typeface="Onest SemiBold"/>
                <a:ea typeface="Onest SemiBold"/>
                <a:cs typeface="Onest SemiBold"/>
              </a:rPr>
              <a:t>https://эрдфонд.рф/</a:t>
            </a:r>
          </a:p>
        </p:txBody>
      </p:sp>
      <p:sp>
        <p:nvSpPr>
          <p:cNvPr id="19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1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2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3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24" name="folio: 02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arker"/>
          <p:cNvSpPr/>
          <p:nvPr/>
        </p:nvSpPr>
        <p:spPr>
          <a:xfrm>
            <a:off x="648000" y="180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itle: КОМПЛЕКСНОЕ"/>
          <p:cNvSpPr txBox="1"/>
          <p:nvPr/>
        </p:nvSpPr>
        <p:spPr>
          <a:xfrm>
            <a:off x="648000" y="2065716"/>
            <a:ext cx="6336000" cy="792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36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КОМПЛЕКСНОЕ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36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СТРОИТЕЛЬСТВО</a:t>
            </a:r>
          </a:p>
        </p:txBody>
      </p:sp>
      <p:cxnSp>
        <p:nvCxnSpPr>
          <p:cNvPr id="6" name="motif"/>
          <p:cNvCxnSpPr/>
          <p:nvPr/>
        </p:nvCxnSpPr>
        <p:spPr>
          <a:xfrm>
            <a:off x="648000" y="4680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7" name="num: 01"/>
          <p:cNvSpPr txBox="1"/>
          <p:nvPr/>
        </p:nvSpPr>
        <p:spPr>
          <a:xfrm>
            <a:off x="612000" y="5040966"/>
            <a:ext cx="2160000" cy="726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32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01</a:t>
            </a:r>
          </a:p>
        </p:txBody>
      </p:sp>
      <p:sp>
        <p:nvSpPr>
          <p:cNvPr id="8" name="item: Объекты энергетики"/>
          <p:cNvSpPr txBox="1"/>
          <p:nvPr/>
        </p:nvSpPr>
        <p:spPr>
          <a:xfrm>
            <a:off x="3309120" y="5034285"/>
            <a:ext cx="367488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15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Объекты энергетики</a:t>
            </a:r>
          </a:p>
        </p:txBody>
      </p:sp>
      <p:cxnSp>
        <p:nvCxnSpPr>
          <p:cNvPr id="9" name="motif"/>
          <p:cNvCxnSpPr/>
          <p:nvPr/>
        </p:nvCxnSpPr>
        <p:spPr>
          <a:xfrm>
            <a:off x="648000" y="6324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0" name="num: 02"/>
          <p:cNvSpPr txBox="1"/>
          <p:nvPr/>
        </p:nvSpPr>
        <p:spPr>
          <a:xfrm>
            <a:off x="612000" y="6684966"/>
            <a:ext cx="2160000" cy="726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32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02</a:t>
            </a:r>
          </a:p>
        </p:txBody>
      </p:sp>
      <p:sp>
        <p:nvSpPr>
          <p:cNvPr id="11" name="item: Промышленные объекты"/>
          <p:cNvSpPr txBox="1"/>
          <p:nvPr/>
        </p:nvSpPr>
        <p:spPr>
          <a:xfrm>
            <a:off x="3309120" y="6678285"/>
            <a:ext cx="367488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15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Промышленные объекты</a:t>
            </a:r>
          </a:p>
        </p:txBody>
      </p:sp>
      <p:cxnSp>
        <p:nvCxnSpPr>
          <p:cNvPr id="12" name="motif"/>
          <p:cNvCxnSpPr/>
          <p:nvPr/>
        </p:nvCxnSpPr>
        <p:spPr>
          <a:xfrm>
            <a:off x="648000" y="7968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3" name="num: 03"/>
          <p:cNvSpPr txBox="1"/>
          <p:nvPr/>
        </p:nvSpPr>
        <p:spPr>
          <a:xfrm>
            <a:off x="612000" y="8328966"/>
            <a:ext cx="2160000" cy="726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32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03</a:t>
            </a:r>
          </a:p>
        </p:txBody>
      </p:sp>
      <p:sp>
        <p:nvSpPr>
          <p:cNvPr id="14" name="item: Объекты гражданского назначени"/>
          <p:cNvSpPr txBox="1"/>
          <p:nvPr/>
        </p:nvSpPr>
        <p:spPr>
          <a:xfrm>
            <a:off x="3309120" y="8322285"/>
            <a:ext cx="367488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15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Объекты гражданского назначения</a:t>
            </a:r>
          </a:p>
        </p:txBody>
      </p:sp>
      <p:sp>
        <p:nvSpPr>
          <p:cNvPr id="15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7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8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9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20" name="folio: 03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03</a:t>
            </a:r>
          </a:p>
        </p:txBody>
      </p:sp>
      <p:sp>
        <p:nvSpPr>
          <p:cNvPr id="21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04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04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МИССИЯ КОМПАНИИ"/>
          <p:cNvSpPr txBox="1"/>
          <p:nvPr/>
        </p:nvSpPr>
        <p:spPr>
          <a:xfrm>
            <a:off x="691200" y="1508385"/>
            <a:ext cx="6192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МИССИЯ КОМПАНИИ</a:t>
            </a:r>
          </a:p>
        </p:txBody>
      </p:sp>
      <p:sp>
        <p:nvSpPr>
          <p:cNvPr id="51" name="body: Укрепление российского электро"/>
          <p:cNvSpPr txBox="1"/>
          <p:nvPr/>
        </p:nvSpPr>
        <p:spPr>
          <a:xfrm>
            <a:off x="1800000" y="1904725"/>
            <a:ext cx="5040000" cy="5501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Укрепление российского электроэнергетического комплекса путём участия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в проектах, позволяющих сформировать максимально благоприятные условия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для постоянного развития экономики РФ.</a:t>
            </a:r>
          </a:p>
        </p:txBody>
      </p:sp>
      <p:sp>
        <p:nvSpPr>
          <p:cNvPr id="52" name="body: Качественное выполнение своих "/>
          <p:cNvSpPr txBox="1"/>
          <p:nvPr/>
        </p:nvSpPr>
        <p:spPr>
          <a:xfrm>
            <a:off x="1800000" y="2527200"/>
            <a:ext cx="5040000" cy="7214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Качественное выполнение своих задач по подготовке проектов, их реализации,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поставке оборудования, его установке и наладке, а также вводу в эксплуатацию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объектов энергетики, удовлетворяющим нормам экологической и промышленной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безопасности.</a:t>
            </a:r>
          </a:p>
        </p:txBody>
      </p:sp>
      <p:sp>
        <p:nvSpPr>
          <p:cNvPr id="53" name="marker"/>
          <p:cNvSpPr/>
          <p:nvPr/>
        </p:nvSpPr>
        <p:spPr>
          <a:xfrm>
            <a:off x="720000" y="367516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itle: ЦЕЛИ КОМПАНИИ"/>
          <p:cNvSpPr txBox="1"/>
          <p:nvPr/>
        </p:nvSpPr>
        <p:spPr>
          <a:xfrm>
            <a:off x="691200" y="3959545"/>
            <a:ext cx="6192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ЦЕЛИ КОМПАНИИ</a:t>
            </a:r>
          </a:p>
        </p:txBody>
      </p:sp>
      <p:sp>
        <p:nvSpPr>
          <p:cNvPr id="55" name="body: Стать надежным партнером для н"/>
          <p:cNvSpPr txBox="1"/>
          <p:nvPr/>
        </p:nvSpPr>
        <p:spPr>
          <a:xfrm>
            <a:off x="1800000" y="4355885"/>
            <a:ext cx="5040000" cy="8928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Стать надежным партнером для нашего заказчика и ответственным работодателем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для каждого сотрудника, а также создать сеть филиалов для присутствия в каждом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регионе нашей необъятной страны с целью участия в работах по строительству,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реконструкции, модернизации и технического перевооружения энергетической</a:t>
            </a:r>
          </a:p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системы Российской Федерации.</a:t>
            </a:r>
          </a:p>
        </p:txBody>
      </p:sp>
      <p:sp>
        <p:nvSpPr>
          <p:cNvPr id="56" name="marker"/>
          <p:cNvSpPr/>
          <p:nvPr/>
        </p:nvSpPr>
        <p:spPr>
          <a:xfrm>
            <a:off x="720000" y="5747168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itle: ДИНАМИКА"/>
          <p:cNvSpPr txBox="1"/>
          <p:nvPr/>
        </p:nvSpPr>
        <p:spPr>
          <a:xfrm>
            <a:off x="691200" y="6031553"/>
            <a:ext cx="61920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ДИНАМИКА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-3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РОСТА КОМПАНИИ</a:t>
            </a:r>
          </a:p>
        </p:txBody>
      </p:sp>
      <p:sp>
        <p:nvSpPr>
          <p:cNvPr id="58" name="bar"/>
          <p:cNvSpPr/>
          <p:nvPr/>
        </p:nvSpPr>
        <p:spPr>
          <a:xfrm>
            <a:off x="720000" y="9126924"/>
            <a:ext cx="781714" cy="701076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bar-value: &gt;1 500"/>
          <p:cNvSpPr txBox="1"/>
          <p:nvPr/>
        </p:nvSpPr>
        <p:spPr>
          <a:xfrm>
            <a:off x="648000" y="8767275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&gt;1 500</a:t>
            </a:r>
          </a:p>
        </p:txBody>
      </p:sp>
      <p:sp>
        <p:nvSpPr>
          <p:cNvPr id="60" name="bar-unit: млрд руб"/>
          <p:cNvSpPr txBox="1"/>
          <p:nvPr/>
        </p:nvSpPr>
        <p:spPr>
          <a:xfrm>
            <a:off x="648000" y="8969237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61" name="axis: 2019"/>
          <p:cNvSpPr txBox="1"/>
          <p:nvPr/>
        </p:nvSpPr>
        <p:spPr>
          <a:xfrm>
            <a:off x="648000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2019</a:t>
            </a:r>
          </a:p>
        </p:txBody>
      </p:sp>
      <p:sp>
        <p:nvSpPr>
          <p:cNvPr id="62" name="bar"/>
          <p:cNvSpPr/>
          <p:nvPr/>
        </p:nvSpPr>
        <p:spPr>
          <a:xfrm>
            <a:off x="1609714" y="9033447"/>
            <a:ext cx="781714" cy="794553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bar-value: &gt;1 700"/>
          <p:cNvSpPr txBox="1"/>
          <p:nvPr/>
        </p:nvSpPr>
        <p:spPr>
          <a:xfrm>
            <a:off x="1537714" y="8673798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&gt;1 700</a:t>
            </a:r>
          </a:p>
        </p:txBody>
      </p:sp>
      <p:sp>
        <p:nvSpPr>
          <p:cNvPr id="64" name="bar-unit: млрд руб"/>
          <p:cNvSpPr txBox="1"/>
          <p:nvPr/>
        </p:nvSpPr>
        <p:spPr>
          <a:xfrm>
            <a:off x="1537714" y="8875760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65" name="axis: 2020"/>
          <p:cNvSpPr txBox="1"/>
          <p:nvPr/>
        </p:nvSpPr>
        <p:spPr>
          <a:xfrm>
            <a:off x="1537714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2020</a:t>
            </a:r>
          </a:p>
        </p:txBody>
      </p:sp>
      <p:sp>
        <p:nvSpPr>
          <p:cNvPr id="66" name="bar"/>
          <p:cNvSpPr/>
          <p:nvPr/>
        </p:nvSpPr>
        <p:spPr>
          <a:xfrm>
            <a:off x="2499429" y="8963339"/>
            <a:ext cx="781714" cy="864661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bar-value: &gt;1 850"/>
          <p:cNvSpPr txBox="1"/>
          <p:nvPr/>
        </p:nvSpPr>
        <p:spPr>
          <a:xfrm>
            <a:off x="2427429" y="8603691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&gt;1 850</a:t>
            </a:r>
          </a:p>
        </p:txBody>
      </p:sp>
      <p:sp>
        <p:nvSpPr>
          <p:cNvPr id="68" name="bar-unit: млрд руб"/>
          <p:cNvSpPr txBox="1"/>
          <p:nvPr/>
        </p:nvSpPr>
        <p:spPr>
          <a:xfrm>
            <a:off x="2427429" y="8805652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69" name="axis: 2021"/>
          <p:cNvSpPr txBox="1"/>
          <p:nvPr/>
        </p:nvSpPr>
        <p:spPr>
          <a:xfrm>
            <a:off x="2427429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2021</a:t>
            </a:r>
          </a:p>
        </p:txBody>
      </p:sp>
      <p:sp>
        <p:nvSpPr>
          <p:cNvPr id="70" name="bar"/>
          <p:cNvSpPr/>
          <p:nvPr/>
        </p:nvSpPr>
        <p:spPr>
          <a:xfrm>
            <a:off x="3389143" y="8893232"/>
            <a:ext cx="781714" cy="934768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bar-value: &gt;2 000"/>
          <p:cNvSpPr txBox="1"/>
          <p:nvPr/>
        </p:nvSpPr>
        <p:spPr>
          <a:xfrm>
            <a:off x="3317143" y="8533583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&gt;2 000</a:t>
            </a:r>
          </a:p>
        </p:txBody>
      </p:sp>
      <p:sp>
        <p:nvSpPr>
          <p:cNvPr id="72" name="bar-unit: млрд руб"/>
          <p:cNvSpPr txBox="1"/>
          <p:nvPr/>
        </p:nvSpPr>
        <p:spPr>
          <a:xfrm>
            <a:off x="3317143" y="8735545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73" name="axis: 2022"/>
          <p:cNvSpPr txBox="1"/>
          <p:nvPr/>
        </p:nvSpPr>
        <p:spPr>
          <a:xfrm>
            <a:off x="3317143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2022</a:t>
            </a:r>
          </a:p>
        </p:txBody>
      </p:sp>
      <p:sp>
        <p:nvSpPr>
          <p:cNvPr id="74" name="bar"/>
          <p:cNvSpPr/>
          <p:nvPr/>
        </p:nvSpPr>
        <p:spPr>
          <a:xfrm>
            <a:off x="4278857" y="8192155"/>
            <a:ext cx="781714" cy="1635845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bar-value: &gt;3 500"/>
          <p:cNvSpPr txBox="1"/>
          <p:nvPr/>
        </p:nvSpPr>
        <p:spPr>
          <a:xfrm>
            <a:off x="4206857" y="7832507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&gt;3 500</a:t>
            </a:r>
          </a:p>
        </p:txBody>
      </p:sp>
      <p:sp>
        <p:nvSpPr>
          <p:cNvPr id="76" name="bar-unit: млрд руб"/>
          <p:cNvSpPr txBox="1"/>
          <p:nvPr/>
        </p:nvSpPr>
        <p:spPr>
          <a:xfrm>
            <a:off x="4206857" y="8034468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77" name="axis: 2023"/>
          <p:cNvSpPr txBox="1"/>
          <p:nvPr/>
        </p:nvSpPr>
        <p:spPr>
          <a:xfrm>
            <a:off x="4206857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2023</a:t>
            </a:r>
          </a:p>
        </p:txBody>
      </p:sp>
      <p:sp>
        <p:nvSpPr>
          <p:cNvPr id="78" name="bar"/>
          <p:cNvSpPr/>
          <p:nvPr/>
        </p:nvSpPr>
        <p:spPr>
          <a:xfrm>
            <a:off x="5168571" y="7864986"/>
            <a:ext cx="781714" cy="1963014"/>
          </a:xfrm>
          <a:prstGeom prst="rect">
            <a:avLst/>
          </a:prstGeom>
          <a:solidFill>
            <a:srgbClr val="D6D1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bar-value: &gt;4 200"/>
          <p:cNvSpPr txBox="1"/>
          <p:nvPr/>
        </p:nvSpPr>
        <p:spPr>
          <a:xfrm>
            <a:off x="5096571" y="7505338"/>
            <a:ext cx="925714" cy="140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-8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&gt;4 200</a:t>
            </a:r>
          </a:p>
        </p:txBody>
      </p:sp>
      <p:sp>
        <p:nvSpPr>
          <p:cNvPr id="80" name="bar-unit: млрд руб"/>
          <p:cNvSpPr txBox="1"/>
          <p:nvPr/>
        </p:nvSpPr>
        <p:spPr>
          <a:xfrm>
            <a:off x="5096571" y="7707299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81" name="axis: 2024"/>
          <p:cNvSpPr txBox="1"/>
          <p:nvPr/>
        </p:nvSpPr>
        <p:spPr>
          <a:xfrm>
            <a:off x="5096571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2024</a:t>
            </a:r>
          </a:p>
        </p:txBody>
      </p:sp>
      <p:sp>
        <p:nvSpPr>
          <p:cNvPr id="82" name="bar"/>
          <p:cNvSpPr/>
          <p:nvPr/>
        </p:nvSpPr>
        <p:spPr>
          <a:xfrm>
            <a:off x="6058286" y="7584556"/>
            <a:ext cx="781714" cy="2243444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bar-value: &gt;4 800"/>
          <p:cNvSpPr txBox="1"/>
          <p:nvPr/>
        </p:nvSpPr>
        <p:spPr>
          <a:xfrm>
            <a:off x="5986286" y="7228146"/>
            <a:ext cx="925714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-1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&gt;4 800</a:t>
            </a:r>
          </a:p>
        </p:txBody>
      </p:sp>
      <p:sp>
        <p:nvSpPr>
          <p:cNvPr id="84" name="bar-unit: млрд руб"/>
          <p:cNvSpPr txBox="1"/>
          <p:nvPr/>
        </p:nvSpPr>
        <p:spPr>
          <a:xfrm>
            <a:off x="5986286" y="7426869"/>
            <a:ext cx="925714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млрд руб</a:t>
            </a:r>
          </a:p>
        </p:txBody>
      </p:sp>
      <p:sp>
        <p:nvSpPr>
          <p:cNvPr id="85" name="axis: 2025"/>
          <p:cNvSpPr txBox="1"/>
          <p:nvPr/>
        </p:nvSpPr>
        <p:spPr>
          <a:xfrm>
            <a:off x="5986286" y="9952192"/>
            <a:ext cx="92571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2025</a:t>
            </a:r>
          </a:p>
        </p:txBody>
      </p:sp>
      <p:cxnSp>
        <p:nvCxnSpPr>
          <p:cNvPr id="86" name="motif"/>
          <p:cNvCxnSpPr/>
          <p:nvPr/>
        </p:nvCxnSpPr>
        <p:spPr>
          <a:xfrm>
            <a:off x="720000" y="982800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05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05</a:t>
            </a:r>
          </a:p>
        </p:txBody>
      </p:sp>
      <p:sp>
        <p:nvSpPr>
          <p:cNvPr id="50" name="marker"/>
          <p:cNvSpPr/>
          <p:nvPr/>
        </p:nvSpPr>
        <p:spPr>
          <a:xfrm>
            <a:off x="720000" y="144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hero: 317"/>
          <p:cNvSpPr txBox="1"/>
          <p:nvPr/>
        </p:nvSpPr>
        <p:spPr>
          <a:xfrm>
            <a:off x="648000" y="1924224"/>
            <a:ext cx="3672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19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 spc="-48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317</a:t>
            </a:r>
          </a:p>
        </p:txBody>
      </p:sp>
      <p:sp>
        <p:nvSpPr>
          <p:cNvPr id="52" name="body: сотрудников"/>
          <p:cNvSpPr txBox="1"/>
          <p:nvPr/>
        </p:nvSpPr>
        <p:spPr>
          <a:xfrm>
            <a:off x="720000" y="3242670"/>
            <a:ext cx="2160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 SemiBold"/>
                <a:ea typeface="Onest SemiBold"/>
                <a:cs typeface="Onest SemiBold"/>
              </a:rPr>
              <a:t>сотрудников</a:t>
            </a:r>
          </a:p>
        </p:txBody>
      </p:sp>
      <p:sp>
        <p:nvSpPr>
          <p:cNvPr id="53" name="stat: 141"/>
          <p:cNvSpPr txBox="1"/>
          <p:nvPr/>
        </p:nvSpPr>
        <p:spPr>
          <a:xfrm>
            <a:off x="4147200" y="1945406"/>
            <a:ext cx="269280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 spc="-10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141</a:t>
            </a:r>
          </a:p>
        </p:txBody>
      </p:sp>
      <p:sp>
        <p:nvSpPr>
          <p:cNvPr id="54" name="body: единица техники"/>
          <p:cNvSpPr txBox="1"/>
          <p:nvPr/>
        </p:nvSpPr>
        <p:spPr>
          <a:xfrm>
            <a:off x="4147200" y="2461686"/>
            <a:ext cx="26928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единица техники</a:t>
            </a:r>
          </a:p>
        </p:txBody>
      </p:sp>
      <p:sp>
        <p:nvSpPr>
          <p:cNvPr id="55" name="stat: 71 560 м²"/>
          <p:cNvSpPr txBox="1"/>
          <p:nvPr/>
        </p:nvSpPr>
        <p:spPr>
          <a:xfrm>
            <a:off x="4147200" y="3055684"/>
            <a:ext cx="2692800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 spc="-10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71 560 м²</a:t>
            </a:r>
          </a:p>
        </p:txBody>
      </p:sp>
      <p:sp>
        <p:nvSpPr>
          <p:cNvPr id="56" name="body: производственные площади"/>
          <p:cNvSpPr txBox="1"/>
          <p:nvPr/>
        </p:nvSpPr>
        <p:spPr>
          <a:xfrm>
            <a:off x="4147200" y="3571963"/>
            <a:ext cx="26928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производственные площади</a:t>
            </a:r>
          </a:p>
        </p:txBody>
      </p:sp>
      <p:cxnSp>
        <p:nvCxnSpPr>
          <p:cNvPr id="57" name="motif"/>
          <p:cNvCxnSpPr/>
          <p:nvPr/>
        </p:nvCxnSpPr>
        <p:spPr>
          <a:xfrm>
            <a:off x="720000" y="47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8" name="num: 24"/>
          <p:cNvSpPr txBox="1"/>
          <p:nvPr/>
        </p:nvSpPr>
        <p:spPr>
          <a:xfrm>
            <a:off x="720000" y="490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24</a:t>
            </a:r>
          </a:p>
        </p:txBody>
      </p:sp>
      <p:sp>
        <p:nvSpPr>
          <p:cNvPr id="59" name="body: руководителя"/>
          <p:cNvSpPr txBox="1"/>
          <p:nvPr/>
        </p:nvSpPr>
        <p:spPr>
          <a:xfrm>
            <a:off x="1332000" y="494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руководителя</a:t>
            </a:r>
          </a:p>
        </p:txBody>
      </p:sp>
      <p:cxnSp>
        <p:nvCxnSpPr>
          <p:cNvPr id="60" name="motif"/>
          <p:cNvCxnSpPr/>
          <p:nvPr/>
        </p:nvCxnSpPr>
        <p:spPr>
          <a:xfrm>
            <a:off x="720000" y="51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1" name="num: 32"/>
          <p:cNvSpPr txBox="1"/>
          <p:nvPr/>
        </p:nvSpPr>
        <p:spPr>
          <a:xfrm>
            <a:off x="720000" y="535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32</a:t>
            </a:r>
          </a:p>
        </p:txBody>
      </p:sp>
      <p:sp>
        <p:nvSpPr>
          <p:cNvPr id="62" name="body: инженера"/>
          <p:cNvSpPr txBox="1"/>
          <p:nvPr/>
        </p:nvSpPr>
        <p:spPr>
          <a:xfrm>
            <a:off x="1332000" y="539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инженера</a:t>
            </a:r>
          </a:p>
        </p:txBody>
      </p:sp>
      <p:cxnSp>
        <p:nvCxnSpPr>
          <p:cNvPr id="63" name="motif"/>
          <p:cNvCxnSpPr/>
          <p:nvPr/>
        </p:nvCxnSpPr>
        <p:spPr>
          <a:xfrm>
            <a:off x="720000" y="56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4" name="num: 21"/>
          <p:cNvSpPr txBox="1"/>
          <p:nvPr/>
        </p:nvSpPr>
        <p:spPr>
          <a:xfrm>
            <a:off x="720000" y="580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21</a:t>
            </a:r>
          </a:p>
        </p:txBody>
      </p:sp>
      <p:sp>
        <p:nvSpPr>
          <p:cNvPr id="65" name="body: проектировщик"/>
          <p:cNvSpPr txBox="1"/>
          <p:nvPr/>
        </p:nvSpPr>
        <p:spPr>
          <a:xfrm>
            <a:off x="1332000" y="584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проектировщик</a:t>
            </a:r>
          </a:p>
        </p:txBody>
      </p:sp>
      <p:cxnSp>
        <p:nvCxnSpPr>
          <p:cNvPr id="66" name="motif"/>
          <p:cNvCxnSpPr/>
          <p:nvPr/>
        </p:nvCxnSpPr>
        <p:spPr>
          <a:xfrm>
            <a:off x="720000" y="60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7" name="num: 144"/>
          <p:cNvSpPr txBox="1"/>
          <p:nvPr/>
        </p:nvSpPr>
        <p:spPr>
          <a:xfrm>
            <a:off x="720000" y="625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144</a:t>
            </a:r>
          </a:p>
        </p:txBody>
      </p:sp>
      <p:sp>
        <p:nvSpPr>
          <p:cNvPr id="68" name="body: монтажника"/>
          <p:cNvSpPr txBox="1"/>
          <p:nvPr/>
        </p:nvSpPr>
        <p:spPr>
          <a:xfrm>
            <a:off x="1332000" y="629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монтажника</a:t>
            </a:r>
          </a:p>
        </p:txBody>
      </p:sp>
      <p:cxnSp>
        <p:nvCxnSpPr>
          <p:cNvPr id="69" name="motif"/>
          <p:cNvCxnSpPr/>
          <p:nvPr/>
        </p:nvCxnSpPr>
        <p:spPr>
          <a:xfrm>
            <a:off x="720000" y="65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70" name="num: 32"/>
          <p:cNvSpPr txBox="1"/>
          <p:nvPr/>
        </p:nvSpPr>
        <p:spPr>
          <a:xfrm>
            <a:off x="720000" y="670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32</a:t>
            </a:r>
          </a:p>
        </p:txBody>
      </p:sp>
      <p:sp>
        <p:nvSpPr>
          <p:cNvPr id="71" name="body: строителя"/>
          <p:cNvSpPr txBox="1"/>
          <p:nvPr/>
        </p:nvSpPr>
        <p:spPr>
          <a:xfrm>
            <a:off x="1332000" y="674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строителя</a:t>
            </a:r>
          </a:p>
        </p:txBody>
      </p:sp>
      <p:cxnSp>
        <p:nvCxnSpPr>
          <p:cNvPr id="72" name="motif"/>
          <p:cNvCxnSpPr/>
          <p:nvPr/>
        </p:nvCxnSpPr>
        <p:spPr>
          <a:xfrm>
            <a:off x="720000" y="69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73" name="num: 64"/>
          <p:cNvSpPr txBox="1"/>
          <p:nvPr/>
        </p:nvSpPr>
        <p:spPr>
          <a:xfrm>
            <a:off x="720000" y="715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64</a:t>
            </a:r>
          </a:p>
        </p:txBody>
      </p:sp>
      <p:sp>
        <p:nvSpPr>
          <p:cNvPr id="74" name="body: сотрудника других профессий"/>
          <p:cNvSpPr txBox="1"/>
          <p:nvPr/>
        </p:nvSpPr>
        <p:spPr>
          <a:xfrm>
            <a:off x="1332000" y="719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сотрудника других профессий</a:t>
            </a:r>
          </a:p>
        </p:txBody>
      </p:sp>
      <p:cxnSp>
        <p:nvCxnSpPr>
          <p:cNvPr id="75" name="motif"/>
          <p:cNvCxnSpPr/>
          <p:nvPr/>
        </p:nvCxnSpPr>
        <p:spPr>
          <a:xfrm>
            <a:off x="720000" y="74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6" name="motif"/>
          <p:cNvCxnSpPr/>
          <p:nvPr/>
        </p:nvCxnSpPr>
        <p:spPr>
          <a:xfrm>
            <a:off x="3924000" y="47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77" name="motif"/>
          <p:cNvSpPr/>
          <p:nvPr/>
        </p:nvSpPr>
        <p:spPr>
          <a:xfrm>
            <a:off x="3975750" y="4856655"/>
            <a:ext cx="202500" cy="236250"/>
          </a:xfrm>
          <a:custGeom>
            <a:avLst/>
            <a:gdLst/>
            <a:ahLst/>
            <a:cxnLst/>
            <a:rect l="0" t="0" r="r" b="b"/>
            <a:pathLst>
              <a:path w="202500" h="236250">
                <a:moveTo>
                  <a:pt x="0" y="236250"/>
                </a:moveTo>
                <a:lnTo>
                  <a:pt x="0" y="78750"/>
                </a:lnTo>
                <a:lnTo>
                  <a:pt x="101250" y="0"/>
                </a:lnTo>
                <a:lnTo>
                  <a:pt x="202500" y="78750"/>
                </a:lnTo>
                <a:lnTo>
                  <a:pt x="202500" y="236250"/>
                </a:lnTo>
                <a:lnTo>
                  <a:pt x="0" y="23625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motif"/>
          <p:cNvSpPr/>
          <p:nvPr/>
        </p:nvSpPr>
        <p:spPr>
          <a:xfrm>
            <a:off x="4032000" y="4991655"/>
            <a:ext cx="90000" cy="101250"/>
          </a:xfrm>
          <a:custGeom>
            <a:avLst/>
            <a:gdLst/>
            <a:ahLst/>
            <a:cxnLst/>
            <a:rect l="0" t="0" r="r" b="b"/>
            <a:pathLst>
              <a:path w="90000" h="101250">
                <a:moveTo>
                  <a:pt x="0" y="101250"/>
                </a:moveTo>
                <a:lnTo>
                  <a:pt x="0" y="0"/>
                </a:lnTo>
                <a:lnTo>
                  <a:pt x="90000" y="0"/>
                </a:lnTo>
                <a:lnTo>
                  <a:pt x="90000" y="10125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motif"/>
          <p:cNvCxnSpPr/>
          <p:nvPr/>
        </p:nvCxnSpPr>
        <p:spPr>
          <a:xfrm>
            <a:off x="3942000" y="5117655"/>
            <a:ext cx="270000" cy="0"/>
          </a:xfrm>
          <a:prstGeom prst="line">
            <a:avLst/>
          </a:prstGeom>
          <a:ln w="6350">
            <a:solidFill>
              <a:srgbClr val="EA8729"/>
            </a:solidFill>
          </a:ln>
          <a:effectLst/>
        </p:spPr>
      </p:cxnSp>
      <p:sp>
        <p:nvSpPr>
          <p:cNvPr id="80" name="body: мастерские, складские и гаражн"/>
          <p:cNvSpPr txBox="1"/>
          <p:nvPr/>
        </p:nvSpPr>
        <p:spPr>
          <a:xfrm>
            <a:off x="4536000" y="4806678"/>
            <a:ext cx="2304000" cy="3314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мастерские, складские и гаражные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помещения, офисные комплексы</a:t>
            </a:r>
          </a:p>
        </p:txBody>
      </p:sp>
      <p:cxnSp>
        <p:nvCxnSpPr>
          <p:cNvPr id="81" name="motif"/>
          <p:cNvCxnSpPr/>
          <p:nvPr/>
        </p:nvCxnSpPr>
        <p:spPr>
          <a:xfrm>
            <a:off x="3924000" y="51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82" name="num: 35"/>
          <p:cNvSpPr txBox="1"/>
          <p:nvPr/>
        </p:nvSpPr>
        <p:spPr>
          <a:xfrm>
            <a:off x="3924000" y="535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35</a:t>
            </a:r>
          </a:p>
        </p:txBody>
      </p:sp>
      <p:sp>
        <p:nvSpPr>
          <p:cNvPr id="83" name="body: ед. транспорта ОВБ"/>
          <p:cNvSpPr txBox="1"/>
          <p:nvPr/>
        </p:nvSpPr>
        <p:spPr>
          <a:xfrm>
            <a:off x="4536000" y="539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ед. транспорта ОВБ</a:t>
            </a:r>
          </a:p>
        </p:txBody>
      </p:sp>
      <p:cxnSp>
        <p:nvCxnSpPr>
          <p:cNvPr id="84" name="motif"/>
          <p:cNvCxnSpPr/>
          <p:nvPr/>
        </p:nvCxnSpPr>
        <p:spPr>
          <a:xfrm>
            <a:off x="3924000" y="56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85" name="num: 68"/>
          <p:cNvSpPr txBox="1"/>
          <p:nvPr/>
        </p:nvSpPr>
        <p:spPr>
          <a:xfrm>
            <a:off x="3924000" y="580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68</a:t>
            </a:r>
          </a:p>
        </p:txBody>
      </p:sp>
      <p:sp>
        <p:nvSpPr>
          <p:cNvPr id="86" name="body: ед. спецтехники"/>
          <p:cNvSpPr txBox="1"/>
          <p:nvPr/>
        </p:nvSpPr>
        <p:spPr>
          <a:xfrm>
            <a:off x="4536000" y="584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ед. спецтехники</a:t>
            </a:r>
          </a:p>
        </p:txBody>
      </p:sp>
      <p:cxnSp>
        <p:nvCxnSpPr>
          <p:cNvPr id="87" name="motif"/>
          <p:cNvCxnSpPr/>
          <p:nvPr/>
        </p:nvCxnSpPr>
        <p:spPr>
          <a:xfrm>
            <a:off x="3924000" y="60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88" name="num: 33"/>
          <p:cNvSpPr txBox="1"/>
          <p:nvPr/>
        </p:nvSpPr>
        <p:spPr>
          <a:xfrm>
            <a:off x="3924000" y="625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33</a:t>
            </a:r>
          </a:p>
        </p:txBody>
      </p:sp>
      <p:sp>
        <p:nvSpPr>
          <p:cNvPr id="89" name="body: ед. бурильно крановых машин"/>
          <p:cNvSpPr txBox="1"/>
          <p:nvPr/>
        </p:nvSpPr>
        <p:spPr>
          <a:xfrm>
            <a:off x="4536000" y="629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ед. бурильно крановых машин</a:t>
            </a:r>
          </a:p>
        </p:txBody>
      </p:sp>
      <p:cxnSp>
        <p:nvCxnSpPr>
          <p:cNvPr id="90" name="motif"/>
          <p:cNvCxnSpPr/>
          <p:nvPr/>
        </p:nvCxnSpPr>
        <p:spPr>
          <a:xfrm>
            <a:off x="3924000" y="654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91" name="num: 5"/>
          <p:cNvSpPr txBox="1"/>
          <p:nvPr/>
        </p:nvSpPr>
        <p:spPr>
          <a:xfrm>
            <a:off x="3924000" y="6704699"/>
            <a:ext cx="720000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5</a:t>
            </a:r>
          </a:p>
        </p:txBody>
      </p:sp>
      <p:sp>
        <p:nvSpPr>
          <p:cNvPr id="92" name="body: машины ГНБ"/>
          <p:cNvSpPr txBox="1"/>
          <p:nvPr/>
        </p:nvSpPr>
        <p:spPr>
          <a:xfrm>
            <a:off x="4536000" y="6741529"/>
            <a:ext cx="2304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68627C"/>
                </a:solidFill>
                <a:latin typeface="Onest"/>
                <a:ea typeface="Onest"/>
                <a:cs typeface="Onest"/>
              </a:rPr>
              <a:t>машины ГНБ</a:t>
            </a:r>
          </a:p>
        </p:txBody>
      </p:sp>
      <p:cxnSp>
        <p:nvCxnSpPr>
          <p:cNvPr id="93" name="motif"/>
          <p:cNvCxnSpPr/>
          <p:nvPr/>
        </p:nvCxnSpPr>
        <p:spPr>
          <a:xfrm>
            <a:off x="3924000" y="6990555"/>
            <a:ext cx="2916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94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ca495cddb23af4ae.jpg"/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cxnSp>
        <p:nvCxnSpPr>
          <p:cNvPr id="4" name="motif"/>
          <p:cNvCxnSpPr/>
          <p:nvPr/>
        </p:nvCxnSpPr>
        <p:spPr>
          <a:xfrm>
            <a:off x="576000" y="1080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5" name="motif"/>
          <p:cNvCxnSpPr/>
          <p:nvPr/>
        </p:nvCxnSpPr>
        <p:spPr>
          <a:xfrm>
            <a:off x="630000" y="1480456"/>
            <a:ext cx="0" cy="3240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6" name="motif"/>
          <p:cNvCxnSpPr/>
          <p:nvPr/>
        </p:nvCxnSpPr>
        <p:spPr>
          <a:xfrm>
            <a:off x="954000" y="1480456"/>
            <a:ext cx="0" cy="3240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7" name="motif"/>
          <p:cNvCxnSpPr/>
          <p:nvPr/>
        </p:nvCxnSpPr>
        <p:spPr>
          <a:xfrm>
            <a:off x="594000" y="1516456"/>
            <a:ext cx="72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8" name="motif"/>
          <p:cNvCxnSpPr/>
          <p:nvPr/>
        </p:nvCxnSpPr>
        <p:spPr>
          <a:xfrm>
            <a:off x="918000" y="1516456"/>
            <a:ext cx="72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sp>
        <p:nvSpPr>
          <p:cNvPr id="9" name="motif"/>
          <p:cNvSpPr/>
          <p:nvPr/>
        </p:nvSpPr>
        <p:spPr>
          <a:xfrm>
            <a:off x="630000" y="1516456"/>
            <a:ext cx="324000" cy="79200"/>
          </a:xfrm>
          <a:custGeom>
            <a:avLst/>
            <a:gdLst/>
            <a:ahLst/>
            <a:cxnLst/>
            <a:rect l="0" t="0" r="r" b="b"/>
            <a:pathLst>
              <a:path w="324000" h="79200">
                <a:moveTo>
                  <a:pt x="0" y="0"/>
                </a:moveTo>
                <a:lnTo>
                  <a:pt x="16200" y="15048"/>
                </a:lnTo>
                <a:lnTo>
                  <a:pt x="32400" y="28512"/>
                </a:lnTo>
                <a:lnTo>
                  <a:pt x="48600" y="40392"/>
                </a:lnTo>
                <a:lnTo>
                  <a:pt x="64800" y="50688"/>
                </a:lnTo>
                <a:lnTo>
                  <a:pt x="81000" y="59400"/>
                </a:lnTo>
                <a:lnTo>
                  <a:pt x="97200" y="66528"/>
                </a:lnTo>
                <a:lnTo>
                  <a:pt x="113400" y="72072"/>
                </a:lnTo>
                <a:lnTo>
                  <a:pt x="129600" y="76032"/>
                </a:lnTo>
                <a:lnTo>
                  <a:pt x="145800" y="78408"/>
                </a:lnTo>
                <a:lnTo>
                  <a:pt x="162000" y="79200"/>
                </a:lnTo>
                <a:lnTo>
                  <a:pt x="178200" y="78408"/>
                </a:lnTo>
                <a:lnTo>
                  <a:pt x="194400" y="76032"/>
                </a:lnTo>
                <a:lnTo>
                  <a:pt x="210600" y="72072"/>
                </a:lnTo>
                <a:lnTo>
                  <a:pt x="226800" y="66528"/>
                </a:lnTo>
                <a:lnTo>
                  <a:pt x="243000" y="59400"/>
                </a:lnTo>
                <a:lnTo>
                  <a:pt x="259200" y="50688"/>
                </a:lnTo>
                <a:lnTo>
                  <a:pt x="275400" y="40392"/>
                </a:lnTo>
                <a:lnTo>
                  <a:pt x="291600" y="28512"/>
                </a:lnTo>
                <a:lnTo>
                  <a:pt x="307800" y="15048"/>
                </a:lnTo>
                <a:lnTo>
                  <a:pt x="324000" y="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otif"/>
          <p:cNvSpPr/>
          <p:nvPr/>
        </p:nvSpPr>
        <p:spPr>
          <a:xfrm>
            <a:off x="630000" y="1595656"/>
            <a:ext cx="324000" cy="72000"/>
          </a:xfrm>
          <a:custGeom>
            <a:avLst/>
            <a:gdLst/>
            <a:ahLst/>
            <a:cxnLst/>
            <a:rect l="0" t="0" r="r" b="b"/>
            <a:pathLst>
              <a:path w="324000" h="72000">
                <a:moveTo>
                  <a:pt x="0" y="0"/>
                </a:moveTo>
                <a:lnTo>
                  <a:pt x="16200" y="13680"/>
                </a:lnTo>
                <a:lnTo>
                  <a:pt x="32400" y="25920"/>
                </a:lnTo>
                <a:lnTo>
                  <a:pt x="48600" y="36720"/>
                </a:lnTo>
                <a:lnTo>
                  <a:pt x="64800" y="46080"/>
                </a:lnTo>
                <a:lnTo>
                  <a:pt x="81000" y="54000"/>
                </a:lnTo>
                <a:lnTo>
                  <a:pt x="97200" y="60480"/>
                </a:lnTo>
                <a:lnTo>
                  <a:pt x="113400" y="65520"/>
                </a:lnTo>
                <a:lnTo>
                  <a:pt x="129600" y="69120"/>
                </a:lnTo>
                <a:lnTo>
                  <a:pt x="145800" y="71280"/>
                </a:lnTo>
                <a:lnTo>
                  <a:pt x="162000" y="72000"/>
                </a:lnTo>
                <a:lnTo>
                  <a:pt x="178200" y="71280"/>
                </a:lnTo>
                <a:lnTo>
                  <a:pt x="194400" y="69120"/>
                </a:lnTo>
                <a:lnTo>
                  <a:pt x="210600" y="65520"/>
                </a:lnTo>
                <a:lnTo>
                  <a:pt x="226800" y="60480"/>
                </a:lnTo>
                <a:lnTo>
                  <a:pt x="243000" y="54000"/>
                </a:lnTo>
                <a:lnTo>
                  <a:pt x="259200" y="46080"/>
                </a:lnTo>
                <a:lnTo>
                  <a:pt x="275400" y="36720"/>
                </a:lnTo>
                <a:lnTo>
                  <a:pt x="291600" y="25920"/>
                </a:lnTo>
                <a:lnTo>
                  <a:pt x="307800" y="13680"/>
                </a:lnTo>
                <a:lnTo>
                  <a:pt x="324000" y="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hero: 25 800 км"/>
          <p:cNvSpPr txBox="1"/>
          <p:nvPr/>
        </p:nvSpPr>
        <p:spPr>
          <a:xfrm>
            <a:off x="1260000" y="1397536"/>
            <a:ext cx="3266423" cy="6769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 i="0" spc="-82">
                <a:solidFill>
                  <a:srgbClr val="EA8729"/>
                </a:solidFill>
                <a:latin typeface="Unbounded"/>
                <a:ea typeface="Unbounded"/>
                <a:cs typeface="Unbounded"/>
              </a:rPr>
              <a:t>25 800 км</a:t>
            </a:r>
          </a:p>
        </p:txBody>
      </p:sp>
      <p:sp>
        <p:nvSpPr>
          <p:cNvPr id="12" name="body: протянуто проводов"/>
          <p:cNvSpPr txBox="1"/>
          <p:nvPr/>
        </p:nvSpPr>
        <p:spPr>
          <a:xfrm>
            <a:off x="4757760" y="1329426"/>
            <a:ext cx="215424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протянуто проводов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на воздушных ЛЭП</a:t>
            </a:r>
          </a:p>
        </p:txBody>
      </p:sp>
      <p:cxnSp>
        <p:nvCxnSpPr>
          <p:cNvPr id="13" name="motif"/>
          <p:cNvCxnSpPr/>
          <p:nvPr/>
        </p:nvCxnSpPr>
        <p:spPr>
          <a:xfrm>
            <a:off x="576000" y="2526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4" name="motif"/>
          <p:cNvSpPr/>
          <p:nvPr/>
        </p:nvSpPr>
        <p:spPr>
          <a:xfrm>
            <a:off x="684000" y="2771220"/>
            <a:ext cx="216000" cy="414000"/>
          </a:xfrm>
          <a:custGeom>
            <a:avLst/>
            <a:gdLst/>
            <a:ahLst/>
            <a:cxnLst/>
            <a:rect l="0" t="0" r="r" b="b"/>
            <a:pathLst>
              <a:path w="216000" h="414000">
                <a:moveTo>
                  <a:pt x="0" y="414000"/>
                </a:moveTo>
                <a:lnTo>
                  <a:pt x="108000" y="0"/>
                </a:lnTo>
                <a:lnTo>
                  <a:pt x="216000" y="4140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motif"/>
          <p:cNvCxnSpPr/>
          <p:nvPr/>
        </p:nvCxnSpPr>
        <p:spPr>
          <a:xfrm>
            <a:off x="612000" y="2868420"/>
            <a:ext cx="360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16" name="motif"/>
          <p:cNvCxnSpPr/>
          <p:nvPr/>
        </p:nvCxnSpPr>
        <p:spPr>
          <a:xfrm>
            <a:off x="648000" y="2969220"/>
            <a:ext cx="288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sp>
        <p:nvSpPr>
          <p:cNvPr id="17" name="motif"/>
          <p:cNvSpPr/>
          <p:nvPr/>
        </p:nvSpPr>
        <p:spPr>
          <a:xfrm>
            <a:off x="705600" y="2969220"/>
            <a:ext cx="169200" cy="216000"/>
          </a:xfrm>
          <a:custGeom>
            <a:avLst/>
            <a:gdLst/>
            <a:ahLst/>
            <a:cxnLst/>
            <a:rect l="0" t="0" r="r" b="b"/>
            <a:pathLst>
              <a:path w="169200" h="216000">
                <a:moveTo>
                  <a:pt x="25200" y="0"/>
                </a:moveTo>
                <a:lnTo>
                  <a:pt x="144000" y="115200"/>
                </a:lnTo>
                <a:lnTo>
                  <a:pt x="0" y="115200"/>
                </a:lnTo>
                <a:lnTo>
                  <a:pt x="169200" y="2160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otif"/>
          <p:cNvSpPr/>
          <p:nvPr/>
        </p:nvSpPr>
        <p:spPr>
          <a:xfrm>
            <a:off x="756000" y="2868420"/>
            <a:ext cx="68400" cy="100800"/>
          </a:xfrm>
          <a:custGeom>
            <a:avLst/>
            <a:gdLst/>
            <a:ahLst/>
            <a:cxnLst/>
            <a:rect l="0" t="0" r="r" b="b"/>
            <a:pathLst>
              <a:path w="68400" h="100800">
                <a:moveTo>
                  <a:pt x="7200" y="0"/>
                </a:moveTo>
                <a:lnTo>
                  <a:pt x="68400" y="100800"/>
                </a:lnTo>
                <a:lnTo>
                  <a:pt x="0" y="1008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stat: 413 278"/>
          <p:cNvSpPr txBox="1"/>
          <p:nvPr/>
        </p:nvSpPr>
        <p:spPr>
          <a:xfrm>
            <a:off x="1260000" y="2816295"/>
            <a:ext cx="32443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413 278</a:t>
            </a:r>
          </a:p>
        </p:txBody>
      </p:sp>
      <p:sp>
        <p:nvSpPr>
          <p:cNvPr id="20" name="body: опор ЛЭП использовано"/>
          <p:cNvSpPr txBox="1"/>
          <p:nvPr/>
        </p:nvSpPr>
        <p:spPr>
          <a:xfrm>
            <a:off x="4757760" y="2775426"/>
            <a:ext cx="215424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опор ЛЭП использовано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при строительстве</a:t>
            </a:r>
          </a:p>
        </p:txBody>
      </p:sp>
      <p:cxnSp>
        <p:nvCxnSpPr>
          <p:cNvPr id="21" name="motif"/>
          <p:cNvCxnSpPr/>
          <p:nvPr/>
        </p:nvCxnSpPr>
        <p:spPr>
          <a:xfrm>
            <a:off x="576000" y="3972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22" name="motif"/>
          <p:cNvSpPr/>
          <p:nvPr/>
        </p:nvSpPr>
        <p:spPr>
          <a:xfrm>
            <a:off x="612000" y="4343220"/>
            <a:ext cx="360000" cy="270000"/>
          </a:xfrm>
          <a:custGeom>
            <a:avLst/>
            <a:gdLst/>
            <a:ahLst/>
            <a:cxnLst/>
            <a:rect l="0" t="0" r="r" b="b"/>
            <a:pathLst>
              <a:path w="360000" h="270000">
                <a:moveTo>
                  <a:pt x="0" y="0"/>
                </a:moveTo>
                <a:lnTo>
                  <a:pt x="360000" y="0"/>
                </a:lnTo>
                <a:lnTo>
                  <a:pt x="360000" y="270000"/>
                </a:lnTo>
                <a:lnTo>
                  <a:pt x="0" y="27000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motif"/>
          <p:cNvCxnSpPr/>
          <p:nvPr/>
        </p:nvCxnSpPr>
        <p:spPr>
          <a:xfrm flipV="1">
            <a:off x="702000" y="4235220"/>
            <a:ext cx="0" cy="1080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24" name="motif"/>
          <p:cNvCxnSpPr/>
          <p:nvPr/>
        </p:nvCxnSpPr>
        <p:spPr>
          <a:xfrm flipV="1">
            <a:off x="882000" y="4235220"/>
            <a:ext cx="0" cy="1080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25" name="motif"/>
          <p:cNvCxnSpPr/>
          <p:nvPr/>
        </p:nvCxnSpPr>
        <p:spPr>
          <a:xfrm>
            <a:off x="666000" y="4256820"/>
            <a:ext cx="72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26" name="motif"/>
          <p:cNvCxnSpPr/>
          <p:nvPr/>
        </p:nvCxnSpPr>
        <p:spPr>
          <a:xfrm>
            <a:off x="846000" y="4256820"/>
            <a:ext cx="720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sp>
        <p:nvSpPr>
          <p:cNvPr id="27" name="motif"/>
          <p:cNvSpPr/>
          <p:nvPr/>
        </p:nvSpPr>
        <p:spPr>
          <a:xfrm>
            <a:off x="748800" y="4397220"/>
            <a:ext cx="64800" cy="183600"/>
          </a:xfrm>
          <a:custGeom>
            <a:avLst/>
            <a:gdLst/>
            <a:ahLst/>
            <a:cxnLst/>
            <a:rect l="0" t="0" r="r" b="b"/>
            <a:pathLst>
              <a:path w="64800" h="183600">
                <a:moveTo>
                  <a:pt x="64800" y="0"/>
                </a:moveTo>
                <a:lnTo>
                  <a:pt x="0" y="97200"/>
                </a:lnTo>
                <a:lnTo>
                  <a:pt x="64800" y="97200"/>
                </a:lnTo>
                <a:lnTo>
                  <a:pt x="21600" y="1836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tat: 1 224"/>
          <p:cNvSpPr txBox="1"/>
          <p:nvPr/>
        </p:nvSpPr>
        <p:spPr>
          <a:xfrm>
            <a:off x="1260000" y="4262295"/>
            <a:ext cx="32443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1 224</a:t>
            </a:r>
          </a:p>
        </p:txBody>
      </p:sp>
      <p:sp>
        <p:nvSpPr>
          <p:cNvPr id="29" name="body: ПС, ТП, РП построено объектов"/>
          <p:cNvSpPr txBox="1"/>
          <p:nvPr/>
        </p:nvSpPr>
        <p:spPr>
          <a:xfrm>
            <a:off x="4757760" y="4221426"/>
            <a:ext cx="2154240" cy="1885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ПС, ТП, РП построено объектов</a:t>
            </a:r>
          </a:p>
        </p:txBody>
      </p:sp>
      <p:cxnSp>
        <p:nvCxnSpPr>
          <p:cNvPr id="30" name="motif"/>
          <p:cNvCxnSpPr/>
          <p:nvPr/>
        </p:nvCxnSpPr>
        <p:spPr>
          <a:xfrm>
            <a:off x="576000" y="5418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31" name="motif"/>
          <p:cNvCxnSpPr/>
          <p:nvPr/>
        </p:nvCxnSpPr>
        <p:spPr>
          <a:xfrm>
            <a:off x="720000" y="5683020"/>
            <a:ext cx="0" cy="1008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cxnSp>
        <p:nvCxnSpPr>
          <p:cNvPr id="32" name="motif"/>
          <p:cNvCxnSpPr/>
          <p:nvPr/>
        </p:nvCxnSpPr>
        <p:spPr>
          <a:xfrm>
            <a:off x="828000" y="5683020"/>
            <a:ext cx="0" cy="10080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sp>
        <p:nvSpPr>
          <p:cNvPr id="33" name="motif"/>
          <p:cNvSpPr/>
          <p:nvPr/>
        </p:nvSpPr>
        <p:spPr>
          <a:xfrm>
            <a:off x="648000" y="5783820"/>
            <a:ext cx="252000" cy="219600"/>
          </a:xfrm>
          <a:custGeom>
            <a:avLst/>
            <a:gdLst/>
            <a:ahLst/>
            <a:cxnLst/>
            <a:rect l="0" t="0" r="r" b="b"/>
            <a:pathLst>
              <a:path w="252000" h="219600">
                <a:moveTo>
                  <a:pt x="0" y="0"/>
                </a:moveTo>
                <a:lnTo>
                  <a:pt x="252000" y="0"/>
                </a:lnTo>
                <a:lnTo>
                  <a:pt x="252000" y="93600"/>
                </a:lnTo>
                <a:lnTo>
                  <a:pt x="247707" y="126211"/>
                </a:lnTo>
                <a:lnTo>
                  <a:pt x="235119" y="156600"/>
                </a:lnTo>
                <a:lnTo>
                  <a:pt x="215095" y="182695"/>
                </a:lnTo>
                <a:lnTo>
                  <a:pt x="189000" y="202719"/>
                </a:lnTo>
                <a:lnTo>
                  <a:pt x="158611" y="215307"/>
                </a:lnTo>
                <a:lnTo>
                  <a:pt x="126000" y="219600"/>
                </a:lnTo>
                <a:lnTo>
                  <a:pt x="93389" y="215307"/>
                </a:lnTo>
                <a:lnTo>
                  <a:pt x="63000" y="202719"/>
                </a:lnTo>
                <a:lnTo>
                  <a:pt x="36905" y="182695"/>
                </a:lnTo>
                <a:lnTo>
                  <a:pt x="16881" y="156600"/>
                </a:lnTo>
                <a:lnTo>
                  <a:pt x="4293" y="126211"/>
                </a:lnTo>
                <a:lnTo>
                  <a:pt x="0" y="9360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motif"/>
          <p:cNvSpPr/>
          <p:nvPr/>
        </p:nvSpPr>
        <p:spPr>
          <a:xfrm>
            <a:off x="774000" y="6003420"/>
            <a:ext cx="162000" cy="54000"/>
          </a:xfrm>
          <a:custGeom>
            <a:avLst/>
            <a:gdLst/>
            <a:ahLst/>
            <a:cxnLst/>
            <a:rect l="0" t="0" r="r" b="b"/>
            <a:pathLst>
              <a:path w="162000" h="54000">
                <a:moveTo>
                  <a:pt x="0" y="0"/>
                </a:moveTo>
                <a:lnTo>
                  <a:pt x="0" y="54000"/>
                </a:lnTo>
                <a:lnTo>
                  <a:pt x="162000" y="540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stat: 502 000"/>
          <p:cNvSpPr txBox="1"/>
          <p:nvPr/>
        </p:nvSpPr>
        <p:spPr>
          <a:xfrm>
            <a:off x="1260000" y="5708295"/>
            <a:ext cx="32443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502 000</a:t>
            </a:r>
          </a:p>
        </p:txBody>
      </p:sp>
      <p:sp>
        <p:nvSpPr>
          <p:cNvPr id="36" name="body: объектов подключено"/>
          <p:cNvSpPr txBox="1"/>
          <p:nvPr/>
        </p:nvSpPr>
        <p:spPr>
          <a:xfrm>
            <a:off x="4757760" y="5667426"/>
            <a:ext cx="215424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объектов подключено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к электрическим сетям</a:t>
            </a:r>
          </a:p>
        </p:txBody>
      </p:sp>
      <p:cxnSp>
        <p:nvCxnSpPr>
          <p:cNvPr id="37" name="motif"/>
          <p:cNvCxnSpPr/>
          <p:nvPr/>
        </p:nvCxnSpPr>
        <p:spPr>
          <a:xfrm>
            <a:off x="576000" y="6864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38" name="motif"/>
          <p:cNvCxnSpPr/>
          <p:nvPr/>
        </p:nvCxnSpPr>
        <p:spPr>
          <a:xfrm>
            <a:off x="586800" y="7467420"/>
            <a:ext cx="410400" cy="0"/>
          </a:xfrm>
          <a:prstGeom prst="line">
            <a:avLst/>
          </a:prstGeom>
          <a:ln w="11430">
            <a:solidFill>
              <a:srgbClr val="EA8729"/>
            </a:solidFill>
          </a:ln>
          <a:effectLst/>
        </p:spPr>
      </p:cxnSp>
      <p:sp>
        <p:nvSpPr>
          <p:cNvPr id="39" name="motif"/>
          <p:cNvSpPr/>
          <p:nvPr/>
        </p:nvSpPr>
        <p:spPr>
          <a:xfrm>
            <a:off x="612685" y="7165020"/>
            <a:ext cx="358630" cy="230037"/>
          </a:xfrm>
          <a:custGeom>
            <a:avLst/>
            <a:gdLst/>
            <a:ahLst/>
            <a:cxnLst/>
            <a:rect l="0" t="0" r="r" b="b"/>
            <a:pathLst>
              <a:path w="358630" h="230037">
                <a:moveTo>
                  <a:pt x="0" y="230037"/>
                </a:moveTo>
                <a:lnTo>
                  <a:pt x="3303" y="199248"/>
                </a:lnTo>
                <a:lnTo>
                  <a:pt x="9293" y="169264"/>
                </a:lnTo>
                <a:lnTo>
                  <a:pt x="17878" y="140543"/>
                </a:lnTo>
                <a:lnTo>
                  <a:pt x="28927" y="113524"/>
                </a:lnTo>
                <a:lnTo>
                  <a:pt x="42272" y="88618"/>
                </a:lnTo>
                <a:lnTo>
                  <a:pt x="57709" y="66206"/>
                </a:lnTo>
                <a:lnTo>
                  <a:pt x="75002" y="46630"/>
                </a:lnTo>
                <a:lnTo>
                  <a:pt x="93887" y="30189"/>
                </a:lnTo>
                <a:lnTo>
                  <a:pt x="114076" y="17134"/>
                </a:lnTo>
                <a:lnTo>
                  <a:pt x="135261" y="7664"/>
                </a:lnTo>
                <a:lnTo>
                  <a:pt x="157119" y="1923"/>
                </a:lnTo>
                <a:lnTo>
                  <a:pt x="179315" y="0"/>
                </a:lnTo>
                <a:lnTo>
                  <a:pt x="201511" y="1923"/>
                </a:lnTo>
                <a:lnTo>
                  <a:pt x="223369" y="7664"/>
                </a:lnTo>
                <a:lnTo>
                  <a:pt x="244554" y="17134"/>
                </a:lnTo>
                <a:lnTo>
                  <a:pt x="264743" y="30189"/>
                </a:lnTo>
                <a:lnTo>
                  <a:pt x="283628" y="46630"/>
                </a:lnTo>
                <a:lnTo>
                  <a:pt x="300921" y="66206"/>
                </a:lnTo>
                <a:lnTo>
                  <a:pt x="316358" y="88618"/>
                </a:lnTo>
                <a:lnTo>
                  <a:pt x="329703" y="113524"/>
                </a:lnTo>
                <a:lnTo>
                  <a:pt x="340752" y="140543"/>
                </a:lnTo>
                <a:lnTo>
                  <a:pt x="349337" y="169264"/>
                </a:lnTo>
                <a:lnTo>
                  <a:pt x="355327" y="199248"/>
                </a:lnTo>
                <a:lnTo>
                  <a:pt x="358630" y="230037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otif"/>
          <p:cNvSpPr/>
          <p:nvPr/>
        </p:nvSpPr>
        <p:spPr>
          <a:xfrm>
            <a:off x="938915" y="7362657"/>
            <a:ext cx="64800" cy="648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otif"/>
          <p:cNvSpPr/>
          <p:nvPr/>
        </p:nvSpPr>
        <p:spPr>
          <a:xfrm>
            <a:off x="580285" y="7362657"/>
            <a:ext cx="64800" cy="648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tat: 339 км"/>
          <p:cNvSpPr txBox="1"/>
          <p:nvPr/>
        </p:nvSpPr>
        <p:spPr>
          <a:xfrm>
            <a:off x="1260000" y="7154295"/>
            <a:ext cx="32443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339 км</a:t>
            </a:r>
          </a:p>
        </p:txBody>
      </p:sp>
      <p:sp>
        <p:nvSpPr>
          <p:cNvPr id="43" name="body: ГНБ прокол"/>
          <p:cNvSpPr txBox="1"/>
          <p:nvPr/>
        </p:nvSpPr>
        <p:spPr>
          <a:xfrm>
            <a:off x="4757760" y="7113426"/>
            <a:ext cx="2154240" cy="1885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ГНБ прокол</a:t>
            </a:r>
          </a:p>
        </p:txBody>
      </p:sp>
      <p:cxnSp>
        <p:nvCxnSpPr>
          <p:cNvPr id="44" name="motif"/>
          <p:cNvCxnSpPr/>
          <p:nvPr/>
        </p:nvCxnSpPr>
        <p:spPr>
          <a:xfrm>
            <a:off x="576000" y="8310000"/>
            <a:ext cx="6336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45" name="motif"/>
          <p:cNvSpPr/>
          <p:nvPr/>
        </p:nvSpPr>
        <p:spPr>
          <a:xfrm>
            <a:off x="630000" y="8553420"/>
            <a:ext cx="324000" cy="378000"/>
          </a:xfrm>
          <a:custGeom>
            <a:avLst/>
            <a:gdLst/>
            <a:ahLst/>
            <a:cxnLst/>
            <a:rect l="0" t="0" r="r" b="b"/>
            <a:pathLst>
              <a:path w="324000" h="378000">
                <a:moveTo>
                  <a:pt x="0" y="378000"/>
                </a:moveTo>
                <a:lnTo>
                  <a:pt x="0" y="126000"/>
                </a:lnTo>
                <a:lnTo>
                  <a:pt x="162000" y="0"/>
                </a:lnTo>
                <a:lnTo>
                  <a:pt x="324000" y="126000"/>
                </a:lnTo>
                <a:lnTo>
                  <a:pt x="324000" y="378000"/>
                </a:lnTo>
                <a:lnTo>
                  <a:pt x="0" y="3780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otif"/>
          <p:cNvSpPr/>
          <p:nvPr/>
        </p:nvSpPr>
        <p:spPr>
          <a:xfrm>
            <a:off x="720000" y="8769420"/>
            <a:ext cx="144000" cy="162000"/>
          </a:xfrm>
          <a:custGeom>
            <a:avLst/>
            <a:gdLst/>
            <a:ahLst/>
            <a:cxnLst/>
            <a:rect l="0" t="0" r="r" b="b"/>
            <a:pathLst>
              <a:path w="144000" h="162000">
                <a:moveTo>
                  <a:pt x="0" y="162000"/>
                </a:moveTo>
                <a:lnTo>
                  <a:pt x="0" y="0"/>
                </a:lnTo>
                <a:lnTo>
                  <a:pt x="144000" y="0"/>
                </a:lnTo>
                <a:lnTo>
                  <a:pt x="144000" y="162000"/>
                </a:lnTo>
              </a:path>
            </a:pathLst>
          </a:custGeom>
          <a:noFill/>
          <a:ln w="11430">
            <a:solidFill>
              <a:srgbClr val="EA87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motif"/>
          <p:cNvCxnSpPr/>
          <p:nvPr/>
        </p:nvCxnSpPr>
        <p:spPr>
          <a:xfrm>
            <a:off x="576000" y="8971020"/>
            <a:ext cx="432000" cy="0"/>
          </a:xfrm>
          <a:prstGeom prst="line">
            <a:avLst/>
          </a:prstGeom>
          <a:ln w="6350">
            <a:solidFill>
              <a:srgbClr val="EA8729"/>
            </a:solidFill>
          </a:ln>
          <a:effectLst/>
        </p:spPr>
      </p:cxnSp>
      <p:sp>
        <p:nvSpPr>
          <p:cNvPr id="48" name="stat: 16 298 м²"/>
          <p:cNvSpPr txBox="1"/>
          <p:nvPr/>
        </p:nvSpPr>
        <p:spPr>
          <a:xfrm>
            <a:off x="1260000" y="8600295"/>
            <a:ext cx="32443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16 298 м²</a:t>
            </a:r>
          </a:p>
        </p:txBody>
      </p:sp>
      <p:sp>
        <p:nvSpPr>
          <p:cNvPr id="49" name="body: построено и введено"/>
          <p:cNvSpPr txBox="1"/>
          <p:nvPr/>
        </p:nvSpPr>
        <p:spPr>
          <a:xfrm>
            <a:off x="4757760" y="8559426"/>
            <a:ext cx="2154240" cy="497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построено и введено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 эксплуатацию промышленных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и гражданских площадей</a:t>
            </a:r>
          </a:p>
        </p:txBody>
      </p:sp>
      <p:sp>
        <p:nvSpPr>
          <p:cNvPr id="50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52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53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54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55" name="folio: 06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F7F5F1"/>
                </a:solidFill>
                <a:latin typeface="Onest SemiBold"/>
                <a:ea typeface="Onest SemiBold"/>
                <a:cs typeface="Onest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image" descr="ca495cddb23af4ae.jp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5" name="marker"/>
          <p:cNvSpPr/>
          <p:nvPr/>
        </p:nvSpPr>
        <p:spPr>
          <a:xfrm>
            <a:off x="648000" y="1728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itle: ПРОЕКТИРОВАНИЕ"/>
          <p:cNvSpPr txBox="1"/>
          <p:nvPr/>
        </p:nvSpPr>
        <p:spPr>
          <a:xfrm>
            <a:off x="648000" y="1973015"/>
            <a:ext cx="6336000" cy="11064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2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ПРОЕКТИРОВАНИЕ</a:t>
            </a:r>
          </a:p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2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И СТРОИТЕЛЬСТВО</a:t>
            </a:r>
          </a:p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2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В СФЕРЕ ЭНЕРГЕТИКИ</a:t>
            </a:r>
          </a:p>
        </p:txBody>
      </p:sp>
      <p:cxnSp>
        <p:nvCxnSpPr>
          <p:cNvPr id="7" name="motif"/>
          <p:cNvCxnSpPr/>
          <p:nvPr/>
        </p:nvCxnSpPr>
        <p:spPr>
          <a:xfrm>
            <a:off x="648000" y="4680000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8" name="item: Внутренние электрические сети"/>
          <p:cNvSpPr txBox="1"/>
          <p:nvPr/>
        </p:nvSpPr>
        <p:spPr>
          <a:xfrm>
            <a:off x="864000" y="4797814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Внутренние электрические сети</a:t>
            </a:r>
          </a:p>
        </p:txBody>
      </p:sp>
      <p:sp>
        <p:nvSpPr>
          <p:cNvPr id="9" name="marker"/>
          <p:cNvSpPr/>
          <p:nvPr/>
        </p:nvSpPr>
        <p:spPr>
          <a:xfrm>
            <a:off x="655200" y="4869212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motif"/>
          <p:cNvCxnSpPr/>
          <p:nvPr/>
        </p:nvCxnSpPr>
        <p:spPr>
          <a:xfrm>
            <a:off x="648000" y="5147014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1" name="item: Кабельные линии"/>
          <p:cNvSpPr txBox="1"/>
          <p:nvPr/>
        </p:nvSpPr>
        <p:spPr>
          <a:xfrm>
            <a:off x="864000" y="5264827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Кабельные линии</a:t>
            </a:r>
          </a:p>
        </p:txBody>
      </p:sp>
      <p:sp>
        <p:nvSpPr>
          <p:cNvPr id="12" name="marker"/>
          <p:cNvSpPr/>
          <p:nvPr/>
        </p:nvSpPr>
        <p:spPr>
          <a:xfrm>
            <a:off x="655200" y="5336225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motif"/>
          <p:cNvCxnSpPr/>
          <p:nvPr/>
        </p:nvCxnSpPr>
        <p:spPr>
          <a:xfrm>
            <a:off x="648000" y="5614028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4" name="item: Воздушные линии электропередач"/>
          <p:cNvSpPr txBox="1"/>
          <p:nvPr/>
        </p:nvSpPr>
        <p:spPr>
          <a:xfrm>
            <a:off x="864000" y="5731841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Воздушные линии электропередач</a:t>
            </a:r>
          </a:p>
        </p:txBody>
      </p:sp>
      <p:sp>
        <p:nvSpPr>
          <p:cNvPr id="15" name="marker"/>
          <p:cNvSpPr/>
          <p:nvPr/>
        </p:nvSpPr>
        <p:spPr>
          <a:xfrm>
            <a:off x="655200" y="5803239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motif"/>
          <p:cNvCxnSpPr/>
          <p:nvPr/>
        </p:nvCxnSpPr>
        <p:spPr>
          <a:xfrm>
            <a:off x="648000" y="6081041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7" name="item: Распределительные пункты, тран"/>
          <p:cNvSpPr txBox="1"/>
          <p:nvPr/>
        </p:nvSpPr>
        <p:spPr>
          <a:xfrm>
            <a:off x="864000" y="6198855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Распределительные пункты, трансформаторные подстанции</a:t>
            </a:r>
          </a:p>
        </p:txBody>
      </p:sp>
      <p:sp>
        <p:nvSpPr>
          <p:cNvPr id="18" name="marker"/>
          <p:cNvSpPr/>
          <p:nvPr/>
        </p:nvSpPr>
        <p:spPr>
          <a:xfrm>
            <a:off x="655200" y="6270253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motif"/>
          <p:cNvCxnSpPr/>
          <p:nvPr/>
        </p:nvCxnSpPr>
        <p:spPr>
          <a:xfrm>
            <a:off x="648000" y="6548055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0" name="item: Архитектурное освещение"/>
          <p:cNvSpPr txBox="1"/>
          <p:nvPr/>
        </p:nvSpPr>
        <p:spPr>
          <a:xfrm>
            <a:off x="864000" y="6665869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Архитектурное освещение</a:t>
            </a:r>
          </a:p>
        </p:txBody>
      </p:sp>
      <p:sp>
        <p:nvSpPr>
          <p:cNvPr id="21" name="marker"/>
          <p:cNvSpPr/>
          <p:nvPr/>
        </p:nvSpPr>
        <p:spPr>
          <a:xfrm>
            <a:off x="655200" y="6737267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motif"/>
          <p:cNvCxnSpPr/>
          <p:nvPr/>
        </p:nvCxnSpPr>
        <p:spPr>
          <a:xfrm>
            <a:off x="648000" y="7015069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3" name="item: Сервисное обслуживание электро"/>
          <p:cNvSpPr txBox="1"/>
          <p:nvPr/>
        </p:nvSpPr>
        <p:spPr>
          <a:xfrm>
            <a:off x="864000" y="7132882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Сервисное обслуживание электроустановок</a:t>
            </a:r>
          </a:p>
        </p:txBody>
      </p:sp>
      <p:sp>
        <p:nvSpPr>
          <p:cNvPr id="24" name="marker"/>
          <p:cNvSpPr/>
          <p:nvPr/>
        </p:nvSpPr>
        <p:spPr>
          <a:xfrm>
            <a:off x="655200" y="7204280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motif"/>
          <p:cNvCxnSpPr/>
          <p:nvPr/>
        </p:nvCxnSpPr>
        <p:spPr>
          <a:xfrm>
            <a:off x="648000" y="7482083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6" name="item: Электротехническая лаборатория"/>
          <p:cNvSpPr txBox="1"/>
          <p:nvPr/>
        </p:nvSpPr>
        <p:spPr>
          <a:xfrm>
            <a:off x="864000" y="7599896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Электротехническая лаборатория</a:t>
            </a:r>
          </a:p>
        </p:txBody>
      </p:sp>
      <p:sp>
        <p:nvSpPr>
          <p:cNvPr id="27" name="marker"/>
          <p:cNvSpPr/>
          <p:nvPr/>
        </p:nvSpPr>
        <p:spPr>
          <a:xfrm>
            <a:off x="655200" y="7671294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motif"/>
          <p:cNvCxnSpPr/>
          <p:nvPr/>
        </p:nvCxnSpPr>
        <p:spPr>
          <a:xfrm>
            <a:off x="648000" y="7949096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9" name="item: Наружное электроосвещение"/>
          <p:cNvSpPr txBox="1"/>
          <p:nvPr/>
        </p:nvSpPr>
        <p:spPr>
          <a:xfrm>
            <a:off x="864000" y="8066910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Наружное электроосвещение</a:t>
            </a:r>
          </a:p>
        </p:txBody>
      </p:sp>
      <p:sp>
        <p:nvSpPr>
          <p:cNvPr id="30" name="marker"/>
          <p:cNvSpPr/>
          <p:nvPr/>
        </p:nvSpPr>
        <p:spPr>
          <a:xfrm>
            <a:off x="655200" y="8138308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motif"/>
          <p:cNvCxnSpPr/>
          <p:nvPr/>
        </p:nvCxnSpPr>
        <p:spPr>
          <a:xfrm>
            <a:off x="648000" y="8416110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32" name="item: Пусконаладочные работы"/>
          <p:cNvSpPr txBox="1"/>
          <p:nvPr/>
        </p:nvSpPr>
        <p:spPr>
          <a:xfrm>
            <a:off x="864000" y="8533924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Пусконаладочные работы</a:t>
            </a:r>
          </a:p>
        </p:txBody>
      </p:sp>
      <p:sp>
        <p:nvSpPr>
          <p:cNvPr id="33" name="marker"/>
          <p:cNvSpPr/>
          <p:nvPr/>
        </p:nvSpPr>
        <p:spPr>
          <a:xfrm>
            <a:off x="655200" y="8605322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motif"/>
          <p:cNvCxnSpPr/>
          <p:nvPr/>
        </p:nvCxnSpPr>
        <p:spPr>
          <a:xfrm>
            <a:off x="648000" y="8883124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35" name="item: ГНБ/ГНП"/>
          <p:cNvSpPr txBox="1"/>
          <p:nvPr/>
        </p:nvSpPr>
        <p:spPr>
          <a:xfrm>
            <a:off x="864000" y="9000937"/>
            <a:ext cx="6120000" cy="233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ГНБ/ГНП</a:t>
            </a:r>
          </a:p>
        </p:txBody>
      </p:sp>
      <p:sp>
        <p:nvSpPr>
          <p:cNvPr id="36" name="marker"/>
          <p:cNvSpPr/>
          <p:nvPr/>
        </p:nvSpPr>
        <p:spPr>
          <a:xfrm>
            <a:off x="655200" y="9072335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motif"/>
          <p:cNvCxnSpPr/>
          <p:nvPr/>
        </p:nvCxnSpPr>
        <p:spPr>
          <a:xfrm>
            <a:off x="648000" y="9350138"/>
            <a:ext cx="6336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38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40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41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42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43" name="folio: 07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F7F5F1"/>
                </a:solidFill>
                <a:latin typeface="Onest SemiBold"/>
                <a:ea typeface="Onest SemiBold"/>
                <a:cs typeface="Onest SemiBold"/>
              </a:rPr>
              <a:t>07</a:t>
            </a:r>
          </a:p>
        </p:txBody>
      </p:sp>
      <p:sp>
        <p:nvSpPr>
          <p:cNvPr id="44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ker"/>
          <p:cNvSpPr/>
          <p:nvPr/>
        </p:nvSpPr>
        <p:spPr>
          <a:xfrm>
            <a:off x="576000" y="144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itle: ВНУТРЕННИЕ"/>
          <p:cNvSpPr txBox="1"/>
          <p:nvPr/>
        </p:nvSpPr>
        <p:spPr>
          <a:xfrm>
            <a:off x="547200" y="1788520"/>
            <a:ext cx="6408000" cy="1148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spc="-140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ВНУТРЕННИЕ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spc="-140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ЭЛЕКТРИЧЕСКИЕ СЕТИ</a:t>
            </a:r>
          </a:p>
        </p:txBody>
      </p:sp>
      <p:sp>
        <p:nvSpPr>
          <p:cNvPr id="5" name="marker"/>
          <p:cNvSpPr/>
          <p:nvPr/>
        </p:nvSpPr>
        <p:spPr>
          <a:xfrm>
            <a:off x="576000" y="4392000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tem: Внутренняя электрическая сеть"/>
          <p:cNvSpPr txBox="1"/>
          <p:nvPr/>
        </p:nvSpPr>
        <p:spPr>
          <a:xfrm>
            <a:off x="1008000" y="4291996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Внутренняя электрическая сеть</a:t>
            </a:r>
          </a:p>
        </p:txBody>
      </p:sp>
      <p:sp>
        <p:nvSpPr>
          <p:cNvPr id="7" name="marker"/>
          <p:cNvSpPr/>
          <p:nvPr/>
        </p:nvSpPr>
        <p:spPr>
          <a:xfrm>
            <a:off x="576000" y="4778021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tem: Пожарная сигнализация"/>
          <p:cNvSpPr txBox="1"/>
          <p:nvPr/>
        </p:nvSpPr>
        <p:spPr>
          <a:xfrm>
            <a:off x="1008000" y="4678018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Пожарная сигнализация</a:t>
            </a:r>
          </a:p>
        </p:txBody>
      </p:sp>
      <p:sp>
        <p:nvSpPr>
          <p:cNvPr id="9" name="marker"/>
          <p:cNvSpPr/>
          <p:nvPr/>
        </p:nvSpPr>
        <p:spPr>
          <a:xfrm>
            <a:off x="576000" y="5164042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item: Охранная сигнализация"/>
          <p:cNvSpPr txBox="1"/>
          <p:nvPr/>
        </p:nvSpPr>
        <p:spPr>
          <a:xfrm>
            <a:off x="1008000" y="5064039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Охранная сигнализация</a:t>
            </a:r>
          </a:p>
        </p:txBody>
      </p:sp>
      <p:sp>
        <p:nvSpPr>
          <p:cNvPr id="11" name="marker"/>
          <p:cNvSpPr/>
          <p:nvPr/>
        </p:nvSpPr>
        <p:spPr>
          <a:xfrm>
            <a:off x="576000" y="5550064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item: Локальная сеть"/>
          <p:cNvSpPr txBox="1"/>
          <p:nvPr/>
        </p:nvSpPr>
        <p:spPr>
          <a:xfrm>
            <a:off x="1008000" y="5450060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Локальная сеть</a:t>
            </a:r>
          </a:p>
        </p:txBody>
      </p:sp>
      <p:sp>
        <p:nvSpPr>
          <p:cNvPr id="13" name="marker"/>
          <p:cNvSpPr/>
          <p:nvPr/>
        </p:nvSpPr>
        <p:spPr>
          <a:xfrm>
            <a:off x="576000" y="5936085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item: Диспетчеризация"/>
          <p:cNvSpPr txBox="1"/>
          <p:nvPr/>
        </p:nvSpPr>
        <p:spPr>
          <a:xfrm>
            <a:off x="1008000" y="5836082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Диспетчеризация</a:t>
            </a:r>
          </a:p>
        </p:txBody>
      </p:sp>
      <p:pic>
        <p:nvPicPr>
          <p:cNvPr id="15" name="image" descr="a1437bb7cea9c2b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754106"/>
            <a:ext cx="7480959" cy="3937894"/>
          </a:xfrm>
          <a:prstGeom prst="rect">
            <a:avLst/>
          </a:prstGeom>
        </p:spPr>
      </p:pic>
      <p:sp>
        <p:nvSpPr>
          <p:cNvPr id="16" name="band"/>
          <p:cNvSpPr/>
          <p:nvPr/>
        </p:nvSpPr>
        <p:spPr>
          <a:xfrm>
            <a:off x="0" y="6700106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9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20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21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2" name="folio: 08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image" descr="4c6b82d34ed3257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4257377"/>
          </a:xfrm>
          <a:prstGeom prst="rect">
            <a:avLst/>
          </a:prstGeom>
        </p:spPr>
      </p:pic>
      <p:pic>
        <p:nvPicPr>
          <p:cNvPr id="5" name="image" descr="b40ab4b70e188dc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257377"/>
            <a:ext cx="7560000" cy="6434623"/>
          </a:xfrm>
          <a:prstGeom prst="rect">
            <a:avLst/>
          </a:prstGeom>
        </p:spPr>
      </p:pic>
      <p:sp>
        <p:nvSpPr>
          <p:cNvPr id="6" name="band"/>
          <p:cNvSpPr/>
          <p:nvPr/>
        </p:nvSpPr>
        <p:spPr>
          <a:xfrm>
            <a:off x="0" y="4203377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9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0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1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2" name="folio: 09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09</a:t>
            </a:r>
          </a:p>
        </p:txBody>
      </p:sp>
      <p:sp>
        <p:nvSpPr>
          <p:cNvPr id="13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10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10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КАБЕЛЬНЫЕ"/>
          <p:cNvSpPr txBox="1"/>
          <p:nvPr/>
        </p:nvSpPr>
        <p:spPr>
          <a:xfrm>
            <a:off x="691200" y="1540770"/>
            <a:ext cx="6192000" cy="876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КАБЕЛЬНЫЕ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ЛИНИИ</a:t>
            </a:r>
          </a:p>
        </p:txBody>
      </p:sp>
      <p:cxnSp>
        <p:nvCxnSpPr>
          <p:cNvPr id="51" name="motif"/>
          <p:cNvCxnSpPr/>
          <p:nvPr/>
        </p:nvCxnSpPr>
        <p:spPr>
          <a:xfrm>
            <a:off x="720000" y="2846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2" name="marker"/>
          <p:cNvSpPr/>
          <p:nvPr/>
        </p:nvSpPr>
        <p:spPr>
          <a:xfrm>
            <a:off x="720000" y="3026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item: Собственная спецтехника"/>
          <p:cNvSpPr txBox="1"/>
          <p:nvPr/>
        </p:nvSpPr>
        <p:spPr>
          <a:xfrm>
            <a:off x="918000" y="2963572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Собственная спецтехника</a:t>
            </a:r>
          </a:p>
        </p:txBody>
      </p:sp>
      <p:cxnSp>
        <p:nvCxnSpPr>
          <p:cNvPr id="54" name="motif"/>
          <p:cNvCxnSpPr/>
          <p:nvPr/>
        </p:nvCxnSpPr>
        <p:spPr>
          <a:xfrm>
            <a:off x="720000" y="3290396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5" name="marker"/>
          <p:cNvSpPr/>
          <p:nvPr/>
        </p:nvSpPr>
        <p:spPr>
          <a:xfrm>
            <a:off x="720000" y="3469868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item: Профессиональный инженерный со"/>
          <p:cNvSpPr txBox="1"/>
          <p:nvPr/>
        </p:nvSpPr>
        <p:spPr>
          <a:xfrm>
            <a:off x="918000" y="3407194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Профессиональный инженерный состав</a:t>
            </a:r>
          </a:p>
        </p:txBody>
      </p:sp>
      <p:cxnSp>
        <p:nvCxnSpPr>
          <p:cNvPr id="57" name="motif"/>
          <p:cNvCxnSpPr/>
          <p:nvPr/>
        </p:nvCxnSpPr>
        <p:spPr>
          <a:xfrm>
            <a:off x="720000" y="3734018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8" name="marker"/>
          <p:cNvSpPr/>
          <p:nvPr/>
        </p:nvSpPr>
        <p:spPr>
          <a:xfrm>
            <a:off x="720000" y="3913489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item: Аккредитация заводов изготовит"/>
          <p:cNvSpPr txBox="1"/>
          <p:nvPr/>
        </p:nvSpPr>
        <p:spPr>
          <a:xfrm>
            <a:off x="918000" y="3850815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Аккредитация заводов изготовителей</a:t>
            </a:r>
          </a:p>
        </p:txBody>
      </p:sp>
      <p:cxnSp>
        <p:nvCxnSpPr>
          <p:cNvPr id="60" name="motif"/>
          <p:cNvCxnSpPr/>
          <p:nvPr/>
        </p:nvCxnSpPr>
        <p:spPr>
          <a:xfrm>
            <a:off x="720000" y="4177639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1" name="marker"/>
          <p:cNvSpPr/>
          <p:nvPr/>
        </p:nvSpPr>
        <p:spPr>
          <a:xfrm>
            <a:off x="720000" y="4357111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item: Оптимизация сроков"/>
          <p:cNvSpPr txBox="1"/>
          <p:nvPr/>
        </p:nvSpPr>
        <p:spPr>
          <a:xfrm>
            <a:off x="918000" y="4294436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Оптимизация сроков</a:t>
            </a:r>
          </a:p>
        </p:txBody>
      </p:sp>
      <p:cxnSp>
        <p:nvCxnSpPr>
          <p:cNvPr id="63" name="motif"/>
          <p:cNvCxnSpPr/>
          <p:nvPr/>
        </p:nvCxnSpPr>
        <p:spPr>
          <a:xfrm>
            <a:off x="720000" y="462126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4" name="marker"/>
          <p:cNvSpPr/>
          <p:nvPr/>
        </p:nvSpPr>
        <p:spPr>
          <a:xfrm>
            <a:off x="720000" y="480073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item: Многолетний опыт строительства"/>
          <p:cNvSpPr txBox="1"/>
          <p:nvPr/>
        </p:nvSpPr>
        <p:spPr>
          <a:xfrm>
            <a:off x="918000" y="4738058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Многолетний опыт строительства</a:t>
            </a:r>
          </a:p>
        </p:txBody>
      </p:sp>
      <p:cxnSp>
        <p:nvCxnSpPr>
          <p:cNvPr id="66" name="motif"/>
          <p:cNvCxnSpPr/>
          <p:nvPr/>
        </p:nvCxnSpPr>
        <p:spPr>
          <a:xfrm>
            <a:off x="720000" y="5064881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67" name="image" descr="e934bcee069cbb2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6133385"/>
            <a:ext cx="6408000" cy="3766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11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11</a:t>
            </a:r>
          </a:p>
        </p:txBody>
      </p:sp>
      <p:pic>
        <p:nvPicPr>
          <p:cNvPr id="50" name="image" descr="4e7e257543a3f36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1735723"/>
            <a:ext cx="6408000" cy="3281516"/>
          </a:xfrm>
          <a:prstGeom prst="rect">
            <a:avLst/>
          </a:prstGeom>
        </p:spPr>
      </p:pic>
      <p:pic>
        <p:nvPicPr>
          <p:cNvPr id="51" name="image" descr="ffd5dd3a5f26442f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6000" y="5161239"/>
            <a:ext cx="6408000" cy="4511439"/>
          </a:xfrm>
          <a:prstGeom prst="rect">
            <a:avLst/>
          </a:prstGeom>
        </p:spPr>
      </p:pic>
      <p:sp>
        <p:nvSpPr>
          <p:cNvPr id="52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ker"/>
          <p:cNvSpPr/>
          <p:nvPr/>
        </p:nvSpPr>
        <p:spPr>
          <a:xfrm>
            <a:off x="576000" y="144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itle: ВОЗДУШНЫЕ ЛИНИИ"/>
          <p:cNvSpPr txBox="1"/>
          <p:nvPr/>
        </p:nvSpPr>
        <p:spPr>
          <a:xfrm>
            <a:off x="547200" y="1788520"/>
            <a:ext cx="6408000" cy="1148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spc="-140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ВОЗДУШНЫЕ ЛИНИИ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spc="-140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ЭЛЕКТРОПЕРЕДАЧ</a:t>
            </a:r>
          </a:p>
        </p:txBody>
      </p:sp>
      <p:sp>
        <p:nvSpPr>
          <p:cNvPr id="5" name="marker"/>
          <p:cNvSpPr/>
          <p:nvPr/>
        </p:nvSpPr>
        <p:spPr>
          <a:xfrm>
            <a:off x="576000" y="4392000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tem: Проектирование ключевых энерге"/>
          <p:cNvSpPr txBox="1"/>
          <p:nvPr/>
        </p:nvSpPr>
        <p:spPr>
          <a:xfrm>
            <a:off x="1008000" y="4291996"/>
            <a:ext cx="5904000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Проектирование ключевых энергетических объектов, необходимых для бесперебойного</a:t>
            </a:r>
          </a:p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функционирования инфраструктуры ВСМ.</a:t>
            </a:r>
          </a:p>
        </p:txBody>
      </p:sp>
      <p:sp>
        <p:nvSpPr>
          <p:cNvPr id="7" name="marker"/>
          <p:cNvSpPr/>
          <p:nvPr/>
        </p:nvSpPr>
        <p:spPr>
          <a:xfrm>
            <a:off x="576000" y="4962044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tem: Участие в строительстве высоко"/>
          <p:cNvSpPr txBox="1"/>
          <p:nvPr/>
        </p:nvSpPr>
        <p:spPr>
          <a:xfrm>
            <a:off x="1008000" y="4862041"/>
            <a:ext cx="5904000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Участие в строительстве высокоскоростной железнодорожной магистрали в качестве</a:t>
            </a:r>
          </a:p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генподрядчика.</a:t>
            </a:r>
          </a:p>
        </p:txBody>
      </p:sp>
      <p:pic>
        <p:nvPicPr>
          <p:cNvPr id="9" name="image" descr="f4765bdf8fe92c9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040161"/>
            <a:ext cx="7560000" cy="4651839"/>
          </a:xfrm>
          <a:prstGeom prst="rect">
            <a:avLst/>
          </a:prstGeom>
        </p:spPr>
      </p:pic>
      <p:sp>
        <p:nvSpPr>
          <p:cNvPr id="10" name="band"/>
          <p:cNvSpPr/>
          <p:nvPr/>
        </p:nvSpPr>
        <p:spPr>
          <a:xfrm>
            <a:off x="0" y="5986161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3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4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5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6" name="folio: 12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image" descr="4d8ad338f7c83dc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4591084"/>
          </a:xfrm>
          <a:prstGeom prst="rect">
            <a:avLst/>
          </a:prstGeom>
        </p:spPr>
      </p:pic>
      <p:pic>
        <p:nvPicPr>
          <p:cNvPr id="5" name="image" descr="c69bbe0f34db7d0f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591084"/>
            <a:ext cx="7560000" cy="6100916"/>
          </a:xfrm>
          <a:prstGeom prst="rect">
            <a:avLst/>
          </a:prstGeom>
        </p:spPr>
      </p:pic>
      <p:sp>
        <p:nvSpPr>
          <p:cNvPr id="6" name="band"/>
          <p:cNvSpPr/>
          <p:nvPr/>
        </p:nvSpPr>
        <p:spPr>
          <a:xfrm>
            <a:off x="0" y="4537084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9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0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1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2" name="folio: 13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13</a:t>
            </a:r>
          </a:p>
        </p:txBody>
      </p:sp>
      <p:sp>
        <p:nvSpPr>
          <p:cNvPr id="13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14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14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РАСПРЕДЕЛИТЕЛЬНЫЕ ПУНКТЫ,"/>
          <p:cNvSpPr txBox="1"/>
          <p:nvPr/>
        </p:nvSpPr>
        <p:spPr>
          <a:xfrm>
            <a:off x="691200" y="1540770"/>
            <a:ext cx="6216963" cy="1257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РАСПРЕДЕЛИТЕЛЬНЫЕ ПУНКТЫ,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ТРАНСФОРМАТОРНЫЕ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ПОДСТАНЦИИ 110/35КВ</a:t>
            </a:r>
          </a:p>
        </p:txBody>
      </p:sp>
      <p:cxnSp>
        <p:nvCxnSpPr>
          <p:cNvPr id="51" name="motif"/>
          <p:cNvCxnSpPr/>
          <p:nvPr/>
        </p:nvCxnSpPr>
        <p:spPr>
          <a:xfrm>
            <a:off x="720000" y="3227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2" name="marker"/>
          <p:cNvSpPr/>
          <p:nvPr/>
        </p:nvSpPr>
        <p:spPr>
          <a:xfrm>
            <a:off x="720000" y="3407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item: Технико-экономическое обоснова"/>
          <p:cNvSpPr txBox="1"/>
          <p:nvPr/>
        </p:nvSpPr>
        <p:spPr>
          <a:xfrm>
            <a:off x="918000" y="3344572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Технико-экономическое обоснование</a:t>
            </a:r>
          </a:p>
        </p:txBody>
      </p:sp>
      <p:cxnSp>
        <p:nvCxnSpPr>
          <p:cNvPr id="54" name="motif"/>
          <p:cNvCxnSpPr/>
          <p:nvPr/>
        </p:nvCxnSpPr>
        <p:spPr>
          <a:xfrm>
            <a:off x="720000" y="3671396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5" name="marker"/>
          <p:cNvSpPr/>
          <p:nvPr/>
        </p:nvSpPr>
        <p:spPr>
          <a:xfrm>
            <a:off x="720000" y="3850868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item: Проектирование"/>
          <p:cNvSpPr txBox="1"/>
          <p:nvPr/>
        </p:nvSpPr>
        <p:spPr>
          <a:xfrm>
            <a:off x="918000" y="3788194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Проектирование</a:t>
            </a:r>
          </a:p>
        </p:txBody>
      </p:sp>
      <p:cxnSp>
        <p:nvCxnSpPr>
          <p:cNvPr id="57" name="motif"/>
          <p:cNvCxnSpPr/>
          <p:nvPr/>
        </p:nvCxnSpPr>
        <p:spPr>
          <a:xfrm>
            <a:off x="720000" y="4115017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8" name="marker"/>
          <p:cNvSpPr/>
          <p:nvPr/>
        </p:nvSpPr>
        <p:spPr>
          <a:xfrm>
            <a:off x="720000" y="4294490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item: Строительство"/>
          <p:cNvSpPr txBox="1"/>
          <p:nvPr/>
        </p:nvSpPr>
        <p:spPr>
          <a:xfrm>
            <a:off x="918000" y="4231815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Строительство</a:t>
            </a:r>
          </a:p>
        </p:txBody>
      </p:sp>
      <p:cxnSp>
        <p:nvCxnSpPr>
          <p:cNvPr id="60" name="motif"/>
          <p:cNvCxnSpPr/>
          <p:nvPr/>
        </p:nvCxnSpPr>
        <p:spPr>
          <a:xfrm>
            <a:off x="720000" y="4558639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61" name="image" descr="9d3cd9b2363ef03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6063748"/>
            <a:ext cx="3134561" cy="3836252"/>
          </a:xfrm>
          <a:prstGeom prst="rect">
            <a:avLst/>
          </a:prstGeom>
        </p:spPr>
      </p:pic>
      <p:pic>
        <p:nvPicPr>
          <p:cNvPr id="62" name="image" descr="0f1947967397387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54561" y="6063748"/>
            <a:ext cx="3129439" cy="38362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15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15</a:t>
            </a:r>
          </a:p>
        </p:txBody>
      </p:sp>
      <p:pic>
        <p:nvPicPr>
          <p:cNvPr id="50" name="image" descr="5ad2aed4e06c7b9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1828207"/>
            <a:ext cx="6408000" cy="3122386"/>
          </a:xfrm>
          <a:prstGeom prst="rect">
            <a:avLst/>
          </a:prstGeom>
        </p:spPr>
      </p:pic>
      <p:pic>
        <p:nvPicPr>
          <p:cNvPr id="51" name="image" descr="23d034d921dee7c6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6000" y="5094593"/>
            <a:ext cx="6408000" cy="4485600"/>
          </a:xfrm>
          <a:prstGeom prst="rect">
            <a:avLst/>
          </a:prstGeom>
        </p:spPr>
      </p:pic>
      <p:sp>
        <p:nvSpPr>
          <p:cNvPr id="52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ker"/>
          <p:cNvSpPr/>
          <p:nvPr/>
        </p:nvSpPr>
        <p:spPr>
          <a:xfrm>
            <a:off x="576000" y="158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itle: ДЕКОРАТИВНОЕ"/>
          <p:cNvSpPr txBox="1"/>
          <p:nvPr/>
        </p:nvSpPr>
        <p:spPr>
          <a:xfrm>
            <a:off x="547200" y="1894293"/>
            <a:ext cx="6408000" cy="1131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6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ДЕКОРАТИВНОЕ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6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И АРХИТЕКТУРНОЕ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6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ОСВЕЩЕНИЕ</a:t>
            </a:r>
          </a:p>
        </p:txBody>
      </p:sp>
      <p:cxnSp>
        <p:nvCxnSpPr>
          <p:cNvPr id="5" name="motif"/>
          <p:cNvCxnSpPr/>
          <p:nvPr/>
        </p:nvCxnSpPr>
        <p:spPr>
          <a:xfrm>
            <a:off x="576000" y="3462998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6" name="marker"/>
          <p:cNvSpPr/>
          <p:nvPr/>
        </p:nvSpPr>
        <p:spPr>
          <a:xfrm>
            <a:off x="576000" y="3640438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tem: Проектирование"/>
          <p:cNvSpPr txBox="1"/>
          <p:nvPr/>
        </p:nvSpPr>
        <p:spPr>
          <a:xfrm>
            <a:off x="774000" y="3580747"/>
            <a:ext cx="4870800" cy="20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Проектирование</a:t>
            </a:r>
          </a:p>
        </p:txBody>
      </p:sp>
      <p:cxnSp>
        <p:nvCxnSpPr>
          <p:cNvPr id="8" name="motif"/>
          <p:cNvCxnSpPr/>
          <p:nvPr/>
        </p:nvCxnSpPr>
        <p:spPr>
          <a:xfrm>
            <a:off x="576000" y="3898522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9" name="marker"/>
          <p:cNvSpPr/>
          <p:nvPr/>
        </p:nvSpPr>
        <p:spPr>
          <a:xfrm>
            <a:off x="576000" y="407596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item: Монтажные работы"/>
          <p:cNvSpPr txBox="1"/>
          <p:nvPr/>
        </p:nvSpPr>
        <p:spPr>
          <a:xfrm>
            <a:off x="774000" y="4016272"/>
            <a:ext cx="4870800" cy="20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Монтажные работы</a:t>
            </a:r>
          </a:p>
        </p:txBody>
      </p:sp>
      <p:cxnSp>
        <p:nvCxnSpPr>
          <p:cNvPr id="11" name="motif"/>
          <p:cNvCxnSpPr/>
          <p:nvPr/>
        </p:nvCxnSpPr>
        <p:spPr>
          <a:xfrm>
            <a:off x="576000" y="4334047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pic>
        <p:nvPicPr>
          <p:cNvPr id="12" name="image" descr="1b5e35e3a49cbc8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088935"/>
            <a:ext cx="7560000" cy="4603065"/>
          </a:xfrm>
          <a:prstGeom prst="rect">
            <a:avLst/>
          </a:prstGeom>
        </p:spPr>
      </p:pic>
      <p:sp>
        <p:nvSpPr>
          <p:cNvPr id="13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5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6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7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8" name="folio: 16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arker"/>
          <p:cNvSpPr/>
          <p:nvPr/>
        </p:nvSpPr>
        <p:spPr>
          <a:xfrm>
            <a:off x="648000" y="158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itle: НАРУЖНОЕ"/>
          <p:cNvSpPr txBox="1"/>
          <p:nvPr/>
        </p:nvSpPr>
        <p:spPr>
          <a:xfrm>
            <a:off x="619200" y="1894293"/>
            <a:ext cx="6408000" cy="7886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6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НАРУЖНОЕ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68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ЭЛЕКТРООСВЕЩЕНИЕ</a:t>
            </a:r>
          </a:p>
        </p:txBody>
      </p:sp>
      <p:cxnSp>
        <p:nvCxnSpPr>
          <p:cNvPr id="6" name="motif"/>
          <p:cNvCxnSpPr/>
          <p:nvPr/>
        </p:nvCxnSpPr>
        <p:spPr>
          <a:xfrm>
            <a:off x="648000" y="3120098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7" name="marker"/>
          <p:cNvSpPr/>
          <p:nvPr/>
        </p:nvSpPr>
        <p:spPr>
          <a:xfrm>
            <a:off x="648000" y="3297538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tem: Проектирование"/>
          <p:cNvSpPr txBox="1"/>
          <p:nvPr/>
        </p:nvSpPr>
        <p:spPr>
          <a:xfrm>
            <a:off x="846000" y="3237848"/>
            <a:ext cx="4870800" cy="20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Проектирование</a:t>
            </a:r>
          </a:p>
        </p:txBody>
      </p:sp>
      <p:cxnSp>
        <p:nvCxnSpPr>
          <p:cNvPr id="9" name="motif"/>
          <p:cNvCxnSpPr/>
          <p:nvPr/>
        </p:nvCxnSpPr>
        <p:spPr>
          <a:xfrm>
            <a:off x="648000" y="3555622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0" name="marker"/>
          <p:cNvSpPr/>
          <p:nvPr/>
        </p:nvSpPr>
        <p:spPr>
          <a:xfrm>
            <a:off x="648000" y="373306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item: Строительство"/>
          <p:cNvSpPr txBox="1"/>
          <p:nvPr/>
        </p:nvSpPr>
        <p:spPr>
          <a:xfrm>
            <a:off x="846000" y="3673372"/>
            <a:ext cx="4870800" cy="20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Строительство</a:t>
            </a:r>
          </a:p>
        </p:txBody>
      </p:sp>
      <p:cxnSp>
        <p:nvCxnSpPr>
          <p:cNvPr id="12" name="motif"/>
          <p:cNvCxnSpPr/>
          <p:nvPr/>
        </p:nvCxnSpPr>
        <p:spPr>
          <a:xfrm>
            <a:off x="648000" y="3991148"/>
            <a:ext cx="50688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pic>
        <p:nvPicPr>
          <p:cNvPr id="13" name="image" descr="9d71ee9f23f292d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7069629"/>
            <a:ext cx="7560000" cy="3622371"/>
          </a:xfrm>
          <a:prstGeom prst="rect">
            <a:avLst/>
          </a:prstGeom>
        </p:spPr>
      </p:pic>
      <p:sp>
        <p:nvSpPr>
          <p:cNvPr id="14" name="plate"/>
          <p:cNvSpPr/>
          <p:nvPr/>
        </p:nvSpPr>
        <p:spPr>
          <a:xfrm>
            <a:off x="540000" y="10268156"/>
            <a:ext cx="1015338" cy="423844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ption: Участок а/д. М11"/>
          <p:cNvSpPr txBox="1"/>
          <p:nvPr/>
        </p:nvSpPr>
        <p:spPr>
          <a:xfrm>
            <a:off x="648000" y="10351699"/>
            <a:ext cx="6336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">
                <a:solidFill>
                  <a:srgbClr val="F7F5F1"/>
                </a:solidFill>
                <a:latin typeface="Onest SemiBold"/>
                <a:ea typeface="Onest SemiBold"/>
                <a:cs typeface="Onest SemiBold"/>
              </a:rPr>
              <a:t>Участок а/д. М11</a:t>
            </a:r>
          </a:p>
        </p:txBody>
      </p:sp>
      <p:sp>
        <p:nvSpPr>
          <p:cNvPr id="16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8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9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0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21" name="folio: 17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17</a:t>
            </a:r>
          </a:p>
        </p:txBody>
      </p:sp>
      <p:sp>
        <p:nvSpPr>
          <p:cNvPr id="22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18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18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ПУСКОНАЛАДОЧНЫЕ"/>
          <p:cNvSpPr txBox="1"/>
          <p:nvPr/>
        </p:nvSpPr>
        <p:spPr>
          <a:xfrm>
            <a:off x="691200" y="1540770"/>
            <a:ext cx="6192000" cy="876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ПУСКОНАЛАДОЧНЫЕ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РАБОТЫ</a:t>
            </a:r>
          </a:p>
        </p:txBody>
      </p:sp>
      <p:cxnSp>
        <p:nvCxnSpPr>
          <p:cNvPr id="51" name="motif"/>
          <p:cNvCxnSpPr/>
          <p:nvPr/>
        </p:nvCxnSpPr>
        <p:spPr>
          <a:xfrm>
            <a:off x="720000" y="2846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2" name="marker"/>
          <p:cNvSpPr/>
          <p:nvPr/>
        </p:nvSpPr>
        <p:spPr>
          <a:xfrm>
            <a:off x="720000" y="3026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item: Комплексы работ, выполняемые с"/>
          <p:cNvSpPr txBox="1"/>
          <p:nvPr/>
        </p:nvSpPr>
        <p:spPr>
          <a:xfrm>
            <a:off x="918000" y="2963572"/>
            <a:ext cx="5922000" cy="5680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Комплексы работ, выполняемые с целью наладки работоспособности систем, проверка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на соответствие параметрам проектной документации и технологическим требованиям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на этапе ввода систем в эксплуатацию</a:t>
            </a:r>
          </a:p>
        </p:txBody>
      </p:sp>
      <p:cxnSp>
        <p:nvCxnSpPr>
          <p:cNvPr id="54" name="motif"/>
          <p:cNvCxnSpPr/>
          <p:nvPr/>
        </p:nvCxnSpPr>
        <p:spPr>
          <a:xfrm>
            <a:off x="720000" y="364244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55" name="image" descr="cd253500b89c7ec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5993187"/>
            <a:ext cx="6408000" cy="39068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19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19</a:t>
            </a:r>
          </a:p>
        </p:txBody>
      </p:sp>
      <p:sp>
        <p:nvSpPr>
          <p:cNvPr id="50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itle: ГНБ (ГОРИЗОНТАЛЬНО-"/>
          <p:cNvSpPr txBox="1"/>
          <p:nvPr/>
        </p:nvSpPr>
        <p:spPr>
          <a:xfrm>
            <a:off x="691200" y="1540770"/>
            <a:ext cx="6192000" cy="876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ГНБ (ГОРИЗОНТАЛЬНО-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НАПРАВЛЕННОЕ БУРЕНИЕ)</a:t>
            </a:r>
          </a:p>
        </p:txBody>
      </p:sp>
      <p:cxnSp>
        <p:nvCxnSpPr>
          <p:cNvPr id="52" name="motif"/>
          <p:cNvCxnSpPr/>
          <p:nvPr/>
        </p:nvCxnSpPr>
        <p:spPr>
          <a:xfrm>
            <a:off x="720000" y="2846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3" name="marker"/>
          <p:cNvSpPr/>
          <p:nvPr/>
        </p:nvSpPr>
        <p:spPr>
          <a:xfrm>
            <a:off x="720000" y="3026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item: Собственные установки"/>
          <p:cNvSpPr txBox="1"/>
          <p:nvPr/>
        </p:nvSpPr>
        <p:spPr>
          <a:xfrm>
            <a:off x="918000" y="2963572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Собственные установки</a:t>
            </a:r>
          </a:p>
        </p:txBody>
      </p:sp>
      <p:cxnSp>
        <p:nvCxnSpPr>
          <p:cNvPr id="55" name="motif"/>
          <p:cNvCxnSpPr/>
          <p:nvPr/>
        </p:nvCxnSpPr>
        <p:spPr>
          <a:xfrm>
            <a:off x="720000" y="3290396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6" name="marker"/>
          <p:cNvSpPr/>
          <p:nvPr/>
        </p:nvSpPr>
        <p:spPr>
          <a:xfrm>
            <a:off x="720000" y="3469868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item: Квалифицированный инженерный с"/>
          <p:cNvSpPr txBox="1"/>
          <p:nvPr/>
        </p:nvSpPr>
        <p:spPr>
          <a:xfrm>
            <a:off x="918000" y="3407194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Квалифицированный инженерный состав</a:t>
            </a:r>
          </a:p>
        </p:txBody>
      </p:sp>
      <p:cxnSp>
        <p:nvCxnSpPr>
          <p:cNvPr id="58" name="motif"/>
          <p:cNvCxnSpPr/>
          <p:nvPr/>
        </p:nvCxnSpPr>
        <p:spPr>
          <a:xfrm>
            <a:off x="720000" y="3734018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9" name="marker"/>
          <p:cNvSpPr/>
          <p:nvPr/>
        </p:nvSpPr>
        <p:spPr>
          <a:xfrm>
            <a:off x="720000" y="3913489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item: Оптимизация сроков"/>
          <p:cNvSpPr txBox="1"/>
          <p:nvPr/>
        </p:nvSpPr>
        <p:spPr>
          <a:xfrm>
            <a:off x="918000" y="3850815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Оптимизация сроков</a:t>
            </a:r>
          </a:p>
        </p:txBody>
      </p:sp>
      <p:cxnSp>
        <p:nvCxnSpPr>
          <p:cNvPr id="61" name="motif"/>
          <p:cNvCxnSpPr/>
          <p:nvPr/>
        </p:nvCxnSpPr>
        <p:spPr>
          <a:xfrm>
            <a:off x="720000" y="4177639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2" name="marker"/>
          <p:cNvSpPr/>
          <p:nvPr/>
        </p:nvSpPr>
        <p:spPr>
          <a:xfrm>
            <a:off x="720000" y="4357111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item: Многолетний опыт строительства"/>
          <p:cNvSpPr txBox="1"/>
          <p:nvPr/>
        </p:nvSpPr>
        <p:spPr>
          <a:xfrm>
            <a:off x="918000" y="4294436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Многолетний опыт строительства</a:t>
            </a:r>
          </a:p>
        </p:txBody>
      </p:sp>
      <p:cxnSp>
        <p:nvCxnSpPr>
          <p:cNvPr id="64" name="motif"/>
          <p:cNvCxnSpPr/>
          <p:nvPr/>
        </p:nvCxnSpPr>
        <p:spPr>
          <a:xfrm>
            <a:off x="720000" y="462126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65" name="image" descr="5955bed56a60c90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6804871"/>
            <a:ext cx="6408000" cy="3023129"/>
          </a:xfrm>
          <a:prstGeom prst="rect">
            <a:avLst/>
          </a:prstGeom>
        </p:spPr>
      </p:pic>
      <p:sp>
        <p:nvSpPr>
          <p:cNvPr id="66" name="caption: Прокол под а/д М4 «Дон»"/>
          <p:cNvSpPr txBox="1"/>
          <p:nvPr/>
        </p:nvSpPr>
        <p:spPr>
          <a:xfrm>
            <a:off x="576000" y="9940342"/>
            <a:ext cx="640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Прокол под а/д М4 «Дон»</a:t>
            </a:r>
          </a:p>
        </p:txBody>
      </p:sp>
      <p:sp>
        <p:nvSpPr>
          <p:cNvPr id="67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ker"/>
          <p:cNvSpPr/>
          <p:nvPr/>
        </p:nvSpPr>
        <p:spPr>
          <a:xfrm>
            <a:off x="576000" y="144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itle: МЕТРОСТРОЙ"/>
          <p:cNvSpPr txBox="1"/>
          <p:nvPr/>
        </p:nvSpPr>
        <p:spPr>
          <a:xfrm>
            <a:off x="547200" y="1788520"/>
            <a:ext cx="6408000" cy="650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spc="-140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МЕТРОСТРОЙ</a:t>
            </a:r>
          </a:p>
        </p:txBody>
      </p:sp>
      <p:sp>
        <p:nvSpPr>
          <p:cNvPr id="5" name="marker"/>
          <p:cNvSpPr/>
          <p:nvPr/>
        </p:nvSpPr>
        <p:spPr>
          <a:xfrm>
            <a:off x="576000" y="3816000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tem: Проектирование"/>
          <p:cNvSpPr txBox="1"/>
          <p:nvPr/>
        </p:nvSpPr>
        <p:spPr>
          <a:xfrm>
            <a:off x="1008000" y="3715996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Проектирование</a:t>
            </a:r>
          </a:p>
        </p:txBody>
      </p:sp>
      <p:sp>
        <p:nvSpPr>
          <p:cNvPr id="7" name="marker"/>
          <p:cNvSpPr/>
          <p:nvPr/>
        </p:nvSpPr>
        <p:spPr>
          <a:xfrm>
            <a:off x="576000" y="4202021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tem: Строительство"/>
          <p:cNvSpPr txBox="1"/>
          <p:nvPr/>
        </p:nvSpPr>
        <p:spPr>
          <a:xfrm>
            <a:off x="1008000" y="4102018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Строительство</a:t>
            </a:r>
          </a:p>
        </p:txBody>
      </p:sp>
      <p:sp>
        <p:nvSpPr>
          <p:cNvPr id="9" name="marker"/>
          <p:cNvSpPr/>
          <p:nvPr/>
        </p:nvSpPr>
        <p:spPr>
          <a:xfrm>
            <a:off x="576000" y="4588042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item: Пуско-наладочные работы"/>
          <p:cNvSpPr txBox="1"/>
          <p:nvPr/>
        </p:nvSpPr>
        <p:spPr>
          <a:xfrm>
            <a:off x="1008000" y="4488039"/>
            <a:ext cx="5904000" cy="2240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Пуско-наладочные работы</a:t>
            </a:r>
          </a:p>
        </p:txBody>
      </p:sp>
      <p:sp>
        <p:nvSpPr>
          <p:cNvPr id="11" name="marker"/>
          <p:cNvSpPr/>
          <p:nvPr/>
        </p:nvSpPr>
        <p:spPr>
          <a:xfrm>
            <a:off x="576000" y="4974064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item: Обеспечение электроснабжением "/>
          <p:cNvSpPr txBox="1"/>
          <p:nvPr/>
        </p:nvSpPr>
        <p:spPr>
          <a:xfrm>
            <a:off x="1008000" y="4874060"/>
            <a:ext cx="5904000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Обеспечение электроснабжением строительных площадок для станций метро Яхтино,</a:t>
            </a:r>
          </a:p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Шахты, Зоопарк в г. Санкт-Петербурге.</a:t>
            </a:r>
          </a:p>
        </p:txBody>
      </p:sp>
      <p:sp>
        <p:nvSpPr>
          <p:cNvPr id="13" name="note: Заказчик:"/>
          <p:cNvSpPr txBox="1"/>
          <p:nvPr/>
        </p:nvSpPr>
        <p:spPr>
          <a:xfrm>
            <a:off x="1008000" y="5684870"/>
            <a:ext cx="63360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0">
                <a:solidFill>
                  <a:srgbClr val="C4BED6"/>
                </a:solidFill>
                <a:latin typeface="Onest"/>
                <a:ea typeface="Onest"/>
                <a:cs typeface="Onest"/>
              </a:rPr>
              <a:t>Заказчик:</a:t>
            </a:r>
          </a:p>
        </p:txBody>
      </p:sp>
      <p:sp>
        <p:nvSpPr>
          <p:cNvPr id="14" name="note: АО «Метрострой Северной Столиц"/>
          <p:cNvSpPr txBox="1"/>
          <p:nvPr/>
        </p:nvSpPr>
        <p:spPr>
          <a:xfrm>
            <a:off x="1008000" y="5864489"/>
            <a:ext cx="63360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>
                <a:solidFill>
                  <a:srgbClr val="F7F5F1"/>
                </a:solidFill>
                <a:latin typeface="Onest SemiBold"/>
                <a:ea typeface="Onest SemiBold"/>
                <a:cs typeface="Onest SemiBold"/>
              </a:rPr>
              <a:t>АО «Метрострой Северной Столицы»</a:t>
            </a:r>
          </a:p>
        </p:txBody>
      </p:sp>
      <p:sp>
        <p:nvSpPr>
          <p:cNvPr id="15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7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8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9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20" name="folio: 20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image" descr="d89d6c7a76e11c3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4543772"/>
          </a:xfrm>
          <a:prstGeom prst="rect">
            <a:avLst/>
          </a:prstGeom>
        </p:spPr>
      </p:pic>
      <p:pic>
        <p:nvPicPr>
          <p:cNvPr id="5" name="image" descr="60b31552189c1e9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543772"/>
            <a:ext cx="7560000" cy="6148228"/>
          </a:xfrm>
          <a:prstGeom prst="rect">
            <a:avLst/>
          </a:prstGeom>
        </p:spPr>
      </p:pic>
      <p:sp>
        <p:nvSpPr>
          <p:cNvPr id="6" name="band"/>
          <p:cNvSpPr/>
          <p:nvPr/>
        </p:nvSpPr>
        <p:spPr>
          <a:xfrm>
            <a:off x="0" y="4489772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9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0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1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2" name="folio: 21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21</a:t>
            </a:r>
          </a:p>
        </p:txBody>
      </p:sp>
      <p:sp>
        <p:nvSpPr>
          <p:cNvPr id="13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22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22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252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ОСОБАЯ"/>
          <p:cNvSpPr txBox="1"/>
          <p:nvPr/>
        </p:nvSpPr>
        <p:spPr>
          <a:xfrm>
            <a:off x="691200" y="2849724"/>
            <a:ext cx="6192000" cy="1965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9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ОСОБАЯ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9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ЭКОНОМИЧЕСКАЯ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9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ЗОНА «ЭММАУС»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9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ТВЕРСКАЯ ОБЛАСТЬ</a:t>
            </a:r>
          </a:p>
        </p:txBody>
      </p:sp>
      <p:cxnSp>
        <p:nvCxnSpPr>
          <p:cNvPr id="51" name="motif"/>
          <p:cNvCxnSpPr/>
          <p:nvPr/>
        </p:nvCxnSpPr>
        <p:spPr>
          <a:xfrm>
            <a:off x="720000" y="523053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2" name="marker"/>
          <p:cNvSpPr/>
          <p:nvPr/>
        </p:nvSpPr>
        <p:spPr>
          <a:xfrm>
            <a:off x="720000" y="541000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item: Проектирование автомобильной д"/>
          <p:cNvSpPr txBox="1"/>
          <p:nvPr/>
        </p:nvSpPr>
        <p:spPr>
          <a:xfrm>
            <a:off x="918000" y="5347328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Проектирование автомобильной дороги и инженерных сетей</a:t>
            </a:r>
          </a:p>
        </p:txBody>
      </p:sp>
      <p:cxnSp>
        <p:nvCxnSpPr>
          <p:cNvPr id="54" name="motif"/>
          <p:cNvCxnSpPr/>
          <p:nvPr/>
        </p:nvCxnSpPr>
        <p:spPr>
          <a:xfrm>
            <a:off x="720000" y="5674151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5" name="marker"/>
          <p:cNvSpPr/>
          <p:nvPr/>
        </p:nvSpPr>
        <p:spPr>
          <a:xfrm>
            <a:off x="720000" y="5853623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item: Строительство"/>
          <p:cNvSpPr txBox="1"/>
          <p:nvPr/>
        </p:nvSpPr>
        <p:spPr>
          <a:xfrm>
            <a:off x="918000" y="5790949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Строительство</a:t>
            </a:r>
          </a:p>
        </p:txBody>
      </p:sp>
      <p:cxnSp>
        <p:nvCxnSpPr>
          <p:cNvPr id="57" name="motif"/>
          <p:cNvCxnSpPr/>
          <p:nvPr/>
        </p:nvCxnSpPr>
        <p:spPr>
          <a:xfrm>
            <a:off x="720000" y="6117773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8" name="body: Особая экономическая зона пром"/>
          <p:cNvSpPr txBox="1"/>
          <p:nvPr/>
        </p:nvSpPr>
        <p:spPr>
          <a:xfrm>
            <a:off x="720000" y="6374023"/>
            <a:ext cx="5508000" cy="759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Особая экономическая зона промышленно-производственного типа «Эммаус» создана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на территориях Калининского и Конаковского муниципального округов Тверской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области. Общая площадь территории составляет почти 300 га. Планируется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размещение на территории разных типов высокотехнологичных предприятий.</a:t>
            </a:r>
          </a:p>
        </p:txBody>
      </p:sp>
      <p:sp>
        <p:nvSpPr>
          <p:cNvPr id="59" name="body: Мы принимаем активное участие "/>
          <p:cNvSpPr txBox="1"/>
          <p:nvPr/>
        </p:nvSpPr>
        <p:spPr>
          <a:xfrm>
            <a:off x="720000" y="7256968"/>
            <a:ext cx="5508000" cy="398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Мы принимаем активное участие в работах по строительству автомобильных дорог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и инженерных коммуникаций.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23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23</a:t>
            </a:r>
          </a:p>
        </p:txBody>
      </p:sp>
      <p:pic>
        <p:nvPicPr>
          <p:cNvPr id="50" name="image" descr="7739de6a9e71941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1801351"/>
            <a:ext cx="6408000" cy="3486163"/>
          </a:xfrm>
          <a:prstGeom prst="rect">
            <a:avLst/>
          </a:prstGeom>
        </p:spPr>
      </p:pic>
      <p:pic>
        <p:nvPicPr>
          <p:cNvPr id="51" name="image" descr="111da068c60da176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6000" y="5431514"/>
            <a:ext cx="6408000" cy="4175535"/>
          </a:xfrm>
          <a:prstGeom prst="rect">
            <a:avLst/>
          </a:prstGeom>
        </p:spPr>
      </p:pic>
      <p:sp>
        <p:nvSpPr>
          <p:cNvPr id="52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83069c4b72eb6d4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4" name="marker"/>
          <p:cNvSpPr/>
          <p:nvPr/>
        </p:nvSpPr>
        <p:spPr>
          <a:xfrm>
            <a:off x="576000" y="1440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itle: Строительство мостового перехо"/>
          <p:cNvSpPr txBox="1"/>
          <p:nvPr/>
        </p:nvSpPr>
        <p:spPr>
          <a:xfrm>
            <a:off x="547200" y="1728322"/>
            <a:ext cx="5520960" cy="9555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44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Строительство мостового перехода</a:t>
            </a:r>
          </a:p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44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через реку Волга в г. Твери</a:t>
            </a:r>
          </a:p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spc="-44">
                <a:solidFill>
                  <a:srgbClr val="F7F5F1"/>
                </a:solidFill>
                <a:latin typeface="Onest ExtraBold"/>
                <a:ea typeface="Onest ExtraBold"/>
                <a:cs typeface="Onest ExtraBold"/>
              </a:rPr>
              <a:t>(Западный Мост)</a:t>
            </a:r>
          </a:p>
        </p:txBody>
      </p:sp>
      <p:sp>
        <p:nvSpPr>
          <p:cNvPr id="6" name="marker"/>
          <p:cNvSpPr/>
          <p:nvPr/>
        </p:nvSpPr>
        <p:spPr>
          <a:xfrm>
            <a:off x="576000" y="3133387"/>
            <a:ext cx="288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tem: Переустройство воздушных"/>
          <p:cNvSpPr txBox="1"/>
          <p:nvPr/>
        </p:nvSpPr>
        <p:spPr>
          <a:xfrm>
            <a:off x="1008000" y="3033384"/>
            <a:ext cx="2534400" cy="5920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Переустройство воздушных</a:t>
            </a:r>
          </a:p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линий электропередач</a:t>
            </a:r>
          </a:p>
          <a:p>
            <a:pPr algn="l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напряжением 0,4-110кВ</a:t>
            </a:r>
          </a:p>
        </p:txBody>
      </p:sp>
      <p:sp>
        <p:nvSpPr>
          <p:cNvPr id="8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0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1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2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3" name="folio: 24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image" descr="0195e98bd48ee01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4519736"/>
          </a:xfrm>
          <a:prstGeom prst="rect">
            <a:avLst/>
          </a:prstGeom>
        </p:spPr>
      </p:pic>
      <p:pic>
        <p:nvPicPr>
          <p:cNvPr id="5" name="image" descr="8913bfbde5c1d27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519736"/>
            <a:ext cx="7560000" cy="6172264"/>
          </a:xfrm>
          <a:prstGeom prst="rect">
            <a:avLst/>
          </a:prstGeom>
        </p:spPr>
      </p:pic>
      <p:sp>
        <p:nvSpPr>
          <p:cNvPr id="6" name="band"/>
          <p:cNvSpPr/>
          <p:nvPr/>
        </p:nvSpPr>
        <p:spPr>
          <a:xfrm>
            <a:off x="0" y="4465736"/>
            <a:ext cx="7560000" cy="1080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9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0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cxnSp>
        <p:nvCxnSpPr>
          <p:cNvPr id="11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5E558C"/>
            </a:solidFill>
          </a:ln>
          <a:effectLst/>
        </p:spPr>
      </p:cxnSp>
      <p:sp>
        <p:nvSpPr>
          <p:cNvPr id="12" name="folio: 25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C4BED6"/>
                </a:solidFill>
                <a:latin typeface="Onest SemiBold"/>
                <a:ea typeface="Onest SemiBold"/>
                <a:cs typeface="Onest SemiBold"/>
              </a:rPr>
              <a:t>25</a:t>
            </a:r>
          </a:p>
        </p:txBody>
      </p:sp>
      <p:sp>
        <p:nvSpPr>
          <p:cNvPr id="13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26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26</a:t>
            </a:r>
          </a:p>
        </p:txBody>
      </p:sp>
      <p:sp>
        <p:nvSpPr>
          <p:cNvPr id="49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itle: ГРАЖДАНСКОЕ"/>
          <p:cNvSpPr txBox="1"/>
          <p:nvPr/>
        </p:nvSpPr>
        <p:spPr>
          <a:xfrm>
            <a:off x="691200" y="1540770"/>
            <a:ext cx="6192000" cy="876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ГРАЖДАНСКОЕ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СТРОИТЕЛЬСТВО</a:t>
            </a:r>
          </a:p>
        </p:txBody>
      </p:sp>
      <p:cxnSp>
        <p:nvCxnSpPr>
          <p:cNvPr id="51" name="motif"/>
          <p:cNvCxnSpPr/>
          <p:nvPr/>
        </p:nvCxnSpPr>
        <p:spPr>
          <a:xfrm>
            <a:off x="720000" y="2846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2" name="marker"/>
          <p:cNvSpPr/>
          <p:nvPr/>
        </p:nvSpPr>
        <p:spPr>
          <a:xfrm>
            <a:off x="720000" y="3026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item: Строительство кирпичных многоэ"/>
          <p:cNvSpPr txBox="1"/>
          <p:nvPr/>
        </p:nvSpPr>
        <p:spPr>
          <a:xfrm>
            <a:off x="918000" y="2963572"/>
            <a:ext cx="5922000" cy="392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Строительство кирпичных многоэтажных жилых домов с индивидуальным отоплением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комфорт-класса</a:t>
            </a:r>
          </a:p>
        </p:txBody>
      </p:sp>
      <p:cxnSp>
        <p:nvCxnSpPr>
          <p:cNvPr id="54" name="motif"/>
          <p:cNvCxnSpPr/>
          <p:nvPr/>
        </p:nvCxnSpPr>
        <p:spPr>
          <a:xfrm>
            <a:off x="720000" y="3466418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55" name="image" descr="6482f411075ebe1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4042418"/>
            <a:ext cx="2952121" cy="3299782"/>
          </a:xfrm>
          <a:prstGeom prst="rect">
            <a:avLst/>
          </a:prstGeom>
        </p:spPr>
      </p:pic>
      <p:pic>
        <p:nvPicPr>
          <p:cNvPr id="56" name="image" descr="ade319100ddee245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2121" y="4042418"/>
            <a:ext cx="3311879" cy="3299782"/>
          </a:xfrm>
          <a:prstGeom prst="rect">
            <a:avLst/>
          </a:prstGeom>
        </p:spPr>
      </p:pic>
      <p:pic>
        <p:nvPicPr>
          <p:cNvPr id="57" name="image" descr="97a41e4f3e22ecb9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6000" y="7486200"/>
            <a:ext cx="2854748" cy="2089800"/>
          </a:xfrm>
          <a:prstGeom prst="rect">
            <a:avLst/>
          </a:prstGeom>
        </p:spPr>
      </p:pic>
      <p:pic>
        <p:nvPicPr>
          <p:cNvPr id="58" name="image" descr="65bbff26ca13e47a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574748" y="7486200"/>
            <a:ext cx="3409252" cy="2089800"/>
          </a:xfrm>
          <a:prstGeom prst="rect">
            <a:avLst/>
          </a:prstGeom>
        </p:spPr>
      </p:pic>
      <p:sp>
        <p:nvSpPr>
          <p:cNvPr id="59" name="caption: Ввод в эксплуатацию 2025г."/>
          <p:cNvSpPr txBox="1"/>
          <p:nvPr/>
        </p:nvSpPr>
        <p:spPr>
          <a:xfrm>
            <a:off x="576000" y="9666743"/>
            <a:ext cx="640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Ввод в эксплуатацию 2025г.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27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27</a:t>
            </a:r>
          </a:p>
        </p:txBody>
      </p:sp>
      <p:sp>
        <p:nvSpPr>
          <p:cNvPr id="50" name="marker"/>
          <p:cNvSpPr/>
          <p:nvPr/>
        </p:nvSpPr>
        <p:spPr>
          <a:xfrm>
            <a:off x="720000" y="122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itle: ПРОМЫШЛЕННОЕ"/>
          <p:cNvSpPr txBox="1"/>
          <p:nvPr/>
        </p:nvSpPr>
        <p:spPr>
          <a:xfrm>
            <a:off x="691200" y="1540770"/>
            <a:ext cx="6192000" cy="876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ПРОМЫШЛЕННОЕ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75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СТРОИТЕЛЬСТВО</a:t>
            </a:r>
          </a:p>
        </p:txBody>
      </p:sp>
      <p:cxnSp>
        <p:nvCxnSpPr>
          <p:cNvPr id="52" name="motif"/>
          <p:cNvCxnSpPr/>
          <p:nvPr/>
        </p:nvCxnSpPr>
        <p:spPr>
          <a:xfrm>
            <a:off x="720000" y="284677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3" name="marker"/>
          <p:cNvSpPr/>
          <p:nvPr/>
        </p:nvSpPr>
        <p:spPr>
          <a:xfrm>
            <a:off x="720000" y="302624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item: Строительство коммерческой нед"/>
          <p:cNvSpPr txBox="1"/>
          <p:nvPr/>
        </p:nvSpPr>
        <p:spPr>
          <a:xfrm>
            <a:off x="918000" y="2963572"/>
            <a:ext cx="5922000" cy="392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Строительство коммерческой недвижимости.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Класс зданий В/В+</a:t>
            </a:r>
          </a:p>
        </p:txBody>
      </p:sp>
      <p:cxnSp>
        <p:nvCxnSpPr>
          <p:cNvPr id="55" name="motif"/>
          <p:cNvCxnSpPr/>
          <p:nvPr/>
        </p:nvCxnSpPr>
        <p:spPr>
          <a:xfrm>
            <a:off x="720000" y="3466418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pic>
        <p:nvPicPr>
          <p:cNvPr id="56" name="image" descr="066a3c1d7a9231d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5006732"/>
            <a:ext cx="6408000" cy="4821268"/>
          </a:xfrm>
          <a:prstGeom prst="rect">
            <a:avLst/>
          </a:prstGeom>
        </p:spPr>
      </p:pic>
      <p:sp>
        <p:nvSpPr>
          <p:cNvPr id="57" name="caption: «Аструм-Сити» — 6-е по высоте "/>
          <p:cNvSpPr txBox="1"/>
          <p:nvPr/>
        </p:nvSpPr>
        <p:spPr>
          <a:xfrm>
            <a:off x="576000" y="9940342"/>
            <a:ext cx="640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«Аструм-Сити» — 6-е по высоте здание в Московской области</a:t>
            </a:r>
          </a:p>
        </p:txBody>
      </p:sp>
      <p:sp>
        <p:nvSpPr>
          <p:cNvPr id="58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p"/>
          <p:cNvSpPr/>
          <p:nvPr/>
        </p:nvSpPr>
        <p:spPr>
          <a:xfrm>
            <a:off x="5872267" y="8047896"/>
            <a:ext cx="1214021" cy="1126924"/>
          </a:xfrm>
          <a:custGeom>
            <a:avLst/>
            <a:gdLst/>
            <a:ahLst/>
            <a:cxnLst/>
            <a:rect l="0" t="0" r="r" b="b"/>
            <a:pathLst>
              <a:path w="1214021" h="1126924">
                <a:moveTo>
                  <a:pt x="931865" y="1118956"/>
                </a:moveTo>
                <a:lnTo>
                  <a:pt x="878974" y="1126924"/>
                </a:lnTo>
                <a:lnTo>
                  <a:pt x="868175" y="1099802"/>
                </a:lnTo>
                <a:lnTo>
                  <a:pt x="840238" y="1086249"/>
                </a:lnTo>
                <a:lnTo>
                  <a:pt x="825642" y="1034630"/>
                </a:lnTo>
                <a:lnTo>
                  <a:pt x="800961" y="1015113"/>
                </a:lnTo>
                <a:lnTo>
                  <a:pt x="826521" y="999964"/>
                </a:lnTo>
                <a:lnTo>
                  <a:pt x="826422" y="983444"/>
                </a:lnTo>
                <a:lnTo>
                  <a:pt x="810639" y="977952"/>
                </a:lnTo>
                <a:lnTo>
                  <a:pt x="747475" y="1027501"/>
                </a:lnTo>
                <a:lnTo>
                  <a:pt x="687022" y="985852"/>
                </a:lnTo>
                <a:lnTo>
                  <a:pt x="640209" y="979676"/>
                </a:lnTo>
                <a:lnTo>
                  <a:pt x="621203" y="916751"/>
                </a:lnTo>
                <a:lnTo>
                  <a:pt x="631409" y="888839"/>
                </a:lnTo>
                <a:lnTo>
                  <a:pt x="554126" y="834560"/>
                </a:lnTo>
                <a:lnTo>
                  <a:pt x="551546" y="762974"/>
                </a:lnTo>
                <a:lnTo>
                  <a:pt x="605706" y="765014"/>
                </a:lnTo>
                <a:lnTo>
                  <a:pt x="619385" y="740710"/>
                </a:lnTo>
                <a:lnTo>
                  <a:pt x="612807" y="715756"/>
                </a:lnTo>
                <a:lnTo>
                  <a:pt x="561927" y="684059"/>
                </a:lnTo>
                <a:lnTo>
                  <a:pt x="563882" y="671266"/>
                </a:lnTo>
                <a:lnTo>
                  <a:pt x="578589" y="677435"/>
                </a:lnTo>
                <a:lnTo>
                  <a:pt x="600759" y="651712"/>
                </a:lnTo>
                <a:lnTo>
                  <a:pt x="746500" y="630663"/>
                </a:lnTo>
                <a:lnTo>
                  <a:pt x="758996" y="608507"/>
                </a:lnTo>
                <a:lnTo>
                  <a:pt x="783500" y="608181"/>
                </a:lnTo>
                <a:lnTo>
                  <a:pt x="816192" y="550422"/>
                </a:lnTo>
                <a:lnTo>
                  <a:pt x="863672" y="571935"/>
                </a:lnTo>
                <a:lnTo>
                  <a:pt x="882132" y="555238"/>
                </a:lnTo>
                <a:lnTo>
                  <a:pt x="912572" y="562327"/>
                </a:lnTo>
                <a:lnTo>
                  <a:pt x="922986" y="531426"/>
                </a:lnTo>
                <a:lnTo>
                  <a:pt x="904916" y="509559"/>
                </a:lnTo>
                <a:lnTo>
                  <a:pt x="940168" y="466359"/>
                </a:lnTo>
                <a:lnTo>
                  <a:pt x="970078" y="469026"/>
                </a:lnTo>
                <a:lnTo>
                  <a:pt x="973725" y="484956"/>
                </a:lnTo>
                <a:lnTo>
                  <a:pt x="992458" y="486594"/>
                </a:lnTo>
                <a:lnTo>
                  <a:pt x="993391" y="503401"/>
                </a:lnTo>
                <a:lnTo>
                  <a:pt x="1019876" y="519413"/>
                </a:lnTo>
                <a:lnTo>
                  <a:pt x="1054993" y="507416"/>
                </a:lnTo>
                <a:lnTo>
                  <a:pt x="1082194" y="537334"/>
                </a:lnTo>
                <a:lnTo>
                  <a:pt x="1107541" y="534821"/>
                </a:lnTo>
                <a:lnTo>
                  <a:pt x="1088583" y="591097"/>
                </a:lnTo>
                <a:lnTo>
                  <a:pt x="1072002" y="602809"/>
                </a:lnTo>
                <a:lnTo>
                  <a:pt x="1059081" y="594685"/>
                </a:lnTo>
                <a:lnTo>
                  <a:pt x="1021384" y="639778"/>
                </a:lnTo>
                <a:lnTo>
                  <a:pt x="1049810" y="654101"/>
                </a:lnTo>
                <a:lnTo>
                  <a:pt x="1015330" y="687724"/>
                </a:lnTo>
                <a:lnTo>
                  <a:pt x="1064975" y="739538"/>
                </a:lnTo>
                <a:lnTo>
                  <a:pt x="1087103" y="740212"/>
                </a:lnTo>
                <a:lnTo>
                  <a:pt x="1105262" y="706133"/>
                </a:lnTo>
                <a:lnTo>
                  <a:pt x="1123503" y="712628"/>
                </a:lnTo>
                <a:lnTo>
                  <a:pt x="1137006" y="731440"/>
                </a:lnTo>
                <a:lnTo>
                  <a:pt x="1128507" y="766499"/>
                </a:lnTo>
                <a:lnTo>
                  <a:pt x="1136526" y="800922"/>
                </a:lnTo>
                <a:lnTo>
                  <a:pt x="1214021" y="917134"/>
                </a:lnTo>
                <a:lnTo>
                  <a:pt x="1209436" y="929172"/>
                </a:lnTo>
                <a:lnTo>
                  <a:pt x="1183640" y="933583"/>
                </a:lnTo>
                <a:lnTo>
                  <a:pt x="1171207" y="916596"/>
                </a:lnTo>
                <a:lnTo>
                  <a:pt x="1144105" y="959177"/>
                </a:lnTo>
                <a:lnTo>
                  <a:pt x="1163804" y="964226"/>
                </a:lnTo>
                <a:lnTo>
                  <a:pt x="1170449" y="984666"/>
                </a:lnTo>
                <a:lnTo>
                  <a:pt x="1173210" y="1055928"/>
                </a:lnTo>
                <a:lnTo>
                  <a:pt x="1130070" y="1074983"/>
                </a:lnTo>
                <a:lnTo>
                  <a:pt x="1113126" y="1062451"/>
                </a:lnTo>
                <a:lnTo>
                  <a:pt x="1107320" y="1082571"/>
                </a:lnTo>
                <a:lnTo>
                  <a:pt x="1083962" y="1090155"/>
                </a:lnTo>
                <a:lnTo>
                  <a:pt x="1071489" y="1072984"/>
                </a:lnTo>
                <a:lnTo>
                  <a:pt x="1066145" y="1091805"/>
                </a:lnTo>
                <a:lnTo>
                  <a:pt x="1037543" y="1076401"/>
                </a:lnTo>
                <a:lnTo>
                  <a:pt x="986909" y="1074882"/>
                </a:lnTo>
                <a:lnTo>
                  <a:pt x="974388" y="1106965"/>
                </a:lnTo>
                <a:lnTo>
                  <a:pt x="931865" y="1118956"/>
                </a:lnTo>
                <a:close/>
                <a:moveTo>
                  <a:pt x="56675" y="365301"/>
                </a:moveTo>
                <a:lnTo>
                  <a:pt x="0" y="86728"/>
                </a:lnTo>
                <a:lnTo>
                  <a:pt x="36597" y="72149"/>
                </a:lnTo>
                <a:lnTo>
                  <a:pt x="28712" y="50028"/>
                </a:lnTo>
                <a:lnTo>
                  <a:pt x="60453" y="51453"/>
                </a:lnTo>
                <a:lnTo>
                  <a:pt x="58194" y="72556"/>
                </a:lnTo>
                <a:lnTo>
                  <a:pt x="71157" y="79150"/>
                </a:lnTo>
                <a:lnTo>
                  <a:pt x="98918" y="80910"/>
                </a:lnTo>
                <a:lnTo>
                  <a:pt x="110900" y="59424"/>
                </a:lnTo>
                <a:lnTo>
                  <a:pt x="193755" y="78640"/>
                </a:lnTo>
                <a:lnTo>
                  <a:pt x="246533" y="62997"/>
                </a:lnTo>
                <a:lnTo>
                  <a:pt x="285827" y="32809"/>
                </a:lnTo>
                <a:lnTo>
                  <a:pt x="324877" y="37800"/>
                </a:lnTo>
                <a:lnTo>
                  <a:pt x="368847" y="22169"/>
                </a:lnTo>
                <a:lnTo>
                  <a:pt x="368809" y="8060"/>
                </a:lnTo>
                <a:lnTo>
                  <a:pt x="384896" y="0"/>
                </a:lnTo>
                <a:lnTo>
                  <a:pt x="391704" y="50947"/>
                </a:lnTo>
                <a:lnTo>
                  <a:pt x="425318" y="73982"/>
                </a:lnTo>
                <a:lnTo>
                  <a:pt x="426901" y="100715"/>
                </a:lnTo>
                <a:lnTo>
                  <a:pt x="446823" y="93940"/>
                </a:lnTo>
                <a:lnTo>
                  <a:pt x="459979" y="103384"/>
                </a:lnTo>
                <a:lnTo>
                  <a:pt x="440241" y="122577"/>
                </a:lnTo>
                <a:lnTo>
                  <a:pt x="445403" y="148489"/>
                </a:lnTo>
                <a:lnTo>
                  <a:pt x="483673" y="161772"/>
                </a:lnTo>
                <a:lnTo>
                  <a:pt x="475753" y="178124"/>
                </a:lnTo>
                <a:lnTo>
                  <a:pt x="501877" y="210540"/>
                </a:lnTo>
                <a:lnTo>
                  <a:pt x="516449" y="207068"/>
                </a:lnTo>
                <a:lnTo>
                  <a:pt x="512641" y="196719"/>
                </a:lnTo>
                <a:lnTo>
                  <a:pt x="543522" y="160514"/>
                </a:lnTo>
                <a:lnTo>
                  <a:pt x="604342" y="122831"/>
                </a:lnTo>
                <a:lnTo>
                  <a:pt x="616171" y="122442"/>
                </a:lnTo>
                <a:lnTo>
                  <a:pt x="621451" y="150967"/>
                </a:lnTo>
                <a:lnTo>
                  <a:pt x="646731" y="121757"/>
                </a:lnTo>
                <a:lnTo>
                  <a:pt x="683433" y="128131"/>
                </a:lnTo>
                <a:lnTo>
                  <a:pt x="680778" y="135992"/>
                </a:lnTo>
                <a:lnTo>
                  <a:pt x="723769" y="123319"/>
                </a:lnTo>
                <a:lnTo>
                  <a:pt x="740829" y="141424"/>
                </a:lnTo>
                <a:lnTo>
                  <a:pt x="773687" y="111767"/>
                </a:lnTo>
                <a:lnTo>
                  <a:pt x="827733" y="95334"/>
                </a:lnTo>
                <a:lnTo>
                  <a:pt x="847640" y="153538"/>
                </a:lnTo>
                <a:lnTo>
                  <a:pt x="865020" y="151712"/>
                </a:lnTo>
                <a:lnTo>
                  <a:pt x="912284" y="208306"/>
                </a:lnTo>
                <a:lnTo>
                  <a:pt x="941538" y="299287"/>
                </a:lnTo>
                <a:lnTo>
                  <a:pt x="988169" y="317334"/>
                </a:lnTo>
                <a:lnTo>
                  <a:pt x="965315" y="349326"/>
                </a:lnTo>
                <a:lnTo>
                  <a:pt x="941640" y="353714"/>
                </a:lnTo>
                <a:lnTo>
                  <a:pt x="963979" y="389368"/>
                </a:lnTo>
                <a:lnTo>
                  <a:pt x="979980" y="394163"/>
                </a:lnTo>
                <a:lnTo>
                  <a:pt x="957736" y="431343"/>
                </a:lnTo>
                <a:lnTo>
                  <a:pt x="976737" y="476471"/>
                </a:lnTo>
                <a:lnTo>
                  <a:pt x="940168" y="466359"/>
                </a:lnTo>
                <a:lnTo>
                  <a:pt x="919967" y="488506"/>
                </a:lnTo>
                <a:lnTo>
                  <a:pt x="904549" y="511990"/>
                </a:lnTo>
                <a:lnTo>
                  <a:pt x="922986" y="531426"/>
                </a:lnTo>
                <a:lnTo>
                  <a:pt x="918221" y="557482"/>
                </a:lnTo>
                <a:lnTo>
                  <a:pt x="882132" y="555238"/>
                </a:lnTo>
                <a:lnTo>
                  <a:pt x="863672" y="571935"/>
                </a:lnTo>
                <a:lnTo>
                  <a:pt x="816192" y="550422"/>
                </a:lnTo>
                <a:lnTo>
                  <a:pt x="783500" y="608181"/>
                </a:lnTo>
                <a:lnTo>
                  <a:pt x="758996" y="608507"/>
                </a:lnTo>
                <a:lnTo>
                  <a:pt x="746500" y="630663"/>
                </a:lnTo>
                <a:lnTo>
                  <a:pt x="600759" y="651712"/>
                </a:lnTo>
                <a:lnTo>
                  <a:pt x="578589" y="677435"/>
                </a:lnTo>
                <a:lnTo>
                  <a:pt x="563882" y="671266"/>
                </a:lnTo>
                <a:lnTo>
                  <a:pt x="561927" y="684059"/>
                </a:lnTo>
                <a:lnTo>
                  <a:pt x="613844" y="717152"/>
                </a:lnTo>
                <a:lnTo>
                  <a:pt x="619385" y="740710"/>
                </a:lnTo>
                <a:lnTo>
                  <a:pt x="604622" y="765125"/>
                </a:lnTo>
                <a:lnTo>
                  <a:pt x="551546" y="762974"/>
                </a:lnTo>
                <a:lnTo>
                  <a:pt x="531077" y="713779"/>
                </a:lnTo>
                <a:lnTo>
                  <a:pt x="480751" y="675829"/>
                </a:lnTo>
                <a:lnTo>
                  <a:pt x="455887" y="671416"/>
                </a:lnTo>
                <a:lnTo>
                  <a:pt x="435955" y="687417"/>
                </a:lnTo>
                <a:lnTo>
                  <a:pt x="408614" y="676781"/>
                </a:lnTo>
                <a:lnTo>
                  <a:pt x="397384" y="695003"/>
                </a:lnTo>
                <a:lnTo>
                  <a:pt x="371521" y="702662"/>
                </a:lnTo>
                <a:lnTo>
                  <a:pt x="292148" y="667722"/>
                </a:lnTo>
                <a:lnTo>
                  <a:pt x="257408" y="668521"/>
                </a:lnTo>
                <a:lnTo>
                  <a:pt x="262109" y="626018"/>
                </a:lnTo>
                <a:lnTo>
                  <a:pt x="222755" y="615510"/>
                </a:lnTo>
                <a:lnTo>
                  <a:pt x="245691" y="577765"/>
                </a:lnTo>
                <a:lnTo>
                  <a:pt x="199375" y="542220"/>
                </a:lnTo>
                <a:lnTo>
                  <a:pt x="185246" y="556056"/>
                </a:lnTo>
                <a:lnTo>
                  <a:pt x="164437" y="553954"/>
                </a:lnTo>
                <a:lnTo>
                  <a:pt x="154311" y="595108"/>
                </a:lnTo>
                <a:lnTo>
                  <a:pt x="113709" y="610133"/>
                </a:lnTo>
                <a:lnTo>
                  <a:pt x="100645" y="601878"/>
                </a:lnTo>
                <a:lnTo>
                  <a:pt x="100452" y="618508"/>
                </a:lnTo>
                <a:lnTo>
                  <a:pt x="56675" y="36530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ap"/>
          <p:cNvSpPr/>
          <p:nvPr/>
        </p:nvSpPr>
        <p:spPr>
          <a:xfrm>
            <a:off x="2202809" y="4160271"/>
            <a:ext cx="479544" cy="637902"/>
          </a:xfrm>
          <a:custGeom>
            <a:avLst/>
            <a:gdLst/>
            <a:ahLst/>
            <a:cxnLst/>
            <a:rect l="0" t="0" r="r" b="b"/>
            <a:pathLst>
              <a:path w="479544" h="637902">
                <a:moveTo>
                  <a:pt x="182813" y="154923"/>
                </a:moveTo>
                <a:lnTo>
                  <a:pt x="186072" y="132398"/>
                </a:lnTo>
                <a:lnTo>
                  <a:pt x="202833" y="125057"/>
                </a:lnTo>
                <a:lnTo>
                  <a:pt x="200204" y="104036"/>
                </a:lnTo>
                <a:lnTo>
                  <a:pt x="248027" y="99734"/>
                </a:lnTo>
                <a:lnTo>
                  <a:pt x="269793" y="118404"/>
                </a:lnTo>
                <a:lnTo>
                  <a:pt x="314048" y="60095"/>
                </a:lnTo>
                <a:lnTo>
                  <a:pt x="419677" y="0"/>
                </a:lnTo>
                <a:lnTo>
                  <a:pt x="460433" y="20267"/>
                </a:lnTo>
                <a:lnTo>
                  <a:pt x="468436" y="42831"/>
                </a:lnTo>
                <a:lnTo>
                  <a:pt x="453038" y="68683"/>
                </a:lnTo>
                <a:lnTo>
                  <a:pt x="479544" y="130098"/>
                </a:lnTo>
                <a:lnTo>
                  <a:pt x="453304" y="208294"/>
                </a:lnTo>
                <a:lnTo>
                  <a:pt x="469234" y="246832"/>
                </a:lnTo>
                <a:lnTo>
                  <a:pt x="421506" y="239741"/>
                </a:lnTo>
                <a:lnTo>
                  <a:pt x="395435" y="257786"/>
                </a:lnTo>
                <a:lnTo>
                  <a:pt x="405726" y="287528"/>
                </a:lnTo>
                <a:lnTo>
                  <a:pt x="387805" y="291378"/>
                </a:lnTo>
                <a:lnTo>
                  <a:pt x="407287" y="348668"/>
                </a:lnTo>
                <a:lnTo>
                  <a:pt x="385072" y="347319"/>
                </a:lnTo>
                <a:lnTo>
                  <a:pt x="369727" y="379220"/>
                </a:lnTo>
                <a:lnTo>
                  <a:pt x="321126" y="389489"/>
                </a:lnTo>
                <a:lnTo>
                  <a:pt x="321286" y="428033"/>
                </a:lnTo>
                <a:lnTo>
                  <a:pt x="302724" y="424006"/>
                </a:lnTo>
                <a:lnTo>
                  <a:pt x="268913" y="445882"/>
                </a:lnTo>
                <a:lnTo>
                  <a:pt x="286964" y="475870"/>
                </a:lnTo>
                <a:lnTo>
                  <a:pt x="245217" y="475761"/>
                </a:lnTo>
                <a:lnTo>
                  <a:pt x="231617" y="495837"/>
                </a:lnTo>
                <a:lnTo>
                  <a:pt x="244821" y="509204"/>
                </a:lnTo>
                <a:lnTo>
                  <a:pt x="211225" y="524742"/>
                </a:lnTo>
                <a:lnTo>
                  <a:pt x="215882" y="544193"/>
                </a:lnTo>
                <a:lnTo>
                  <a:pt x="201551" y="557150"/>
                </a:lnTo>
                <a:lnTo>
                  <a:pt x="208760" y="583375"/>
                </a:lnTo>
                <a:lnTo>
                  <a:pt x="170713" y="609662"/>
                </a:lnTo>
                <a:lnTo>
                  <a:pt x="147736" y="603960"/>
                </a:lnTo>
                <a:lnTo>
                  <a:pt x="117540" y="637902"/>
                </a:lnTo>
                <a:lnTo>
                  <a:pt x="100699" y="597136"/>
                </a:lnTo>
                <a:lnTo>
                  <a:pt x="62939" y="603420"/>
                </a:lnTo>
                <a:lnTo>
                  <a:pt x="56562" y="587201"/>
                </a:lnTo>
                <a:lnTo>
                  <a:pt x="73285" y="543727"/>
                </a:lnTo>
                <a:lnTo>
                  <a:pt x="69121" y="513792"/>
                </a:lnTo>
                <a:lnTo>
                  <a:pt x="51212" y="489320"/>
                </a:lnTo>
                <a:lnTo>
                  <a:pt x="2774" y="466685"/>
                </a:lnTo>
                <a:lnTo>
                  <a:pt x="9528" y="447068"/>
                </a:lnTo>
                <a:lnTo>
                  <a:pt x="41011" y="431772"/>
                </a:lnTo>
                <a:lnTo>
                  <a:pt x="34266" y="394405"/>
                </a:lnTo>
                <a:lnTo>
                  <a:pt x="6442" y="374965"/>
                </a:lnTo>
                <a:lnTo>
                  <a:pt x="20834" y="343723"/>
                </a:lnTo>
                <a:lnTo>
                  <a:pt x="0" y="326280"/>
                </a:lnTo>
                <a:lnTo>
                  <a:pt x="8376" y="304943"/>
                </a:lnTo>
                <a:lnTo>
                  <a:pt x="71215" y="267591"/>
                </a:lnTo>
                <a:lnTo>
                  <a:pt x="91512" y="225291"/>
                </a:lnTo>
                <a:lnTo>
                  <a:pt x="106434" y="222503"/>
                </a:lnTo>
                <a:lnTo>
                  <a:pt x="96388" y="195269"/>
                </a:lnTo>
                <a:lnTo>
                  <a:pt x="141175" y="176627"/>
                </a:lnTo>
                <a:lnTo>
                  <a:pt x="166332" y="180773"/>
                </a:lnTo>
                <a:lnTo>
                  <a:pt x="182813" y="154923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ap"/>
          <p:cNvSpPr/>
          <p:nvPr/>
        </p:nvSpPr>
        <p:spPr>
          <a:xfrm>
            <a:off x="1056615" y="6347269"/>
            <a:ext cx="518863" cy="686859"/>
          </a:xfrm>
          <a:custGeom>
            <a:avLst/>
            <a:gdLst/>
            <a:ahLst/>
            <a:cxnLst/>
            <a:rect l="0" t="0" r="r" b="b"/>
            <a:pathLst>
              <a:path w="518863" h="686859">
                <a:moveTo>
                  <a:pt x="89400" y="648206"/>
                </a:moveTo>
                <a:lnTo>
                  <a:pt x="60550" y="597082"/>
                </a:lnTo>
                <a:lnTo>
                  <a:pt x="25106" y="602474"/>
                </a:lnTo>
                <a:lnTo>
                  <a:pt x="46946" y="374867"/>
                </a:lnTo>
                <a:lnTo>
                  <a:pt x="18265" y="304897"/>
                </a:lnTo>
                <a:lnTo>
                  <a:pt x="31608" y="220335"/>
                </a:lnTo>
                <a:lnTo>
                  <a:pt x="19727" y="233094"/>
                </a:lnTo>
                <a:lnTo>
                  <a:pt x="52" y="197449"/>
                </a:lnTo>
                <a:lnTo>
                  <a:pt x="22156" y="129446"/>
                </a:lnTo>
                <a:lnTo>
                  <a:pt x="0" y="46973"/>
                </a:lnTo>
                <a:lnTo>
                  <a:pt x="46336" y="73163"/>
                </a:lnTo>
                <a:lnTo>
                  <a:pt x="34038" y="53889"/>
                </a:lnTo>
                <a:lnTo>
                  <a:pt x="40682" y="43886"/>
                </a:lnTo>
                <a:lnTo>
                  <a:pt x="38111" y="53103"/>
                </a:lnTo>
                <a:lnTo>
                  <a:pt x="49636" y="51905"/>
                </a:lnTo>
                <a:lnTo>
                  <a:pt x="47413" y="42735"/>
                </a:lnTo>
                <a:lnTo>
                  <a:pt x="29538" y="37405"/>
                </a:lnTo>
                <a:lnTo>
                  <a:pt x="59566" y="42156"/>
                </a:lnTo>
                <a:lnTo>
                  <a:pt x="68066" y="86151"/>
                </a:lnTo>
                <a:lnTo>
                  <a:pt x="49173" y="90291"/>
                </a:lnTo>
                <a:lnTo>
                  <a:pt x="73073" y="112076"/>
                </a:lnTo>
                <a:lnTo>
                  <a:pt x="68242" y="89241"/>
                </a:lnTo>
                <a:lnTo>
                  <a:pt x="83076" y="114784"/>
                </a:lnTo>
                <a:lnTo>
                  <a:pt x="103188" y="122328"/>
                </a:lnTo>
                <a:lnTo>
                  <a:pt x="97351" y="138678"/>
                </a:lnTo>
                <a:lnTo>
                  <a:pt x="110204" y="151792"/>
                </a:lnTo>
                <a:lnTo>
                  <a:pt x="145607" y="119762"/>
                </a:lnTo>
                <a:lnTo>
                  <a:pt x="145082" y="107506"/>
                </a:lnTo>
                <a:lnTo>
                  <a:pt x="117682" y="122359"/>
                </a:lnTo>
                <a:lnTo>
                  <a:pt x="147771" y="100836"/>
                </a:lnTo>
                <a:lnTo>
                  <a:pt x="154391" y="113556"/>
                </a:lnTo>
                <a:lnTo>
                  <a:pt x="158359" y="104571"/>
                </a:lnTo>
                <a:lnTo>
                  <a:pt x="183476" y="112102"/>
                </a:lnTo>
                <a:lnTo>
                  <a:pt x="230887" y="93780"/>
                </a:lnTo>
                <a:lnTo>
                  <a:pt x="248806" y="105766"/>
                </a:lnTo>
                <a:lnTo>
                  <a:pt x="209321" y="126816"/>
                </a:lnTo>
                <a:lnTo>
                  <a:pt x="263415" y="105921"/>
                </a:lnTo>
                <a:lnTo>
                  <a:pt x="282151" y="155924"/>
                </a:lnTo>
                <a:lnTo>
                  <a:pt x="293359" y="148910"/>
                </a:lnTo>
                <a:lnTo>
                  <a:pt x="296942" y="72584"/>
                </a:lnTo>
                <a:lnTo>
                  <a:pt x="284600" y="46617"/>
                </a:lnTo>
                <a:lnTo>
                  <a:pt x="309909" y="0"/>
                </a:lnTo>
                <a:lnTo>
                  <a:pt x="320534" y="31431"/>
                </a:lnTo>
                <a:lnTo>
                  <a:pt x="359872" y="47870"/>
                </a:lnTo>
                <a:lnTo>
                  <a:pt x="372558" y="87364"/>
                </a:lnTo>
                <a:lnTo>
                  <a:pt x="378958" y="72227"/>
                </a:lnTo>
                <a:lnTo>
                  <a:pt x="364772" y="61338"/>
                </a:lnTo>
                <a:lnTo>
                  <a:pt x="394506" y="53716"/>
                </a:lnTo>
                <a:lnTo>
                  <a:pt x="422514" y="102043"/>
                </a:lnTo>
                <a:lnTo>
                  <a:pt x="385792" y="123513"/>
                </a:lnTo>
                <a:lnTo>
                  <a:pt x="414759" y="150884"/>
                </a:lnTo>
                <a:lnTo>
                  <a:pt x="441883" y="140678"/>
                </a:lnTo>
                <a:lnTo>
                  <a:pt x="464009" y="156595"/>
                </a:lnTo>
                <a:lnTo>
                  <a:pt x="504607" y="219177"/>
                </a:lnTo>
                <a:lnTo>
                  <a:pt x="507392" y="234809"/>
                </a:lnTo>
                <a:lnTo>
                  <a:pt x="475801" y="246601"/>
                </a:lnTo>
                <a:lnTo>
                  <a:pt x="486351" y="265972"/>
                </a:lnTo>
                <a:lnTo>
                  <a:pt x="463456" y="288098"/>
                </a:lnTo>
                <a:lnTo>
                  <a:pt x="462158" y="306940"/>
                </a:lnTo>
                <a:lnTo>
                  <a:pt x="503456" y="369132"/>
                </a:lnTo>
                <a:lnTo>
                  <a:pt x="518863" y="370492"/>
                </a:lnTo>
                <a:lnTo>
                  <a:pt x="501141" y="378090"/>
                </a:lnTo>
                <a:lnTo>
                  <a:pt x="498012" y="409842"/>
                </a:lnTo>
                <a:lnTo>
                  <a:pt x="468966" y="460979"/>
                </a:lnTo>
                <a:lnTo>
                  <a:pt x="445138" y="455961"/>
                </a:lnTo>
                <a:lnTo>
                  <a:pt x="422783" y="427527"/>
                </a:lnTo>
                <a:lnTo>
                  <a:pt x="398838" y="445291"/>
                </a:lnTo>
                <a:lnTo>
                  <a:pt x="393049" y="478648"/>
                </a:lnTo>
                <a:lnTo>
                  <a:pt x="371663" y="499791"/>
                </a:lnTo>
                <a:lnTo>
                  <a:pt x="397637" y="523983"/>
                </a:lnTo>
                <a:lnTo>
                  <a:pt x="377323" y="571260"/>
                </a:lnTo>
                <a:lnTo>
                  <a:pt x="391214" y="593062"/>
                </a:lnTo>
                <a:lnTo>
                  <a:pt x="360241" y="607494"/>
                </a:lnTo>
                <a:lnTo>
                  <a:pt x="332112" y="601127"/>
                </a:lnTo>
                <a:lnTo>
                  <a:pt x="330924" y="657865"/>
                </a:lnTo>
                <a:lnTo>
                  <a:pt x="304139" y="658061"/>
                </a:lnTo>
                <a:lnTo>
                  <a:pt x="296111" y="684843"/>
                </a:lnTo>
                <a:lnTo>
                  <a:pt x="237764" y="686859"/>
                </a:lnTo>
                <a:lnTo>
                  <a:pt x="206712" y="611930"/>
                </a:lnTo>
                <a:lnTo>
                  <a:pt x="193395" y="637890"/>
                </a:lnTo>
                <a:lnTo>
                  <a:pt x="170009" y="626396"/>
                </a:lnTo>
                <a:lnTo>
                  <a:pt x="106830" y="663975"/>
                </a:lnTo>
                <a:lnTo>
                  <a:pt x="89400" y="648206"/>
                </a:lnTo>
                <a:close/>
                <a:moveTo>
                  <a:pt x="250886" y="381121"/>
                </a:moveTo>
                <a:lnTo>
                  <a:pt x="248629" y="359187"/>
                </a:lnTo>
                <a:lnTo>
                  <a:pt x="197526" y="351483"/>
                </a:lnTo>
                <a:lnTo>
                  <a:pt x="171732" y="330211"/>
                </a:lnTo>
                <a:lnTo>
                  <a:pt x="169849" y="302628"/>
                </a:lnTo>
                <a:lnTo>
                  <a:pt x="149789" y="281270"/>
                </a:lnTo>
                <a:lnTo>
                  <a:pt x="136221" y="290250"/>
                </a:lnTo>
                <a:lnTo>
                  <a:pt x="148770" y="346192"/>
                </a:lnTo>
                <a:lnTo>
                  <a:pt x="180428" y="390146"/>
                </a:lnTo>
                <a:lnTo>
                  <a:pt x="205204" y="398742"/>
                </a:lnTo>
                <a:lnTo>
                  <a:pt x="205152" y="374698"/>
                </a:lnTo>
                <a:lnTo>
                  <a:pt x="217260" y="365485"/>
                </a:lnTo>
                <a:lnTo>
                  <a:pt x="228421" y="380216"/>
                </a:lnTo>
                <a:lnTo>
                  <a:pt x="214749" y="385153"/>
                </a:lnTo>
                <a:lnTo>
                  <a:pt x="222442" y="402289"/>
                </a:lnTo>
                <a:lnTo>
                  <a:pt x="245182" y="408413"/>
                </a:lnTo>
                <a:lnTo>
                  <a:pt x="219075" y="454400"/>
                </a:lnTo>
                <a:lnTo>
                  <a:pt x="204337" y="447208"/>
                </a:lnTo>
                <a:lnTo>
                  <a:pt x="145026" y="474711"/>
                </a:lnTo>
                <a:lnTo>
                  <a:pt x="153389" y="517457"/>
                </a:lnTo>
                <a:lnTo>
                  <a:pt x="119091" y="524916"/>
                </a:lnTo>
                <a:lnTo>
                  <a:pt x="117198" y="487620"/>
                </a:lnTo>
                <a:lnTo>
                  <a:pt x="80255" y="515445"/>
                </a:lnTo>
                <a:lnTo>
                  <a:pt x="105872" y="596958"/>
                </a:lnTo>
                <a:lnTo>
                  <a:pt x="148079" y="588156"/>
                </a:lnTo>
                <a:lnTo>
                  <a:pt x="227651" y="499335"/>
                </a:lnTo>
                <a:lnTo>
                  <a:pt x="251375" y="493127"/>
                </a:lnTo>
                <a:lnTo>
                  <a:pt x="262298" y="507408"/>
                </a:lnTo>
                <a:lnTo>
                  <a:pt x="246500" y="544519"/>
                </a:lnTo>
                <a:lnTo>
                  <a:pt x="232538" y="549944"/>
                </a:lnTo>
                <a:lnTo>
                  <a:pt x="244678" y="559626"/>
                </a:lnTo>
                <a:lnTo>
                  <a:pt x="261002" y="541418"/>
                </a:lnTo>
                <a:lnTo>
                  <a:pt x="286698" y="485002"/>
                </a:lnTo>
                <a:lnTo>
                  <a:pt x="287843" y="437142"/>
                </a:lnTo>
                <a:lnTo>
                  <a:pt x="250886" y="38112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p"/>
          <p:cNvSpPr/>
          <p:nvPr/>
        </p:nvSpPr>
        <p:spPr>
          <a:xfrm>
            <a:off x="1163444" y="6959199"/>
            <a:ext cx="270561" cy="259826"/>
          </a:xfrm>
          <a:custGeom>
            <a:avLst/>
            <a:gdLst/>
            <a:ahLst/>
            <a:cxnLst/>
            <a:rect l="0" t="0" r="r" b="b"/>
            <a:pathLst>
              <a:path w="270561" h="259826">
                <a:moveTo>
                  <a:pt x="9850" y="106829"/>
                </a:moveTo>
                <a:lnTo>
                  <a:pt x="0" y="52045"/>
                </a:lnTo>
                <a:lnTo>
                  <a:pt x="63179" y="14466"/>
                </a:lnTo>
                <a:lnTo>
                  <a:pt x="86565" y="25960"/>
                </a:lnTo>
                <a:lnTo>
                  <a:pt x="99882" y="0"/>
                </a:lnTo>
                <a:lnTo>
                  <a:pt x="131925" y="75609"/>
                </a:lnTo>
                <a:lnTo>
                  <a:pt x="187733" y="73791"/>
                </a:lnTo>
                <a:lnTo>
                  <a:pt x="204432" y="44739"/>
                </a:lnTo>
                <a:lnTo>
                  <a:pt x="235355" y="57369"/>
                </a:lnTo>
                <a:lnTo>
                  <a:pt x="249779" y="134652"/>
                </a:lnTo>
                <a:lnTo>
                  <a:pt x="270561" y="153067"/>
                </a:lnTo>
                <a:lnTo>
                  <a:pt x="220271" y="150338"/>
                </a:lnTo>
                <a:lnTo>
                  <a:pt x="212022" y="174987"/>
                </a:lnTo>
                <a:lnTo>
                  <a:pt x="239651" y="187506"/>
                </a:lnTo>
                <a:lnTo>
                  <a:pt x="200307" y="236155"/>
                </a:lnTo>
                <a:lnTo>
                  <a:pt x="169365" y="224472"/>
                </a:lnTo>
                <a:lnTo>
                  <a:pt x="109834" y="259826"/>
                </a:lnTo>
                <a:lnTo>
                  <a:pt x="73463" y="233358"/>
                </a:lnTo>
                <a:lnTo>
                  <a:pt x="36260" y="180845"/>
                </a:lnTo>
                <a:lnTo>
                  <a:pt x="35071" y="146241"/>
                </a:lnTo>
                <a:lnTo>
                  <a:pt x="9850" y="10682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p"/>
          <p:cNvSpPr/>
          <p:nvPr/>
        </p:nvSpPr>
        <p:spPr>
          <a:xfrm>
            <a:off x="1273278" y="7183257"/>
            <a:ext cx="291132" cy="219554"/>
          </a:xfrm>
          <a:custGeom>
            <a:avLst/>
            <a:gdLst/>
            <a:ahLst/>
            <a:cxnLst/>
            <a:rect l="0" t="0" r="r" b="b"/>
            <a:pathLst>
              <a:path w="291132" h="219554">
                <a:moveTo>
                  <a:pt x="9703" y="73574"/>
                </a:moveTo>
                <a:lnTo>
                  <a:pt x="0" y="35767"/>
                </a:lnTo>
                <a:lnTo>
                  <a:pt x="59531" y="413"/>
                </a:lnTo>
                <a:lnTo>
                  <a:pt x="87666" y="12860"/>
                </a:lnTo>
                <a:lnTo>
                  <a:pt x="109378" y="0"/>
                </a:lnTo>
                <a:lnTo>
                  <a:pt x="172496" y="34084"/>
                </a:lnTo>
                <a:lnTo>
                  <a:pt x="164018" y="63901"/>
                </a:lnTo>
                <a:lnTo>
                  <a:pt x="185307" y="70803"/>
                </a:lnTo>
                <a:lnTo>
                  <a:pt x="206107" y="101383"/>
                </a:lnTo>
                <a:lnTo>
                  <a:pt x="243150" y="99976"/>
                </a:lnTo>
                <a:lnTo>
                  <a:pt x="266350" y="143573"/>
                </a:lnTo>
                <a:lnTo>
                  <a:pt x="291132" y="150441"/>
                </a:lnTo>
                <a:lnTo>
                  <a:pt x="245346" y="167109"/>
                </a:lnTo>
                <a:lnTo>
                  <a:pt x="246701" y="194409"/>
                </a:lnTo>
                <a:lnTo>
                  <a:pt x="213096" y="219554"/>
                </a:lnTo>
                <a:lnTo>
                  <a:pt x="183263" y="205718"/>
                </a:lnTo>
                <a:lnTo>
                  <a:pt x="186789" y="189535"/>
                </a:lnTo>
                <a:lnTo>
                  <a:pt x="149427" y="208313"/>
                </a:lnTo>
                <a:lnTo>
                  <a:pt x="146588" y="178227"/>
                </a:lnTo>
                <a:lnTo>
                  <a:pt x="69855" y="194892"/>
                </a:lnTo>
                <a:lnTo>
                  <a:pt x="34657" y="158464"/>
                </a:lnTo>
                <a:lnTo>
                  <a:pt x="33638" y="91796"/>
                </a:lnTo>
                <a:lnTo>
                  <a:pt x="9703" y="7357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p"/>
          <p:cNvSpPr/>
          <p:nvPr/>
        </p:nvSpPr>
        <p:spPr>
          <a:xfrm>
            <a:off x="1316860" y="7342530"/>
            <a:ext cx="257215" cy="178596"/>
          </a:xfrm>
          <a:custGeom>
            <a:avLst/>
            <a:gdLst/>
            <a:ahLst/>
            <a:cxnLst/>
            <a:rect l="0" t="0" r="r" b="b"/>
            <a:pathLst>
              <a:path w="257215" h="178596">
                <a:moveTo>
                  <a:pt x="10797" y="121208"/>
                </a:moveTo>
                <a:lnTo>
                  <a:pt x="0" y="90088"/>
                </a:lnTo>
                <a:lnTo>
                  <a:pt x="23519" y="83199"/>
                </a:lnTo>
                <a:lnTo>
                  <a:pt x="5919" y="22734"/>
                </a:lnTo>
                <a:lnTo>
                  <a:pt x="27239" y="35762"/>
                </a:lnTo>
                <a:lnTo>
                  <a:pt x="103006" y="18955"/>
                </a:lnTo>
                <a:lnTo>
                  <a:pt x="105845" y="49040"/>
                </a:lnTo>
                <a:lnTo>
                  <a:pt x="143207" y="30262"/>
                </a:lnTo>
                <a:lnTo>
                  <a:pt x="139681" y="46446"/>
                </a:lnTo>
                <a:lnTo>
                  <a:pt x="169514" y="60281"/>
                </a:lnTo>
                <a:lnTo>
                  <a:pt x="203118" y="35137"/>
                </a:lnTo>
                <a:lnTo>
                  <a:pt x="194638" y="20432"/>
                </a:lnTo>
                <a:lnTo>
                  <a:pt x="211175" y="0"/>
                </a:lnTo>
                <a:lnTo>
                  <a:pt x="257215" y="53427"/>
                </a:lnTo>
                <a:lnTo>
                  <a:pt x="231813" y="84074"/>
                </a:lnTo>
                <a:lnTo>
                  <a:pt x="205826" y="53198"/>
                </a:lnTo>
                <a:lnTo>
                  <a:pt x="175172" y="73464"/>
                </a:lnTo>
                <a:lnTo>
                  <a:pt x="181585" y="81463"/>
                </a:lnTo>
                <a:lnTo>
                  <a:pt x="161332" y="103617"/>
                </a:lnTo>
                <a:lnTo>
                  <a:pt x="172846" y="109858"/>
                </a:lnTo>
                <a:lnTo>
                  <a:pt x="171648" y="155709"/>
                </a:lnTo>
                <a:lnTo>
                  <a:pt x="152666" y="177020"/>
                </a:lnTo>
                <a:lnTo>
                  <a:pt x="134872" y="178596"/>
                </a:lnTo>
                <a:lnTo>
                  <a:pt x="119692" y="150330"/>
                </a:lnTo>
                <a:lnTo>
                  <a:pt x="101903" y="169064"/>
                </a:lnTo>
                <a:lnTo>
                  <a:pt x="62113" y="136606"/>
                </a:lnTo>
                <a:lnTo>
                  <a:pt x="10797" y="12120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p"/>
          <p:cNvSpPr/>
          <p:nvPr/>
        </p:nvSpPr>
        <p:spPr>
          <a:xfrm>
            <a:off x="1414461" y="7396084"/>
            <a:ext cx="140151" cy="163481"/>
          </a:xfrm>
          <a:custGeom>
            <a:avLst/>
            <a:gdLst/>
            <a:ahLst/>
            <a:cxnLst/>
            <a:rect l="0" t="0" r="r" b="b"/>
            <a:pathLst>
              <a:path w="140151" h="163481">
                <a:moveTo>
                  <a:pt x="36277" y="163481"/>
                </a:moveTo>
                <a:lnTo>
                  <a:pt x="27869" y="135334"/>
                </a:lnTo>
                <a:lnTo>
                  <a:pt x="0" y="145311"/>
                </a:lnTo>
                <a:lnTo>
                  <a:pt x="7148" y="108418"/>
                </a:lnTo>
                <a:lnTo>
                  <a:pt x="22092" y="96776"/>
                </a:lnTo>
                <a:lnTo>
                  <a:pt x="37272" y="125042"/>
                </a:lnTo>
                <a:lnTo>
                  <a:pt x="61492" y="119621"/>
                </a:lnTo>
                <a:lnTo>
                  <a:pt x="77255" y="78845"/>
                </a:lnTo>
                <a:lnTo>
                  <a:pt x="64142" y="47045"/>
                </a:lnTo>
                <a:lnTo>
                  <a:pt x="83984" y="27910"/>
                </a:lnTo>
                <a:lnTo>
                  <a:pt x="77572" y="19910"/>
                </a:lnTo>
                <a:lnTo>
                  <a:pt x="109268" y="0"/>
                </a:lnTo>
                <a:lnTo>
                  <a:pt x="109173" y="13437"/>
                </a:lnTo>
                <a:lnTo>
                  <a:pt x="132692" y="19842"/>
                </a:lnTo>
                <a:lnTo>
                  <a:pt x="140151" y="67592"/>
                </a:lnTo>
                <a:lnTo>
                  <a:pt x="65195" y="161191"/>
                </a:lnTo>
                <a:lnTo>
                  <a:pt x="36277" y="16348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p"/>
          <p:cNvSpPr/>
          <p:nvPr/>
        </p:nvSpPr>
        <p:spPr>
          <a:xfrm>
            <a:off x="1455478" y="7404630"/>
            <a:ext cx="297774" cy="270427"/>
          </a:xfrm>
          <a:custGeom>
            <a:avLst/>
            <a:gdLst/>
            <a:ahLst/>
            <a:cxnLst/>
            <a:rect l="0" t="0" r="r" b="b"/>
            <a:pathLst>
              <a:path w="297774" h="270427">
                <a:moveTo>
                  <a:pt x="3239" y="206601"/>
                </a:moveTo>
                <a:lnTo>
                  <a:pt x="0" y="154428"/>
                </a:lnTo>
                <a:lnTo>
                  <a:pt x="23285" y="153321"/>
                </a:lnTo>
                <a:lnTo>
                  <a:pt x="65739" y="110356"/>
                </a:lnTo>
                <a:lnTo>
                  <a:pt x="99134" y="59046"/>
                </a:lnTo>
                <a:lnTo>
                  <a:pt x="93196" y="21974"/>
                </a:lnTo>
                <a:lnTo>
                  <a:pt x="103337" y="12397"/>
                </a:lnTo>
                <a:lnTo>
                  <a:pt x="141486" y="20834"/>
                </a:lnTo>
                <a:lnTo>
                  <a:pt x="164582" y="0"/>
                </a:lnTo>
                <a:lnTo>
                  <a:pt x="187588" y="43395"/>
                </a:lnTo>
                <a:lnTo>
                  <a:pt x="212720" y="33740"/>
                </a:lnTo>
                <a:lnTo>
                  <a:pt x="238345" y="69664"/>
                </a:lnTo>
                <a:lnTo>
                  <a:pt x="252841" y="96900"/>
                </a:lnTo>
                <a:lnTo>
                  <a:pt x="239138" y="111586"/>
                </a:lnTo>
                <a:lnTo>
                  <a:pt x="297682" y="125787"/>
                </a:lnTo>
                <a:lnTo>
                  <a:pt x="285094" y="142251"/>
                </a:lnTo>
                <a:lnTo>
                  <a:pt x="297774" y="171857"/>
                </a:lnTo>
                <a:lnTo>
                  <a:pt x="215361" y="186879"/>
                </a:lnTo>
                <a:lnTo>
                  <a:pt x="172222" y="270427"/>
                </a:lnTo>
                <a:lnTo>
                  <a:pt x="149441" y="265069"/>
                </a:lnTo>
                <a:lnTo>
                  <a:pt x="134366" y="241631"/>
                </a:lnTo>
                <a:lnTo>
                  <a:pt x="118574" y="242661"/>
                </a:lnTo>
                <a:lnTo>
                  <a:pt x="109318" y="261153"/>
                </a:lnTo>
                <a:lnTo>
                  <a:pt x="44105" y="257256"/>
                </a:lnTo>
                <a:lnTo>
                  <a:pt x="3239" y="20660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p"/>
          <p:cNvSpPr/>
          <p:nvPr/>
        </p:nvSpPr>
        <p:spPr>
          <a:xfrm>
            <a:off x="1446112" y="7336943"/>
            <a:ext cx="451301" cy="693268"/>
          </a:xfrm>
          <a:custGeom>
            <a:avLst/>
            <a:gdLst/>
            <a:ahLst/>
            <a:cxnLst/>
            <a:rect l="0" t="0" r="r" b="b"/>
            <a:pathLst>
              <a:path w="451301" h="693268">
                <a:moveTo>
                  <a:pt x="7657" y="398204"/>
                </a:moveTo>
                <a:lnTo>
                  <a:pt x="0" y="338034"/>
                </a:lnTo>
                <a:lnTo>
                  <a:pt x="43385" y="318888"/>
                </a:lnTo>
                <a:lnTo>
                  <a:pt x="118683" y="328840"/>
                </a:lnTo>
                <a:lnTo>
                  <a:pt x="127939" y="310348"/>
                </a:lnTo>
                <a:lnTo>
                  <a:pt x="143732" y="309318"/>
                </a:lnTo>
                <a:lnTo>
                  <a:pt x="158807" y="332755"/>
                </a:lnTo>
                <a:lnTo>
                  <a:pt x="181588" y="338113"/>
                </a:lnTo>
                <a:lnTo>
                  <a:pt x="224727" y="254566"/>
                </a:lnTo>
                <a:lnTo>
                  <a:pt x="307140" y="239544"/>
                </a:lnTo>
                <a:lnTo>
                  <a:pt x="294460" y="209938"/>
                </a:lnTo>
                <a:lnTo>
                  <a:pt x="306307" y="191251"/>
                </a:lnTo>
                <a:lnTo>
                  <a:pt x="247939" y="178331"/>
                </a:lnTo>
                <a:lnTo>
                  <a:pt x="262087" y="163663"/>
                </a:lnTo>
                <a:lnTo>
                  <a:pt x="222086" y="101426"/>
                </a:lnTo>
                <a:lnTo>
                  <a:pt x="244921" y="79750"/>
                </a:lnTo>
                <a:lnTo>
                  <a:pt x="209842" y="37605"/>
                </a:lnTo>
                <a:lnTo>
                  <a:pt x="251741" y="53117"/>
                </a:lnTo>
                <a:lnTo>
                  <a:pt x="268216" y="38349"/>
                </a:lnTo>
                <a:lnTo>
                  <a:pt x="254587" y="17160"/>
                </a:lnTo>
                <a:lnTo>
                  <a:pt x="273886" y="5989"/>
                </a:lnTo>
                <a:lnTo>
                  <a:pt x="293806" y="18203"/>
                </a:lnTo>
                <a:lnTo>
                  <a:pt x="337250" y="15428"/>
                </a:lnTo>
                <a:lnTo>
                  <a:pt x="348562" y="0"/>
                </a:lnTo>
                <a:lnTo>
                  <a:pt x="382649" y="9687"/>
                </a:lnTo>
                <a:lnTo>
                  <a:pt x="428408" y="72707"/>
                </a:lnTo>
                <a:lnTo>
                  <a:pt x="451301" y="135670"/>
                </a:lnTo>
                <a:lnTo>
                  <a:pt x="419339" y="136031"/>
                </a:lnTo>
                <a:lnTo>
                  <a:pt x="390486" y="160945"/>
                </a:lnTo>
                <a:lnTo>
                  <a:pt x="410328" y="202837"/>
                </a:lnTo>
                <a:lnTo>
                  <a:pt x="402109" y="229663"/>
                </a:lnTo>
                <a:lnTo>
                  <a:pt x="412623" y="242748"/>
                </a:lnTo>
                <a:lnTo>
                  <a:pt x="382758" y="322965"/>
                </a:lnTo>
                <a:lnTo>
                  <a:pt x="349096" y="330718"/>
                </a:lnTo>
                <a:lnTo>
                  <a:pt x="339006" y="348561"/>
                </a:lnTo>
                <a:lnTo>
                  <a:pt x="397474" y="315972"/>
                </a:lnTo>
                <a:lnTo>
                  <a:pt x="413934" y="329618"/>
                </a:lnTo>
                <a:lnTo>
                  <a:pt x="341329" y="363126"/>
                </a:lnTo>
                <a:lnTo>
                  <a:pt x="320516" y="384960"/>
                </a:lnTo>
                <a:lnTo>
                  <a:pt x="329995" y="393379"/>
                </a:lnTo>
                <a:lnTo>
                  <a:pt x="282580" y="417632"/>
                </a:lnTo>
                <a:lnTo>
                  <a:pt x="286582" y="460316"/>
                </a:lnTo>
                <a:lnTo>
                  <a:pt x="263777" y="489671"/>
                </a:lnTo>
                <a:lnTo>
                  <a:pt x="261537" y="566034"/>
                </a:lnTo>
                <a:lnTo>
                  <a:pt x="239653" y="648072"/>
                </a:lnTo>
                <a:lnTo>
                  <a:pt x="247926" y="678741"/>
                </a:lnTo>
                <a:lnTo>
                  <a:pt x="193622" y="693113"/>
                </a:lnTo>
                <a:lnTo>
                  <a:pt x="146331" y="677556"/>
                </a:lnTo>
                <a:lnTo>
                  <a:pt x="99822" y="693268"/>
                </a:lnTo>
                <a:lnTo>
                  <a:pt x="62499" y="660527"/>
                </a:lnTo>
                <a:lnTo>
                  <a:pt x="46155" y="616757"/>
                </a:lnTo>
                <a:lnTo>
                  <a:pt x="64912" y="575503"/>
                </a:lnTo>
                <a:lnTo>
                  <a:pt x="53942" y="563523"/>
                </a:lnTo>
                <a:lnTo>
                  <a:pt x="62579" y="497355"/>
                </a:lnTo>
                <a:lnTo>
                  <a:pt x="37056" y="488299"/>
                </a:lnTo>
                <a:lnTo>
                  <a:pt x="45073" y="471922"/>
                </a:lnTo>
                <a:lnTo>
                  <a:pt x="7657" y="398204"/>
                </a:lnTo>
                <a:close/>
                <a:moveTo>
                  <a:pt x="444238" y="327446"/>
                </a:moveTo>
                <a:lnTo>
                  <a:pt x="426725" y="328389"/>
                </a:lnTo>
                <a:lnTo>
                  <a:pt x="417932" y="311224"/>
                </a:lnTo>
                <a:lnTo>
                  <a:pt x="444238" y="32744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p"/>
          <p:cNvSpPr/>
          <p:nvPr/>
        </p:nvSpPr>
        <p:spPr>
          <a:xfrm>
            <a:off x="3947625" y="2654977"/>
            <a:ext cx="2163569" cy="1623660"/>
          </a:xfrm>
          <a:custGeom>
            <a:avLst/>
            <a:gdLst/>
            <a:ahLst/>
            <a:cxnLst/>
            <a:rect l="0" t="0" r="r" b="b"/>
            <a:pathLst>
              <a:path w="2163569" h="1623660">
                <a:moveTo>
                  <a:pt x="321082" y="673862"/>
                </a:moveTo>
                <a:lnTo>
                  <a:pt x="377656" y="698120"/>
                </a:lnTo>
                <a:lnTo>
                  <a:pt x="420842" y="688662"/>
                </a:lnTo>
                <a:lnTo>
                  <a:pt x="468044" y="718376"/>
                </a:lnTo>
                <a:lnTo>
                  <a:pt x="497707" y="700172"/>
                </a:lnTo>
                <a:lnTo>
                  <a:pt x="506394" y="751582"/>
                </a:lnTo>
                <a:lnTo>
                  <a:pt x="548744" y="724521"/>
                </a:lnTo>
                <a:lnTo>
                  <a:pt x="555350" y="763167"/>
                </a:lnTo>
                <a:lnTo>
                  <a:pt x="534922" y="768332"/>
                </a:lnTo>
                <a:lnTo>
                  <a:pt x="554256" y="770252"/>
                </a:lnTo>
                <a:lnTo>
                  <a:pt x="564436" y="789674"/>
                </a:lnTo>
                <a:lnTo>
                  <a:pt x="582194" y="770652"/>
                </a:lnTo>
                <a:lnTo>
                  <a:pt x="590451" y="795466"/>
                </a:lnTo>
                <a:lnTo>
                  <a:pt x="605820" y="771244"/>
                </a:lnTo>
                <a:lnTo>
                  <a:pt x="614951" y="776287"/>
                </a:lnTo>
                <a:lnTo>
                  <a:pt x="607234" y="817657"/>
                </a:lnTo>
                <a:lnTo>
                  <a:pt x="617969" y="858416"/>
                </a:lnTo>
                <a:lnTo>
                  <a:pt x="586474" y="858629"/>
                </a:lnTo>
                <a:lnTo>
                  <a:pt x="572171" y="812752"/>
                </a:lnTo>
                <a:lnTo>
                  <a:pt x="584983" y="799976"/>
                </a:lnTo>
                <a:lnTo>
                  <a:pt x="552929" y="813089"/>
                </a:lnTo>
                <a:lnTo>
                  <a:pt x="569667" y="832367"/>
                </a:lnTo>
                <a:lnTo>
                  <a:pt x="563196" y="844677"/>
                </a:lnTo>
                <a:lnTo>
                  <a:pt x="539572" y="835643"/>
                </a:lnTo>
                <a:lnTo>
                  <a:pt x="563330" y="847347"/>
                </a:lnTo>
                <a:lnTo>
                  <a:pt x="572352" y="870117"/>
                </a:lnTo>
                <a:lnTo>
                  <a:pt x="557319" y="869711"/>
                </a:lnTo>
                <a:lnTo>
                  <a:pt x="578207" y="880993"/>
                </a:lnTo>
                <a:lnTo>
                  <a:pt x="542246" y="883918"/>
                </a:lnTo>
                <a:lnTo>
                  <a:pt x="562264" y="883937"/>
                </a:lnTo>
                <a:lnTo>
                  <a:pt x="587190" y="909981"/>
                </a:lnTo>
                <a:lnTo>
                  <a:pt x="552711" y="909946"/>
                </a:lnTo>
                <a:lnTo>
                  <a:pt x="563372" y="919898"/>
                </a:lnTo>
                <a:lnTo>
                  <a:pt x="548828" y="917475"/>
                </a:lnTo>
                <a:lnTo>
                  <a:pt x="554978" y="933309"/>
                </a:lnTo>
                <a:lnTo>
                  <a:pt x="518082" y="918914"/>
                </a:lnTo>
                <a:lnTo>
                  <a:pt x="497273" y="929698"/>
                </a:lnTo>
                <a:lnTo>
                  <a:pt x="514363" y="921682"/>
                </a:lnTo>
                <a:lnTo>
                  <a:pt x="551697" y="937024"/>
                </a:lnTo>
                <a:lnTo>
                  <a:pt x="575702" y="925482"/>
                </a:lnTo>
                <a:lnTo>
                  <a:pt x="603305" y="971227"/>
                </a:lnTo>
                <a:lnTo>
                  <a:pt x="612759" y="1025715"/>
                </a:lnTo>
                <a:lnTo>
                  <a:pt x="625056" y="1015222"/>
                </a:lnTo>
                <a:lnTo>
                  <a:pt x="633022" y="1024545"/>
                </a:lnTo>
                <a:lnTo>
                  <a:pt x="645289" y="1212785"/>
                </a:lnTo>
                <a:lnTo>
                  <a:pt x="621882" y="1292492"/>
                </a:lnTo>
                <a:lnTo>
                  <a:pt x="630517" y="1318937"/>
                </a:lnTo>
                <a:lnTo>
                  <a:pt x="630261" y="1296607"/>
                </a:lnTo>
                <a:lnTo>
                  <a:pt x="638569" y="1301433"/>
                </a:lnTo>
                <a:lnTo>
                  <a:pt x="634996" y="1390668"/>
                </a:lnTo>
                <a:lnTo>
                  <a:pt x="643734" y="1406239"/>
                </a:lnTo>
                <a:lnTo>
                  <a:pt x="657463" y="1389035"/>
                </a:lnTo>
                <a:lnTo>
                  <a:pt x="630826" y="1472364"/>
                </a:lnTo>
                <a:lnTo>
                  <a:pt x="646827" y="1476317"/>
                </a:lnTo>
                <a:lnTo>
                  <a:pt x="648518" y="1503694"/>
                </a:lnTo>
                <a:lnTo>
                  <a:pt x="589444" y="1567159"/>
                </a:lnTo>
                <a:lnTo>
                  <a:pt x="596081" y="1583407"/>
                </a:lnTo>
                <a:lnTo>
                  <a:pt x="584717" y="1597961"/>
                </a:lnTo>
                <a:lnTo>
                  <a:pt x="530738" y="1623660"/>
                </a:lnTo>
                <a:lnTo>
                  <a:pt x="405508" y="1622852"/>
                </a:lnTo>
                <a:lnTo>
                  <a:pt x="299983" y="1560190"/>
                </a:lnTo>
                <a:lnTo>
                  <a:pt x="213776" y="1343935"/>
                </a:lnTo>
                <a:lnTo>
                  <a:pt x="215292" y="1274234"/>
                </a:lnTo>
                <a:lnTo>
                  <a:pt x="190179" y="1262555"/>
                </a:lnTo>
                <a:lnTo>
                  <a:pt x="198852" y="1245375"/>
                </a:lnTo>
                <a:lnTo>
                  <a:pt x="209946" y="1252575"/>
                </a:lnTo>
                <a:lnTo>
                  <a:pt x="194261" y="1224907"/>
                </a:lnTo>
                <a:lnTo>
                  <a:pt x="211633" y="1217378"/>
                </a:lnTo>
                <a:lnTo>
                  <a:pt x="190110" y="1214789"/>
                </a:lnTo>
                <a:lnTo>
                  <a:pt x="194769" y="1174012"/>
                </a:lnTo>
                <a:lnTo>
                  <a:pt x="186423" y="1188712"/>
                </a:lnTo>
                <a:lnTo>
                  <a:pt x="177858" y="1181802"/>
                </a:lnTo>
                <a:lnTo>
                  <a:pt x="190816" y="1114931"/>
                </a:lnTo>
                <a:lnTo>
                  <a:pt x="211911" y="1113895"/>
                </a:lnTo>
                <a:lnTo>
                  <a:pt x="199160" y="1071414"/>
                </a:lnTo>
                <a:lnTo>
                  <a:pt x="177269" y="1039688"/>
                </a:lnTo>
                <a:lnTo>
                  <a:pt x="189083" y="1067521"/>
                </a:lnTo>
                <a:lnTo>
                  <a:pt x="181303" y="1097526"/>
                </a:lnTo>
                <a:lnTo>
                  <a:pt x="158620" y="1100992"/>
                </a:lnTo>
                <a:lnTo>
                  <a:pt x="158447" y="1180721"/>
                </a:lnTo>
                <a:lnTo>
                  <a:pt x="117415" y="1141346"/>
                </a:lnTo>
                <a:lnTo>
                  <a:pt x="73905" y="1147875"/>
                </a:lnTo>
                <a:lnTo>
                  <a:pt x="55889" y="1117613"/>
                </a:lnTo>
                <a:lnTo>
                  <a:pt x="88733" y="1070264"/>
                </a:lnTo>
                <a:lnTo>
                  <a:pt x="0" y="934702"/>
                </a:lnTo>
                <a:lnTo>
                  <a:pt x="23232" y="897817"/>
                </a:lnTo>
                <a:lnTo>
                  <a:pt x="47950" y="884341"/>
                </a:lnTo>
                <a:lnTo>
                  <a:pt x="159325" y="887060"/>
                </a:lnTo>
                <a:lnTo>
                  <a:pt x="190574" y="876077"/>
                </a:lnTo>
                <a:lnTo>
                  <a:pt x="226824" y="798927"/>
                </a:lnTo>
                <a:lnTo>
                  <a:pt x="221771" y="750130"/>
                </a:lnTo>
                <a:lnTo>
                  <a:pt x="268170" y="704272"/>
                </a:lnTo>
                <a:lnTo>
                  <a:pt x="328365" y="697652"/>
                </a:lnTo>
                <a:lnTo>
                  <a:pt x="321082" y="673862"/>
                </a:lnTo>
                <a:close/>
                <a:moveTo>
                  <a:pt x="136429" y="1170638"/>
                </a:moveTo>
                <a:lnTo>
                  <a:pt x="151617" y="1179521"/>
                </a:lnTo>
                <a:lnTo>
                  <a:pt x="150468" y="1204990"/>
                </a:lnTo>
                <a:lnTo>
                  <a:pt x="136429" y="1170638"/>
                </a:lnTo>
                <a:close/>
                <a:moveTo>
                  <a:pt x="600873" y="941346"/>
                </a:moveTo>
                <a:lnTo>
                  <a:pt x="608966" y="966202"/>
                </a:lnTo>
                <a:lnTo>
                  <a:pt x="600873" y="941346"/>
                </a:lnTo>
                <a:close/>
                <a:moveTo>
                  <a:pt x="2158205" y="0"/>
                </a:moveTo>
                <a:lnTo>
                  <a:pt x="2163569" y="8898"/>
                </a:lnTo>
                <a:lnTo>
                  <a:pt x="2158205" y="0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p"/>
          <p:cNvSpPr/>
          <p:nvPr/>
        </p:nvSpPr>
        <p:spPr>
          <a:xfrm>
            <a:off x="3088250" y="3590978"/>
            <a:ext cx="1007350" cy="1087783"/>
          </a:xfrm>
          <a:custGeom>
            <a:avLst/>
            <a:gdLst/>
            <a:ahLst/>
            <a:cxnLst/>
            <a:rect l="0" t="0" r="r" b="b"/>
            <a:pathLst>
              <a:path w="1007350" h="1087783">
                <a:moveTo>
                  <a:pt x="835537" y="28552"/>
                </a:moveTo>
                <a:lnTo>
                  <a:pt x="860507" y="0"/>
                </a:lnTo>
                <a:lnTo>
                  <a:pt x="948108" y="134263"/>
                </a:lnTo>
                <a:lnTo>
                  <a:pt x="915608" y="185344"/>
                </a:lnTo>
                <a:lnTo>
                  <a:pt x="933280" y="211874"/>
                </a:lnTo>
                <a:lnTo>
                  <a:pt x="978338" y="206052"/>
                </a:lnTo>
                <a:lnTo>
                  <a:pt x="995804" y="234637"/>
                </a:lnTo>
                <a:lnTo>
                  <a:pt x="997613" y="244096"/>
                </a:lnTo>
                <a:lnTo>
                  <a:pt x="983679" y="237658"/>
                </a:lnTo>
                <a:lnTo>
                  <a:pt x="1007350" y="276521"/>
                </a:lnTo>
                <a:lnTo>
                  <a:pt x="1001394" y="292492"/>
                </a:lnTo>
                <a:lnTo>
                  <a:pt x="989149" y="281077"/>
                </a:lnTo>
                <a:lnTo>
                  <a:pt x="984535" y="294328"/>
                </a:lnTo>
                <a:lnTo>
                  <a:pt x="967089" y="277410"/>
                </a:lnTo>
                <a:lnTo>
                  <a:pt x="989672" y="333678"/>
                </a:lnTo>
                <a:lnTo>
                  <a:pt x="985725" y="377495"/>
                </a:lnTo>
                <a:lnTo>
                  <a:pt x="948667" y="441881"/>
                </a:lnTo>
                <a:lnTo>
                  <a:pt x="948770" y="415761"/>
                </a:lnTo>
                <a:lnTo>
                  <a:pt x="894703" y="452859"/>
                </a:lnTo>
                <a:lnTo>
                  <a:pt x="867450" y="435626"/>
                </a:lnTo>
                <a:lnTo>
                  <a:pt x="871607" y="448333"/>
                </a:lnTo>
                <a:lnTo>
                  <a:pt x="838789" y="504673"/>
                </a:lnTo>
                <a:lnTo>
                  <a:pt x="824175" y="504039"/>
                </a:lnTo>
                <a:lnTo>
                  <a:pt x="816428" y="532448"/>
                </a:lnTo>
                <a:lnTo>
                  <a:pt x="795491" y="529325"/>
                </a:lnTo>
                <a:lnTo>
                  <a:pt x="802220" y="548912"/>
                </a:lnTo>
                <a:lnTo>
                  <a:pt x="787356" y="542283"/>
                </a:lnTo>
                <a:lnTo>
                  <a:pt x="780989" y="560829"/>
                </a:lnTo>
                <a:lnTo>
                  <a:pt x="761833" y="551543"/>
                </a:lnTo>
                <a:lnTo>
                  <a:pt x="750531" y="618695"/>
                </a:lnTo>
                <a:lnTo>
                  <a:pt x="765681" y="631546"/>
                </a:lnTo>
                <a:lnTo>
                  <a:pt x="778720" y="621541"/>
                </a:lnTo>
                <a:lnTo>
                  <a:pt x="779017" y="643830"/>
                </a:lnTo>
                <a:lnTo>
                  <a:pt x="752217" y="711304"/>
                </a:lnTo>
                <a:lnTo>
                  <a:pt x="757631" y="730588"/>
                </a:lnTo>
                <a:lnTo>
                  <a:pt x="711010" y="759534"/>
                </a:lnTo>
                <a:lnTo>
                  <a:pt x="669921" y="727412"/>
                </a:lnTo>
                <a:lnTo>
                  <a:pt x="638230" y="807330"/>
                </a:lnTo>
                <a:lnTo>
                  <a:pt x="604722" y="816075"/>
                </a:lnTo>
                <a:lnTo>
                  <a:pt x="586054" y="854986"/>
                </a:lnTo>
                <a:lnTo>
                  <a:pt x="590328" y="914704"/>
                </a:lnTo>
                <a:lnTo>
                  <a:pt x="609400" y="944294"/>
                </a:lnTo>
                <a:lnTo>
                  <a:pt x="571705" y="979493"/>
                </a:lnTo>
                <a:lnTo>
                  <a:pt x="542495" y="986242"/>
                </a:lnTo>
                <a:lnTo>
                  <a:pt x="556190" y="1008266"/>
                </a:lnTo>
                <a:lnTo>
                  <a:pt x="531776" y="1048824"/>
                </a:lnTo>
                <a:lnTo>
                  <a:pt x="458780" y="1087783"/>
                </a:lnTo>
                <a:lnTo>
                  <a:pt x="429270" y="1055672"/>
                </a:lnTo>
                <a:lnTo>
                  <a:pt x="428318" y="1025448"/>
                </a:lnTo>
                <a:lnTo>
                  <a:pt x="403105" y="1004449"/>
                </a:lnTo>
                <a:lnTo>
                  <a:pt x="372596" y="1008927"/>
                </a:lnTo>
                <a:lnTo>
                  <a:pt x="282275" y="961909"/>
                </a:lnTo>
                <a:lnTo>
                  <a:pt x="295825" y="940873"/>
                </a:lnTo>
                <a:lnTo>
                  <a:pt x="270515" y="894007"/>
                </a:lnTo>
                <a:lnTo>
                  <a:pt x="227463" y="888641"/>
                </a:lnTo>
                <a:lnTo>
                  <a:pt x="232400" y="864787"/>
                </a:lnTo>
                <a:lnTo>
                  <a:pt x="195222" y="817117"/>
                </a:lnTo>
                <a:lnTo>
                  <a:pt x="179861" y="817557"/>
                </a:lnTo>
                <a:lnTo>
                  <a:pt x="174444" y="834993"/>
                </a:lnTo>
                <a:lnTo>
                  <a:pt x="191322" y="855270"/>
                </a:lnTo>
                <a:lnTo>
                  <a:pt x="164906" y="862061"/>
                </a:lnTo>
                <a:lnTo>
                  <a:pt x="155429" y="831267"/>
                </a:lnTo>
                <a:lnTo>
                  <a:pt x="100634" y="834253"/>
                </a:lnTo>
                <a:lnTo>
                  <a:pt x="66548" y="816127"/>
                </a:lnTo>
                <a:lnTo>
                  <a:pt x="14173" y="547217"/>
                </a:lnTo>
                <a:lnTo>
                  <a:pt x="0" y="525391"/>
                </a:lnTo>
                <a:lnTo>
                  <a:pt x="7966" y="489947"/>
                </a:lnTo>
                <a:lnTo>
                  <a:pt x="286438" y="520773"/>
                </a:lnTo>
                <a:lnTo>
                  <a:pt x="364235" y="504407"/>
                </a:lnTo>
                <a:lnTo>
                  <a:pt x="396079" y="448331"/>
                </a:lnTo>
                <a:lnTo>
                  <a:pt x="404769" y="370703"/>
                </a:lnTo>
                <a:lnTo>
                  <a:pt x="426904" y="311264"/>
                </a:lnTo>
                <a:lnTo>
                  <a:pt x="444293" y="321835"/>
                </a:lnTo>
                <a:lnTo>
                  <a:pt x="506642" y="320498"/>
                </a:lnTo>
                <a:lnTo>
                  <a:pt x="528177" y="302592"/>
                </a:lnTo>
                <a:lnTo>
                  <a:pt x="532890" y="252534"/>
                </a:lnTo>
                <a:lnTo>
                  <a:pt x="556939" y="230895"/>
                </a:lnTo>
                <a:lnTo>
                  <a:pt x="577851" y="239247"/>
                </a:lnTo>
                <a:lnTo>
                  <a:pt x="595095" y="223128"/>
                </a:lnTo>
                <a:lnTo>
                  <a:pt x="585745" y="197594"/>
                </a:lnTo>
                <a:lnTo>
                  <a:pt x="609092" y="166176"/>
                </a:lnTo>
                <a:lnTo>
                  <a:pt x="640162" y="171530"/>
                </a:lnTo>
                <a:lnTo>
                  <a:pt x="652696" y="162508"/>
                </a:lnTo>
                <a:lnTo>
                  <a:pt x="647465" y="142742"/>
                </a:lnTo>
                <a:lnTo>
                  <a:pt x="709814" y="128911"/>
                </a:lnTo>
                <a:lnTo>
                  <a:pt x="714688" y="113900"/>
                </a:lnTo>
                <a:lnTo>
                  <a:pt x="740055" y="135583"/>
                </a:lnTo>
                <a:lnTo>
                  <a:pt x="835537" y="28552"/>
                </a:lnTo>
                <a:close/>
                <a:moveTo>
                  <a:pt x="794657" y="645571"/>
                </a:moveTo>
                <a:lnTo>
                  <a:pt x="786878" y="657412"/>
                </a:lnTo>
                <a:lnTo>
                  <a:pt x="794657" y="645571"/>
                </a:lnTo>
                <a:close/>
                <a:moveTo>
                  <a:pt x="884647" y="572882"/>
                </a:moveTo>
                <a:lnTo>
                  <a:pt x="868618" y="572660"/>
                </a:lnTo>
                <a:lnTo>
                  <a:pt x="885931" y="538984"/>
                </a:lnTo>
                <a:lnTo>
                  <a:pt x="900948" y="553348"/>
                </a:lnTo>
                <a:lnTo>
                  <a:pt x="884647" y="572882"/>
                </a:lnTo>
                <a:close/>
                <a:moveTo>
                  <a:pt x="894396" y="579918"/>
                </a:moveTo>
                <a:lnTo>
                  <a:pt x="885022" y="576391"/>
                </a:lnTo>
                <a:lnTo>
                  <a:pt x="894396" y="579918"/>
                </a:lnTo>
                <a:close/>
                <a:moveTo>
                  <a:pt x="919387" y="580850"/>
                </a:moveTo>
                <a:lnTo>
                  <a:pt x="906494" y="564307"/>
                </a:lnTo>
                <a:lnTo>
                  <a:pt x="919387" y="58085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map"/>
          <p:cNvSpPr/>
          <p:nvPr/>
        </p:nvSpPr>
        <p:spPr>
          <a:xfrm>
            <a:off x="2649042" y="4008127"/>
            <a:ext cx="735033" cy="741587"/>
          </a:xfrm>
          <a:custGeom>
            <a:avLst/>
            <a:gdLst/>
            <a:ahLst/>
            <a:cxnLst/>
            <a:rect l="0" t="0" r="r" b="b"/>
            <a:pathLst>
              <a:path w="735033" h="741587">
                <a:moveTo>
                  <a:pt x="287552" y="33319"/>
                </a:moveTo>
                <a:lnTo>
                  <a:pt x="447174" y="72798"/>
                </a:lnTo>
                <a:lnTo>
                  <a:pt x="439208" y="108242"/>
                </a:lnTo>
                <a:lnTo>
                  <a:pt x="453381" y="130068"/>
                </a:lnTo>
                <a:lnTo>
                  <a:pt x="504382" y="397127"/>
                </a:lnTo>
                <a:lnTo>
                  <a:pt x="539842" y="417104"/>
                </a:lnTo>
                <a:lnTo>
                  <a:pt x="594637" y="414118"/>
                </a:lnTo>
                <a:lnTo>
                  <a:pt x="604114" y="444912"/>
                </a:lnTo>
                <a:lnTo>
                  <a:pt x="630531" y="438121"/>
                </a:lnTo>
                <a:lnTo>
                  <a:pt x="613653" y="417844"/>
                </a:lnTo>
                <a:lnTo>
                  <a:pt x="619069" y="400408"/>
                </a:lnTo>
                <a:lnTo>
                  <a:pt x="634431" y="399968"/>
                </a:lnTo>
                <a:lnTo>
                  <a:pt x="671608" y="447638"/>
                </a:lnTo>
                <a:lnTo>
                  <a:pt x="666672" y="471493"/>
                </a:lnTo>
                <a:lnTo>
                  <a:pt x="709723" y="476858"/>
                </a:lnTo>
                <a:lnTo>
                  <a:pt x="735033" y="523724"/>
                </a:lnTo>
                <a:lnTo>
                  <a:pt x="718926" y="535230"/>
                </a:lnTo>
                <a:lnTo>
                  <a:pt x="734169" y="553954"/>
                </a:lnTo>
                <a:lnTo>
                  <a:pt x="729649" y="566822"/>
                </a:lnTo>
                <a:lnTo>
                  <a:pt x="677154" y="577890"/>
                </a:lnTo>
                <a:lnTo>
                  <a:pt x="648104" y="564909"/>
                </a:lnTo>
                <a:lnTo>
                  <a:pt x="603576" y="608429"/>
                </a:lnTo>
                <a:lnTo>
                  <a:pt x="530909" y="641303"/>
                </a:lnTo>
                <a:lnTo>
                  <a:pt x="540642" y="671346"/>
                </a:lnTo>
                <a:lnTo>
                  <a:pt x="500874" y="698893"/>
                </a:lnTo>
                <a:lnTo>
                  <a:pt x="510506" y="718816"/>
                </a:lnTo>
                <a:lnTo>
                  <a:pt x="498903" y="723693"/>
                </a:lnTo>
                <a:lnTo>
                  <a:pt x="495977" y="712827"/>
                </a:lnTo>
                <a:lnTo>
                  <a:pt x="470908" y="729481"/>
                </a:lnTo>
                <a:lnTo>
                  <a:pt x="462325" y="713036"/>
                </a:lnTo>
                <a:lnTo>
                  <a:pt x="460150" y="732890"/>
                </a:lnTo>
                <a:lnTo>
                  <a:pt x="438010" y="741587"/>
                </a:lnTo>
                <a:lnTo>
                  <a:pt x="403881" y="711621"/>
                </a:lnTo>
                <a:lnTo>
                  <a:pt x="375531" y="717923"/>
                </a:lnTo>
                <a:lnTo>
                  <a:pt x="363947" y="699496"/>
                </a:lnTo>
                <a:lnTo>
                  <a:pt x="360894" y="665554"/>
                </a:lnTo>
                <a:lnTo>
                  <a:pt x="339788" y="651110"/>
                </a:lnTo>
                <a:lnTo>
                  <a:pt x="348978" y="590440"/>
                </a:lnTo>
                <a:lnTo>
                  <a:pt x="327516" y="574999"/>
                </a:lnTo>
                <a:lnTo>
                  <a:pt x="329982" y="542147"/>
                </a:lnTo>
                <a:lnTo>
                  <a:pt x="265495" y="548046"/>
                </a:lnTo>
                <a:lnTo>
                  <a:pt x="259199" y="512702"/>
                </a:lnTo>
                <a:lnTo>
                  <a:pt x="280460" y="479074"/>
                </a:lnTo>
                <a:lnTo>
                  <a:pt x="269557" y="462879"/>
                </a:lnTo>
                <a:lnTo>
                  <a:pt x="251596" y="462321"/>
                </a:lnTo>
                <a:lnTo>
                  <a:pt x="247548" y="436521"/>
                </a:lnTo>
                <a:lnTo>
                  <a:pt x="223836" y="452126"/>
                </a:lnTo>
                <a:lnTo>
                  <a:pt x="175016" y="454796"/>
                </a:lnTo>
                <a:lnTo>
                  <a:pt x="173895" y="421539"/>
                </a:lnTo>
                <a:lnTo>
                  <a:pt x="107696" y="429420"/>
                </a:lnTo>
                <a:lnTo>
                  <a:pt x="76617" y="381902"/>
                </a:lnTo>
                <a:lnTo>
                  <a:pt x="46600" y="406320"/>
                </a:lnTo>
                <a:lnTo>
                  <a:pt x="26001" y="404572"/>
                </a:lnTo>
                <a:lnTo>
                  <a:pt x="7384" y="368472"/>
                </a:lnTo>
                <a:lnTo>
                  <a:pt x="33311" y="282242"/>
                </a:lnTo>
                <a:lnTo>
                  <a:pt x="6805" y="220826"/>
                </a:lnTo>
                <a:lnTo>
                  <a:pt x="22203" y="194974"/>
                </a:lnTo>
                <a:lnTo>
                  <a:pt x="0" y="161107"/>
                </a:lnTo>
                <a:lnTo>
                  <a:pt x="57009" y="149501"/>
                </a:lnTo>
                <a:lnTo>
                  <a:pt x="83786" y="166688"/>
                </a:lnTo>
                <a:lnTo>
                  <a:pt x="96676" y="141973"/>
                </a:lnTo>
                <a:lnTo>
                  <a:pt x="140929" y="115870"/>
                </a:lnTo>
                <a:lnTo>
                  <a:pt x="151742" y="122199"/>
                </a:lnTo>
                <a:lnTo>
                  <a:pt x="142836" y="153995"/>
                </a:lnTo>
                <a:lnTo>
                  <a:pt x="177392" y="145077"/>
                </a:lnTo>
                <a:lnTo>
                  <a:pt x="183265" y="179682"/>
                </a:lnTo>
                <a:lnTo>
                  <a:pt x="233205" y="185772"/>
                </a:lnTo>
                <a:lnTo>
                  <a:pt x="249786" y="233199"/>
                </a:lnTo>
                <a:lnTo>
                  <a:pt x="235990" y="239506"/>
                </a:lnTo>
                <a:lnTo>
                  <a:pt x="222333" y="310311"/>
                </a:lnTo>
                <a:lnTo>
                  <a:pt x="237382" y="327610"/>
                </a:lnTo>
                <a:lnTo>
                  <a:pt x="272922" y="333431"/>
                </a:lnTo>
                <a:lnTo>
                  <a:pt x="274564" y="305921"/>
                </a:lnTo>
                <a:lnTo>
                  <a:pt x="310068" y="271247"/>
                </a:lnTo>
                <a:lnTo>
                  <a:pt x="297258" y="198196"/>
                </a:lnTo>
                <a:lnTo>
                  <a:pt x="271733" y="190460"/>
                </a:lnTo>
                <a:lnTo>
                  <a:pt x="257644" y="156045"/>
                </a:lnTo>
                <a:lnTo>
                  <a:pt x="290000" y="77046"/>
                </a:lnTo>
                <a:lnTo>
                  <a:pt x="285941" y="106879"/>
                </a:lnTo>
                <a:lnTo>
                  <a:pt x="330039" y="80273"/>
                </a:lnTo>
                <a:lnTo>
                  <a:pt x="272250" y="55755"/>
                </a:lnTo>
                <a:lnTo>
                  <a:pt x="257078" y="28660"/>
                </a:lnTo>
                <a:lnTo>
                  <a:pt x="287552" y="33319"/>
                </a:lnTo>
                <a:close/>
                <a:moveTo>
                  <a:pt x="305457" y="88572"/>
                </a:moveTo>
                <a:lnTo>
                  <a:pt x="309523" y="80103"/>
                </a:lnTo>
                <a:lnTo>
                  <a:pt x="305457" y="88572"/>
                </a:lnTo>
                <a:close/>
                <a:moveTo>
                  <a:pt x="176416" y="83119"/>
                </a:moveTo>
                <a:lnTo>
                  <a:pt x="169328" y="78634"/>
                </a:lnTo>
                <a:lnTo>
                  <a:pt x="176416" y="83119"/>
                </a:lnTo>
                <a:close/>
                <a:moveTo>
                  <a:pt x="143286" y="10895"/>
                </a:moveTo>
                <a:lnTo>
                  <a:pt x="149507" y="0"/>
                </a:lnTo>
                <a:lnTo>
                  <a:pt x="143286" y="10895"/>
                </a:lnTo>
                <a:close/>
                <a:moveTo>
                  <a:pt x="259585" y="122956"/>
                </a:moveTo>
                <a:lnTo>
                  <a:pt x="260313" y="104659"/>
                </a:lnTo>
                <a:lnTo>
                  <a:pt x="259585" y="122956"/>
                </a:lnTo>
                <a:close/>
                <a:moveTo>
                  <a:pt x="257653" y="103611"/>
                </a:moveTo>
                <a:lnTo>
                  <a:pt x="258201" y="93995"/>
                </a:lnTo>
                <a:lnTo>
                  <a:pt x="257653" y="103611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p"/>
          <p:cNvSpPr/>
          <p:nvPr/>
        </p:nvSpPr>
        <p:spPr>
          <a:xfrm>
            <a:off x="1541006" y="3796063"/>
            <a:ext cx="227839" cy="317805"/>
          </a:xfrm>
          <a:custGeom>
            <a:avLst/>
            <a:gdLst/>
            <a:ahLst/>
            <a:cxnLst/>
            <a:rect l="0" t="0" r="r" b="b"/>
            <a:pathLst>
              <a:path w="227839" h="317805">
                <a:moveTo>
                  <a:pt x="215204" y="111980"/>
                </a:moveTo>
                <a:lnTo>
                  <a:pt x="200578" y="196173"/>
                </a:lnTo>
                <a:lnTo>
                  <a:pt x="227839" y="245265"/>
                </a:lnTo>
                <a:lnTo>
                  <a:pt x="201598" y="288115"/>
                </a:lnTo>
                <a:lnTo>
                  <a:pt x="150180" y="292870"/>
                </a:lnTo>
                <a:lnTo>
                  <a:pt x="118076" y="317805"/>
                </a:lnTo>
                <a:lnTo>
                  <a:pt x="0" y="0"/>
                </a:lnTo>
                <a:lnTo>
                  <a:pt x="47863" y="13898"/>
                </a:lnTo>
                <a:lnTo>
                  <a:pt x="101958" y="310"/>
                </a:lnTo>
                <a:lnTo>
                  <a:pt x="124472" y="48819"/>
                </a:lnTo>
                <a:lnTo>
                  <a:pt x="195145" y="69239"/>
                </a:lnTo>
                <a:lnTo>
                  <a:pt x="124615" y="54324"/>
                </a:lnTo>
                <a:lnTo>
                  <a:pt x="137192" y="113352"/>
                </a:lnTo>
                <a:lnTo>
                  <a:pt x="153791" y="123752"/>
                </a:lnTo>
                <a:lnTo>
                  <a:pt x="192161" y="100133"/>
                </a:lnTo>
                <a:lnTo>
                  <a:pt x="215204" y="11198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p"/>
          <p:cNvSpPr/>
          <p:nvPr/>
        </p:nvSpPr>
        <p:spPr>
          <a:xfrm>
            <a:off x="2032972" y="4757407"/>
            <a:ext cx="532070" cy="440685"/>
          </a:xfrm>
          <a:custGeom>
            <a:avLst/>
            <a:gdLst/>
            <a:ahLst/>
            <a:cxnLst/>
            <a:rect l="0" t="0" r="r" b="b"/>
            <a:pathLst>
              <a:path w="532070" h="440685">
                <a:moveTo>
                  <a:pt x="148621" y="67435"/>
                </a:moveTo>
                <a:lnTo>
                  <a:pt x="180436" y="24738"/>
                </a:lnTo>
                <a:lnTo>
                  <a:pt x="270536" y="0"/>
                </a:lnTo>
                <a:lnTo>
                  <a:pt x="301009" y="67399"/>
                </a:lnTo>
                <a:lnTo>
                  <a:pt x="318518" y="75305"/>
                </a:lnTo>
                <a:lnTo>
                  <a:pt x="309308" y="98895"/>
                </a:lnTo>
                <a:lnTo>
                  <a:pt x="333155" y="118429"/>
                </a:lnTo>
                <a:lnTo>
                  <a:pt x="370084" y="197023"/>
                </a:lnTo>
                <a:lnTo>
                  <a:pt x="408112" y="215248"/>
                </a:lnTo>
                <a:lnTo>
                  <a:pt x="444919" y="208427"/>
                </a:lnTo>
                <a:lnTo>
                  <a:pt x="452070" y="224420"/>
                </a:lnTo>
                <a:lnTo>
                  <a:pt x="477818" y="215741"/>
                </a:lnTo>
                <a:lnTo>
                  <a:pt x="495913" y="240966"/>
                </a:lnTo>
                <a:lnTo>
                  <a:pt x="497185" y="293901"/>
                </a:lnTo>
                <a:lnTo>
                  <a:pt x="532070" y="321989"/>
                </a:lnTo>
                <a:lnTo>
                  <a:pt x="519852" y="369040"/>
                </a:lnTo>
                <a:lnTo>
                  <a:pt x="438447" y="429317"/>
                </a:lnTo>
                <a:lnTo>
                  <a:pt x="383148" y="439113"/>
                </a:lnTo>
                <a:lnTo>
                  <a:pt x="354012" y="423984"/>
                </a:lnTo>
                <a:lnTo>
                  <a:pt x="340938" y="440685"/>
                </a:lnTo>
                <a:lnTo>
                  <a:pt x="324568" y="438351"/>
                </a:lnTo>
                <a:lnTo>
                  <a:pt x="295225" y="405705"/>
                </a:lnTo>
                <a:lnTo>
                  <a:pt x="293445" y="418807"/>
                </a:lnTo>
                <a:lnTo>
                  <a:pt x="254554" y="430465"/>
                </a:lnTo>
                <a:lnTo>
                  <a:pt x="257222" y="392958"/>
                </a:lnTo>
                <a:lnTo>
                  <a:pt x="235577" y="358242"/>
                </a:lnTo>
                <a:lnTo>
                  <a:pt x="171287" y="387751"/>
                </a:lnTo>
                <a:lnTo>
                  <a:pt x="139071" y="384319"/>
                </a:lnTo>
                <a:lnTo>
                  <a:pt x="130785" y="396743"/>
                </a:lnTo>
                <a:lnTo>
                  <a:pt x="113844" y="378242"/>
                </a:lnTo>
                <a:lnTo>
                  <a:pt x="94730" y="395654"/>
                </a:lnTo>
                <a:lnTo>
                  <a:pt x="1456" y="389524"/>
                </a:lnTo>
                <a:lnTo>
                  <a:pt x="4071" y="343680"/>
                </a:lnTo>
                <a:lnTo>
                  <a:pt x="28537" y="331968"/>
                </a:lnTo>
                <a:lnTo>
                  <a:pt x="23075" y="289356"/>
                </a:lnTo>
                <a:lnTo>
                  <a:pt x="0" y="257413"/>
                </a:lnTo>
                <a:lnTo>
                  <a:pt x="44968" y="238834"/>
                </a:lnTo>
                <a:lnTo>
                  <a:pt x="43799" y="175992"/>
                </a:lnTo>
                <a:lnTo>
                  <a:pt x="71597" y="143951"/>
                </a:lnTo>
                <a:lnTo>
                  <a:pt x="70386" y="126497"/>
                </a:lnTo>
                <a:lnTo>
                  <a:pt x="96569" y="123193"/>
                </a:lnTo>
                <a:lnTo>
                  <a:pt x="100225" y="71194"/>
                </a:lnTo>
                <a:lnTo>
                  <a:pt x="148621" y="67435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p"/>
          <p:cNvSpPr/>
          <p:nvPr/>
        </p:nvSpPr>
        <p:spPr>
          <a:xfrm>
            <a:off x="1767320" y="5043237"/>
            <a:ext cx="427694" cy="421924"/>
          </a:xfrm>
          <a:custGeom>
            <a:avLst/>
            <a:gdLst/>
            <a:ahLst/>
            <a:cxnLst/>
            <a:rect l="0" t="0" r="r" b="b"/>
            <a:pathLst>
              <a:path w="427694" h="421924">
                <a:moveTo>
                  <a:pt x="249287" y="106401"/>
                </a:moveTo>
                <a:lnTo>
                  <a:pt x="266771" y="97553"/>
                </a:lnTo>
                <a:lnTo>
                  <a:pt x="276282" y="109623"/>
                </a:lnTo>
                <a:lnTo>
                  <a:pt x="303924" y="100138"/>
                </a:lnTo>
                <a:lnTo>
                  <a:pt x="361578" y="109702"/>
                </a:lnTo>
                <a:lnTo>
                  <a:pt x="379496" y="92412"/>
                </a:lnTo>
                <a:lnTo>
                  <a:pt x="411321" y="113676"/>
                </a:lnTo>
                <a:lnTo>
                  <a:pt x="405180" y="156968"/>
                </a:lnTo>
                <a:lnTo>
                  <a:pt x="427694" y="185376"/>
                </a:lnTo>
                <a:lnTo>
                  <a:pt x="404036" y="245584"/>
                </a:lnTo>
                <a:lnTo>
                  <a:pt x="375713" y="260283"/>
                </a:lnTo>
                <a:lnTo>
                  <a:pt x="402917" y="310639"/>
                </a:lnTo>
                <a:lnTo>
                  <a:pt x="371466" y="345246"/>
                </a:lnTo>
                <a:lnTo>
                  <a:pt x="372055" y="372622"/>
                </a:lnTo>
                <a:lnTo>
                  <a:pt x="308994" y="346737"/>
                </a:lnTo>
                <a:lnTo>
                  <a:pt x="302774" y="391437"/>
                </a:lnTo>
                <a:lnTo>
                  <a:pt x="244637" y="396870"/>
                </a:lnTo>
                <a:lnTo>
                  <a:pt x="218622" y="421924"/>
                </a:lnTo>
                <a:lnTo>
                  <a:pt x="201131" y="406067"/>
                </a:lnTo>
                <a:lnTo>
                  <a:pt x="179908" y="419976"/>
                </a:lnTo>
                <a:lnTo>
                  <a:pt x="153220" y="400306"/>
                </a:lnTo>
                <a:lnTo>
                  <a:pt x="124111" y="416942"/>
                </a:lnTo>
                <a:lnTo>
                  <a:pt x="125364" y="378020"/>
                </a:lnTo>
                <a:lnTo>
                  <a:pt x="154915" y="353527"/>
                </a:lnTo>
                <a:lnTo>
                  <a:pt x="167456" y="305799"/>
                </a:lnTo>
                <a:lnTo>
                  <a:pt x="139355" y="288151"/>
                </a:lnTo>
                <a:lnTo>
                  <a:pt x="148269" y="278137"/>
                </a:lnTo>
                <a:lnTo>
                  <a:pt x="131073" y="249251"/>
                </a:lnTo>
                <a:lnTo>
                  <a:pt x="94537" y="236353"/>
                </a:lnTo>
                <a:lnTo>
                  <a:pt x="72640" y="175678"/>
                </a:lnTo>
                <a:lnTo>
                  <a:pt x="27879" y="188414"/>
                </a:lnTo>
                <a:lnTo>
                  <a:pt x="0" y="162712"/>
                </a:lnTo>
                <a:lnTo>
                  <a:pt x="2226" y="141621"/>
                </a:lnTo>
                <a:lnTo>
                  <a:pt x="23203" y="101922"/>
                </a:lnTo>
                <a:lnTo>
                  <a:pt x="63882" y="84362"/>
                </a:lnTo>
                <a:lnTo>
                  <a:pt x="76052" y="57055"/>
                </a:lnTo>
                <a:lnTo>
                  <a:pt x="97192" y="54318"/>
                </a:lnTo>
                <a:lnTo>
                  <a:pt x="114223" y="2361"/>
                </a:lnTo>
                <a:lnTo>
                  <a:pt x="153289" y="0"/>
                </a:lnTo>
                <a:lnTo>
                  <a:pt x="171147" y="30837"/>
                </a:lnTo>
                <a:lnTo>
                  <a:pt x="162055" y="44187"/>
                </a:lnTo>
                <a:lnTo>
                  <a:pt x="176343" y="77265"/>
                </a:lnTo>
                <a:lnTo>
                  <a:pt x="211003" y="92852"/>
                </a:lnTo>
                <a:lnTo>
                  <a:pt x="230699" y="86546"/>
                </a:lnTo>
                <a:lnTo>
                  <a:pt x="249287" y="106401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ap"/>
          <p:cNvSpPr/>
          <p:nvPr/>
        </p:nvSpPr>
        <p:spPr>
          <a:xfrm>
            <a:off x="1791475" y="5443655"/>
            <a:ext cx="385141" cy="438120"/>
          </a:xfrm>
          <a:custGeom>
            <a:avLst/>
            <a:gdLst/>
            <a:ahLst/>
            <a:cxnLst/>
            <a:rect l="0" t="0" r="r" b="b"/>
            <a:pathLst>
              <a:path w="385141" h="438120">
                <a:moveTo>
                  <a:pt x="80603" y="27921"/>
                </a:moveTo>
                <a:lnTo>
                  <a:pt x="126629" y="0"/>
                </a:lnTo>
                <a:lnTo>
                  <a:pt x="157439" y="20013"/>
                </a:lnTo>
                <a:lnTo>
                  <a:pt x="176328" y="5630"/>
                </a:lnTo>
                <a:lnTo>
                  <a:pt x="187205" y="21086"/>
                </a:lnTo>
                <a:lnTo>
                  <a:pt x="213903" y="9866"/>
                </a:lnTo>
                <a:lnTo>
                  <a:pt x="223967" y="31523"/>
                </a:lnTo>
                <a:lnTo>
                  <a:pt x="268448" y="61240"/>
                </a:lnTo>
                <a:lnTo>
                  <a:pt x="246113" y="88487"/>
                </a:lnTo>
                <a:lnTo>
                  <a:pt x="311830" y="141422"/>
                </a:lnTo>
                <a:lnTo>
                  <a:pt x="302619" y="176518"/>
                </a:lnTo>
                <a:lnTo>
                  <a:pt x="325484" y="249192"/>
                </a:lnTo>
                <a:lnTo>
                  <a:pt x="316750" y="284372"/>
                </a:lnTo>
                <a:lnTo>
                  <a:pt x="337896" y="286271"/>
                </a:lnTo>
                <a:lnTo>
                  <a:pt x="355400" y="308119"/>
                </a:lnTo>
                <a:lnTo>
                  <a:pt x="345447" y="334798"/>
                </a:lnTo>
                <a:lnTo>
                  <a:pt x="385141" y="362828"/>
                </a:lnTo>
                <a:lnTo>
                  <a:pt x="366323" y="407469"/>
                </a:lnTo>
                <a:lnTo>
                  <a:pt x="342141" y="383941"/>
                </a:lnTo>
                <a:lnTo>
                  <a:pt x="325538" y="386204"/>
                </a:lnTo>
                <a:lnTo>
                  <a:pt x="303130" y="434608"/>
                </a:lnTo>
                <a:lnTo>
                  <a:pt x="287276" y="438120"/>
                </a:lnTo>
                <a:lnTo>
                  <a:pt x="278636" y="407957"/>
                </a:lnTo>
                <a:lnTo>
                  <a:pt x="288337" y="400749"/>
                </a:lnTo>
                <a:lnTo>
                  <a:pt x="235902" y="343070"/>
                </a:lnTo>
                <a:lnTo>
                  <a:pt x="213186" y="326690"/>
                </a:lnTo>
                <a:lnTo>
                  <a:pt x="196396" y="337565"/>
                </a:lnTo>
                <a:lnTo>
                  <a:pt x="137811" y="306907"/>
                </a:lnTo>
                <a:lnTo>
                  <a:pt x="106858" y="239271"/>
                </a:lnTo>
                <a:lnTo>
                  <a:pt x="92001" y="252209"/>
                </a:lnTo>
                <a:lnTo>
                  <a:pt x="62231" y="246636"/>
                </a:lnTo>
                <a:lnTo>
                  <a:pt x="39057" y="225393"/>
                </a:lnTo>
                <a:lnTo>
                  <a:pt x="29460" y="194374"/>
                </a:lnTo>
                <a:lnTo>
                  <a:pt x="45142" y="192388"/>
                </a:lnTo>
                <a:lnTo>
                  <a:pt x="34771" y="170813"/>
                </a:lnTo>
                <a:lnTo>
                  <a:pt x="52887" y="148767"/>
                </a:lnTo>
                <a:lnTo>
                  <a:pt x="19941" y="114675"/>
                </a:lnTo>
                <a:lnTo>
                  <a:pt x="25570" y="101345"/>
                </a:lnTo>
                <a:lnTo>
                  <a:pt x="0" y="59539"/>
                </a:lnTo>
                <a:lnTo>
                  <a:pt x="25655" y="57914"/>
                </a:lnTo>
                <a:lnTo>
                  <a:pt x="22090" y="44347"/>
                </a:lnTo>
                <a:lnTo>
                  <a:pt x="42910" y="35323"/>
                </a:lnTo>
                <a:lnTo>
                  <a:pt x="53075" y="8251"/>
                </a:lnTo>
                <a:lnTo>
                  <a:pt x="80603" y="2792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p"/>
          <p:cNvSpPr/>
          <p:nvPr/>
        </p:nvSpPr>
        <p:spPr>
          <a:xfrm>
            <a:off x="1754546" y="5638028"/>
            <a:ext cx="330565" cy="489654"/>
          </a:xfrm>
          <a:custGeom>
            <a:avLst/>
            <a:gdLst/>
            <a:ahLst/>
            <a:cxnLst/>
            <a:rect l="0" t="0" r="r" b="b"/>
            <a:pathLst>
              <a:path w="330565" h="489654">
                <a:moveTo>
                  <a:pt x="0" y="103956"/>
                </a:moveTo>
                <a:lnTo>
                  <a:pt x="6951" y="62951"/>
                </a:lnTo>
                <a:lnTo>
                  <a:pt x="23716" y="43888"/>
                </a:lnTo>
                <a:lnTo>
                  <a:pt x="35138" y="49109"/>
                </a:lnTo>
                <a:lnTo>
                  <a:pt x="66389" y="0"/>
                </a:lnTo>
                <a:lnTo>
                  <a:pt x="98426" y="51930"/>
                </a:lnTo>
                <a:lnTo>
                  <a:pt x="128930" y="57835"/>
                </a:lnTo>
                <a:lnTo>
                  <a:pt x="143787" y="44897"/>
                </a:lnTo>
                <a:lnTo>
                  <a:pt x="174740" y="112534"/>
                </a:lnTo>
                <a:lnTo>
                  <a:pt x="233325" y="143191"/>
                </a:lnTo>
                <a:lnTo>
                  <a:pt x="250892" y="132793"/>
                </a:lnTo>
                <a:lnTo>
                  <a:pt x="325266" y="206376"/>
                </a:lnTo>
                <a:lnTo>
                  <a:pt x="315605" y="214187"/>
                </a:lnTo>
                <a:lnTo>
                  <a:pt x="330565" y="260562"/>
                </a:lnTo>
                <a:lnTo>
                  <a:pt x="323623" y="275016"/>
                </a:lnTo>
                <a:lnTo>
                  <a:pt x="308465" y="267497"/>
                </a:lnTo>
                <a:lnTo>
                  <a:pt x="300028" y="278442"/>
                </a:lnTo>
                <a:lnTo>
                  <a:pt x="304911" y="307093"/>
                </a:lnTo>
                <a:lnTo>
                  <a:pt x="324409" y="309375"/>
                </a:lnTo>
                <a:lnTo>
                  <a:pt x="326843" y="323506"/>
                </a:lnTo>
                <a:lnTo>
                  <a:pt x="309142" y="341428"/>
                </a:lnTo>
                <a:lnTo>
                  <a:pt x="298862" y="328865"/>
                </a:lnTo>
                <a:lnTo>
                  <a:pt x="282418" y="340615"/>
                </a:lnTo>
                <a:lnTo>
                  <a:pt x="285283" y="397426"/>
                </a:lnTo>
                <a:lnTo>
                  <a:pt x="250241" y="406051"/>
                </a:lnTo>
                <a:lnTo>
                  <a:pt x="219667" y="446903"/>
                </a:lnTo>
                <a:lnTo>
                  <a:pt x="216175" y="475877"/>
                </a:lnTo>
                <a:lnTo>
                  <a:pt x="181882" y="489654"/>
                </a:lnTo>
                <a:lnTo>
                  <a:pt x="155636" y="473306"/>
                </a:lnTo>
                <a:lnTo>
                  <a:pt x="158730" y="429270"/>
                </a:lnTo>
                <a:lnTo>
                  <a:pt x="138898" y="401109"/>
                </a:lnTo>
                <a:lnTo>
                  <a:pt x="144623" y="382263"/>
                </a:lnTo>
                <a:lnTo>
                  <a:pt x="100432" y="374178"/>
                </a:lnTo>
                <a:lnTo>
                  <a:pt x="135958" y="259406"/>
                </a:lnTo>
                <a:lnTo>
                  <a:pt x="44152" y="206839"/>
                </a:lnTo>
                <a:lnTo>
                  <a:pt x="46013" y="178300"/>
                </a:lnTo>
                <a:lnTo>
                  <a:pt x="32684" y="167380"/>
                </a:lnTo>
                <a:lnTo>
                  <a:pt x="42075" y="136603"/>
                </a:lnTo>
                <a:lnTo>
                  <a:pt x="23766" y="110737"/>
                </a:lnTo>
                <a:lnTo>
                  <a:pt x="0" y="10395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ap"/>
          <p:cNvSpPr/>
          <p:nvPr/>
        </p:nvSpPr>
        <p:spPr>
          <a:xfrm>
            <a:off x="1928313" y="5806482"/>
            <a:ext cx="504647" cy="498658"/>
          </a:xfrm>
          <a:custGeom>
            <a:avLst/>
            <a:gdLst/>
            <a:ahLst/>
            <a:cxnLst/>
            <a:rect l="0" t="0" r="r" b="b"/>
            <a:pathLst>
              <a:path w="504647" h="498658">
                <a:moveTo>
                  <a:pt x="0" y="350243"/>
                </a:moveTo>
                <a:lnTo>
                  <a:pt x="8115" y="321200"/>
                </a:lnTo>
                <a:lnTo>
                  <a:pt x="43673" y="306643"/>
                </a:lnTo>
                <a:lnTo>
                  <a:pt x="45900" y="278449"/>
                </a:lnTo>
                <a:lnTo>
                  <a:pt x="76474" y="237597"/>
                </a:lnTo>
                <a:lnTo>
                  <a:pt x="111516" y="228972"/>
                </a:lnTo>
                <a:lnTo>
                  <a:pt x="108651" y="172161"/>
                </a:lnTo>
                <a:lnTo>
                  <a:pt x="125095" y="160411"/>
                </a:lnTo>
                <a:lnTo>
                  <a:pt x="135375" y="172974"/>
                </a:lnTo>
                <a:lnTo>
                  <a:pt x="153076" y="155052"/>
                </a:lnTo>
                <a:lnTo>
                  <a:pt x="150642" y="140921"/>
                </a:lnTo>
                <a:lnTo>
                  <a:pt x="131144" y="138639"/>
                </a:lnTo>
                <a:lnTo>
                  <a:pt x="126272" y="110636"/>
                </a:lnTo>
                <a:lnTo>
                  <a:pt x="134698" y="99043"/>
                </a:lnTo>
                <a:lnTo>
                  <a:pt x="150336" y="106185"/>
                </a:lnTo>
                <a:lnTo>
                  <a:pt x="149468" y="76367"/>
                </a:lnTo>
                <a:lnTo>
                  <a:pt x="166291" y="71781"/>
                </a:lnTo>
                <a:lnTo>
                  <a:pt x="188699" y="23376"/>
                </a:lnTo>
                <a:lnTo>
                  <a:pt x="205303" y="21113"/>
                </a:lnTo>
                <a:lnTo>
                  <a:pt x="229485" y="44641"/>
                </a:lnTo>
                <a:lnTo>
                  <a:pt x="248303" y="0"/>
                </a:lnTo>
                <a:lnTo>
                  <a:pt x="295829" y="18908"/>
                </a:lnTo>
                <a:lnTo>
                  <a:pt x="294134" y="31004"/>
                </a:lnTo>
                <a:lnTo>
                  <a:pt x="308062" y="35692"/>
                </a:lnTo>
                <a:lnTo>
                  <a:pt x="304237" y="62756"/>
                </a:lnTo>
                <a:lnTo>
                  <a:pt x="337364" y="69622"/>
                </a:lnTo>
                <a:lnTo>
                  <a:pt x="345252" y="132414"/>
                </a:lnTo>
                <a:lnTo>
                  <a:pt x="382704" y="158316"/>
                </a:lnTo>
                <a:lnTo>
                  <a:pt x="419897" y="218044"/>
                </a:lnTo>
                <a:lnTo>
                  <a:pt x="427722" y="241723"/>
                </a:lnTo>
                <a:lnTo>
                  <a:pt x="403742" y="254467"/>
                </a:lnTo>
                <a:lnTo>
                  <a:pt x="411809" y="274414"/>
                </a:lnTo>
                <a:lnTo>
                  <a:pt x="456833" y="301341"/>
                </a:lnTo>
                <a:lnTo>
                  <a:pt x="479592" y="372498"/>
                </a:lnTo>
                <a:lnTo>
                  <a:pt x="498309" y="370171"/>
                </a:lnTo>
                <a:lnTo>
                  <a:pt x="486991" y="392520"/>
                </a:lnTo>
                <a:lnTo>
                  <a:pt x="504647" y="404832"/>
                </a:lnTo>
                <a:lnTo>
                  <a:pt x="501590" y="469939"/>
                </a:lnTo>
                <a:lnTo>
                  <a:pt x="485613" y="491007"/>
                </a:lnTo>
                <a:lnTo>
                  <a:pt x="450086" y="471196"/>
                </a:lnTo>
                <a:lnTo>
                  <a:pt x="420659" y="447899"/>
                </a:lnTo>
                <a:lnTo>
                  <a:pt x="397928" y="406138"/>
                </a:lnTo>
                <a:lnTo>
                  <a:pt x="364241" y="415253"/>
                </a:lnTo>
                <a:lnTo>
                  <a:pt x="288629" y="394439"/>
                </a:lnTo>
                <a:lnTo>
                  <a:pt x="290459" y="448175"/>
                </a:lnTo>
                <a:lnTo>
                  <a:pt x="268778" y="450206"/>
                </a:lnTo>
                <a:lnTo>
                  <a:pt x="260267" y="471455"/>
                </a:lnTo>
                <a:lnTo>
                  <a:pt x="210852" y="478199"/>
                </a:lnTo>
                <a:lnTo>
                  <a:pt x="204906" y="494216"/>
                </a:lnTo>
                <a:lnTo>
                  <a:pt x="170750" y="485679"/>
                </a:lnTo>
                <a:lnTo>
                  <a:pt x="113692" y="498658"/>
                </a:lnTo>
                <a:lnTo>
                  <a:pt x="11514" y="418444"/>
                </a:lnTo>
                <a:lnTo>
                  <a:pt x="6143" y="390878"/>
                </a:lnTo>
                <a:lnTo>
                  <a:pt x="16990" y="371961"/>
                </a:lnTo>
                <a:lnTo>
                  <a:pt x="0" y="350243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p"/>
          <p:cNvSpPr/>
          <p:nvPr/>
        </p:nvSpPr>
        <p:spPr>
          <a:xfrm>
            <a:off x="1442406" y="6246411"/>
            <a:ext cx="711694" cy="752986"/>
          </a:xfrm>
          <a:custGeom>
            <a:avLst/>
            <a:gdLst/>
            <a:ahLst/>
            <a:cxnLst/>
            <a:rect l="0" t="0" r="r" b="b"/>
            <a:pathLst>
              <a:path w="711694" h="752986">
                <a:moveTo>
                  <a:pt x="431093" y="42562"/>
                </a:moveTo>
                <a:lnTo>
                  <a:pt x="479382" y="42254"/>
                </a:lnTo>
                <a:lnTo>
                  <a:pt x="505431" y="4081"/>
                </a:lnTo>
                <a:lnTo>
                  <a:pt x="526233" y="0"/>
                </a:lnTo>
                <a:lnTo>
                  <a:pt x="599599" y="58730"/>
                </a:lnTo>
                <a:lnTo>
                  <a:pt x="656657" y="45751"/>
                </a:lnTo>
                <a:lnTo>
                  <a:pt x="690813" y="54288"/>
                </a:lnTo>
                <a:lnTo>
                  <a:pt x="696759" y="38270"/>
                </a:lnTo>
                <a:lnTo>
                  <a:pt x="711694" y="38238"/>
                </a:lnTo>
                <a:lnTo>
                  <a:pt x="694514" y="92917"/>
                </a:lnTo>
                <a:lnTo>
                  <a:pt x="706181" y="123778"/>
                </a:lnTo>
                <a:lnTo>
                  <a:pt x="700822" y="175973"/>
                </a:lnTo>
                <a:lnTo>
                  <a:pt x="617389" y="232876"/>
                </a:lnTo>
                <a:lnTo>
                  <a:pt x="639660" y="256823"/>
                </a:lnTo>
                <a:lnTo>
                  <a:pt x="629924" y="273315"/>
                </a:lnTo>
                <a:lnTo>
                  <a:pt x="639952" y="308418"/>
                </a:lnTo>
                <a:lnTo>
                  <a:pt x="624336" y="335799"/>
                </a:lnTo>
                <a:lnTo>
                  <a:pt x="579613" y="356449"/>
                </a:lnTo>
                <a:lnTo>
                  <a:pt x="515874" y="322085"/>
                </a:lnTo>
                <a:lnTo>
                  <a:pt x="504323" y="343465"/>
                </a:lnTo>
                <a:lnTo>
                  <a:pt x="492641" y="337710"/>
                </a:lnTo>
                <a:lnTo>
                  <a:pt x="459187" y="362665"/>
                </a:lnTo>
                <a:lnTo>
                  <a:pt x="494997" y="408825"/>
                </a:lnTo>
                <a:lnTo>
                  <a:pt x="492591" y="450854"/>
                </a:lnTo>
                <a:lnTo>
                  <a:pt x="464733" y="513520"/>
                </a:lnTo>
                <a:lnTo>
                  <a:pt x="484466" y="517069"/>
                </a:lnTo>
                <a:lnTo>
                  <a:pt x="479341" y="546214"/>
                </a:lnTo>
                <a:lnTo>
                  <a:pt x="525861" y="590089"/>
                </a:lnTo>
                <a:lnTo>
                  <a:pt x="505741" y="620714"/>
                </a:lnTo>
                <a:lnTo>
                  <a:pt x="515641" y="635143"/>
                </a:lnTo>
                <a:lnTo>
                  <a:pt x="535343" y="622882"/>
                </a:lnTo>
                <a:lnTo>
                  <a:pt x="550952" y="632980"/>
                </a:lnTo>
                <a:lnTo>
                  <a:pt x="568742" y="618171"/>
                </a:lnTo>
                <a:lnTo>
                  <a:pt x="582230" y="624946"/>
                </a:lnTo>
                <a:lnTo>
                  <a:pt x="578248" y="644406"/>
                </a:lnTo>
                <a:lnTo>
                  <a:pt x="494118" y="711154"/>
                </a:lnTo>
                <a:lnTo>
                  <a:pt x="412205" y="708825"/>
                </a:lnTo>
                <a:lnTo>
                  <a:pt x="415019" y="725828"/>
                </a:lnTo>
                <a:lnTo>
                  <a:pt x="393209" y="752986"/>
                </a:lnTo>
                <a:lnTo>
                  <a:pt x="377606" y="748984"/>
                </a:lnTo>
                <a:lnTo>
                  <a:pt x="385452" y="726196"/>
                </a:lnTo>
                <a:lnTo>
                  <a:pt x="343690" y="737565"/>
                </a:lnTo>
                <a:lnTo>
                  <a:pt x="317321" y="715382"/>
                </a:lnTo>
                <a:lnTo>
                  <a:pt x="316059" y="642195"/>
                </a:lnTo>
                <a:lnTo>
                  <a:pt x="284919" y="614984"/>
                </a:lnTo>
                <a:lnTo>
                  <a:pt x="270802" y="551700"/>
                </a:lnTo>
                <a:lnTo>
                  <a:pt x="254570" y="542979"/>
                </a:lnTo>
                <a:lnTo>
                  <a:pt x="238064" y="586880"/>
                </a:lnTo>
                <a:lnTo>
                  <a:pt x="213544" y="566569"/>
                </a:lnTo>
                <a:lnTo>
                  <a:pt x="186055" y="572270"/>
                </a:lnTo>
                <a:lnTo>
                  <a:pt x="172508" y="550118"/>
                </a:lnTo>
                <a:lnTo>
                  <a:pt x="151857" y="577117"/>
                </a:lnTo>
                <a:lnTo>
                  <a:pt x="99393" y="527825"/>
                </a:lnTo>
                <a:lnTo>
                  <a:pt x="115350" y="478948"/>
                </a:lnTo>
                <a:lnTo>
                  <a:pt x="133071" y="471350"/>
                </a:lnTo>
                <a:lnTo>
                  <a:pt x="104297" y="454746"/>
                </a:lnTo>
                <a:lnTo>
                  <a:pt x="77197" y="389879"/>
                </a:lnTo>
                <a:lnTo>
                  <a:pt x="94618" y="383072"/>
                </a:lnTo>
                <a:lnTo>
                  <a:pt x="100616" y="365439"/>
                </a:lnTo>
                <a:lnTo>
                  <a:pt x="90009" y="347459"/>
                </a:lnTo>
                <a:lnTo>
                  <a:pt x="121600" y="335667"/>
                </a:lnTo>
                <a:lnTo>
                  <a:pt x="118816" y="320035"/>
                </a:lnTo>
                <a:lnTo>
                  <a:pt x="78217" y="257453"/>
                </a:lnTo>
                <a:lnTo>
                  <a:pt x="56091" y="241536"/>
                </a:lnTo>
                <a:lnTo>
                  <a:pt x="28967" y="251742"/>
                </a:lnTo>
                <a:lnTo>
                  <a:pt x="0" y="224371"/>
                </a:lnTo>
                <a:lnTo>
                  <a:pt x="36562" y="203687"/>
                </a:lnTo>
                <a:lnTo>
                  <a:pt x="24571" y="174413"/>
                </a:lnTo>
                <a:lnTo>
                  <a:pt x="80714" y="195206"/>
                </a:lnTo>
                <a:lnTo>
                  <a:pt x="94171" y="217823"/>
                </a:lnTo>
                <a:lnTo>
                  <a:pt x="117430" y="216832"/>
                </a:lnTo>
                <a:lnTo>
                  <a:pt x="104926" y="206712"/>
                </a:lnTo>
                <a:lnTo>
                  <a:pt x="128282" y="187804"/>
                </a:lnTo>
                <a:lnTo>
                  <a:pt x="118026" y="167499"/>
                </a:lnTo>
                <a:lnTo>
                  <a:pt x="91150" y="163572"/>
                </a:lnTo>
                <a:lnTo>
                  <a:pt x="50623" y="133025"/>
                </a:lnTo>
                <a:lnTo>
                  <a:pt x="49372" y="123234"/>
                </a:lnTo>
                <a:lnTo>
                  <a:pt x="66685" y="122839"/>
                </a:lnTo>
                <a:lnTo>
                  <a:pt x="96341" y="139840"/>
                </a:lnTo>
                <a:lnTo>
                  <a:pt x="23281" y="101499"/>
                </a:lnTo>
                <a:lnTo>
                  <a:pt x="54794" y="90494"/>
                </a:lnTo>
                <a:lnTo>
                  <a:pt x="52116" y="74879"/>
                </a:lnTo>
                <a:lnTo>
                  <a:pt x="101713" y="56770"/>
                </a:lnTo>
                <a:lnTo>
                  <a:pt x="146318" y="88090"/>
                </a:lnTo>
                <a:lnTo>
                  <a:pt x="178400" y="78095"/>
                </a:lnTo>
                <a:lnTo>
                  <a:pt x="248937" y="170295"/>
                </a:lnTo>
                <a:lnTo>
                  <a:pt x="274864" y="149288"/>
                </a:lnTo>
                <a:lnTo>
                  <a:pt x="329888" y="141723"/>
                </a:lnTo>
                <a:lnTo>
                  <a:pt x="320933" y="120671"/>
                </a:lnTo>
                <a:lnTo>
                  <a:pt x="339060" y="123134"/>
                </a:lnTo>
                <a:lnTo>
                  <a:pt x="360162" y="91717"/>
                </a:lnTo>
                <a:lnTo>
                  <a:pt x="346251" y="70736"/>
                </a:lnTo>
                <a:lnTo>
                  <a:pt x="389144" y="59191"/>
                </a:lnTo>
                <a:lnTo>
                  <a:pt x="401769" y="79850"/>
                </a:lnTo>
                <a:lnTo>
                  <a:pt x="416315" y="80178"/>
                </a:lnTo>
                <a:lnTo>
                  <a:pt x="404145" y="30355"/>
                </a:lnTo>
                <a:lnTo>
                  <a:pt x="414316" y="25898"/>
                </a:lnTo>
                <a:lnTo>
                  <a:pt x="431093" y="4256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p"/>
          <p:cNvSpPr/>
          <p:nvPr/>
        </p:nvSpPr>
        <p:spPr>
          <a:xfrm>
            <a:off x="6986940" y="8448983"/>
            <a:ext cx="1205731" cy="740834"/>
          </a:xfrm>
          <a:custGeom>
            <a:avLst/>
            <a:gdLst/>
            <a:ahLst/>
            <a:cxnLst/>
            <a:rect l="0" t="0" r="r" b="b"/>
            <a:pathLst>
              <a:path w="1205731" h="740834">
                <a:moveTo>
                  <a:pt x="1168634" y="303781"/>
                </a:moveTo>
                <a:lnTo>
                  <a:pt x="1138624" y="359664"/>
                </a:lnTo>
                <a:lnTo>
                  <a:pt x="1098129" y="377465"/>
                </a:lnTo>
                <a:lnTo>
                  <a:pt x="1084148" y="422022"/>
                </a:lnTo>
                <a:lnTo>
                  <a:pt x="1063249" y="424753"/>
                </a:lnTo>
                <a:lnTo>
                  <a:pt x="1033648" y="508080"/>
                </a:lnTo>
                <a:lnTo>
                  <a:pt x="1053562" y="537155"/>
                </a:lnTo>
                <a:lnTo>
                  <a:pt x="1058662" y="578622"/>
                </a:lnTo>
                <a:lnTo>
                  <a:pt x="1088131" y="598659"/>
                </a:lnTo>
                <a:lnTo>
                  <a:pt x="1083373" y="641826"/>
                </a:lnTo>
                <a:lnTo>
                  <a:pt x="1056603" y="689149"/>
                </a:lnTo>
                <a:lnTo>
                  <a:pt x="1030047" y="706717"/>
                </a:lnTo>
                <a:lnTo>
                  <a:pt x="998576" y="706850"/>
                </a:lnTo>
                <a:lnTo>
                  <a:pt x="995100" y="724051"/>
                </a:lnTo>
                <a:lnTo>
                  <a:pt x="965564" y="740834"/>
                </a:lnTo>
                <a:lnTo>
                  <a:pt x="927042" y="709522"/>
                </a:lnTo>
                <a:lnTo>
                  <a:pt x="895377" y="703056"/>
                </a:lnTo>
                <a:lnTo>
                  <a:pt x="880925" y="712705"/>
                </a:lnTo>
                <a:lnTo>
                  <a:pt x="819244" y="683309"/>
                </a:lnTo>
                <a:lnTo>
                  <a:pt x="805533" y="693625"/>
                </a:lnTo>
                <a:lnTo>
                  <a:pt x="792343" y="677763"/>
                </a:lnTo>
                <a:lnTo>
                  <a:pt x="751809" y="699791"/>
                </a:lnTo>
                <a:lnTo>
                  <a:pt x="702011" y="685478"/>
                </a:lnTo>
                <a:lnTo>
                  <a:pt x="684963" y="665691"/>
                </a:lnTo>
                <a:lnTo>
                  <a:pt x="646812" y="667573"/>
                </a:lnTo>
                <a:lnTo>
                  <a:pt x="620362" y="627745"/>
                </a:lnTo>
                <a:lnTo>
                  <a:pt x="614234" y="565475"/>
                </a:lnTo>
                <a:lnTo>
                  <a:pt x="479810" y="545292"/>
                </a:lnTo>
                <a:lnTo>
                  <a:pt x="466470" y="510729"/>
                </a:lnTo>
                <a:lnTo>
                  <a:pt x="447386" y="506843"/>
                </a:lnTo>
                <a:lnTo>
                  <a:pt x="428083" y="525900"/>
                </a:lnTo>
                <a:lnTo>
                  <a:pt x="398404" y="486561"/>
                </a:lnTo>
                <a:lnTo>
                  <a:pt x="371140" y="516716"/>
                </a:lnTo>
                <a:lnTo>
                  <a:pt x="323366" y="511962"/>
                </a:lnTo>
                <a:lnTo>
                  <a:pt x="279294" y="547850"/>
                </a:lnTo>
                <a:lnTo>
                  <a:pt x="231198" y="548298"/>
                </a:lnTo>
                <a:lnTo>
                  <a:pt x="187545" y="581259"/>
                </a:lnTo>
                <a:lnTo>
                  <a:pt x="162989" y="578130"/>
                </a:lnTo>
                <a:lnTo>
                  <a:pt x="105728" y="596629"/>
                </a:lnTo>
                <a:lnTo>
                  <a:pt x="96903" y="614618"/>
                </a:lnTo>
                <a:lnTo>
                  <a:pt x="55591" y="619383"/>
                </a:lnTo>
                <a:lnTo>
                  <a:pt x="49679" y="564158"/>
                </a:lnTo>
                <a:lnTo>
                  <a:pt x="30114" y="560135"/>
                </a:lnTo>
                <a:lnTo>
                  <a:pt x="32341" y="549345"/>
                </a:lnTo>
                <a:lnTo>
                  <a:pt x="54978" y="533204"/>
                </a:lnTo>
                <a:lnTo>
                  <a:pt x="57391" y="514997"/>
                </a:lnTo>
                <a:lnTo>
                  <a:pt x="68967" y="532496"/>
                </a:lnTo>
                <a:lnTo>
                  <a:pt x="94763" y="528085"/>
                </a:lnTo>
                <a:lnTo>
                  <a:pt x="99300" y="515384"/>
                </a:lnTo>
                <a:lnTo>
                  <a:pt x="21853" y="399835"/>
                </a:lnTo>
                <a:lnTo>
                  <a:pt x="13834" y="365412"/>
                </a:lnTo>
                <a:lnTo>
                  <a:pt x="22333" y="330353"/>
                </a:lnTo>
                <a:lnTo>
                  <a:pt x="0" y="302040"/>
                </a:lnTo>
                <a:lnTo>
                  <a:pt x="56274" y="292709"/>
                </a:lnTo>
                <a:lnTo>
                  <a:pt x="59073" y="313703"/>
                </a:lnTo>
                <a:lnTo>
                  <a:pt x="79082" y="306260"/>
                </a:lnTo>
                <a:lnTo>
                  <a:pt x="113558" y="315919"/>
                </a:lnTo>
                <a:lnTo>
                  <a:pt x="145088" y="287197"/>
                </a:lnTo>
                <a:lnTo>
                  <a:pt x="160189" y="291392"/>
                </a:lnTo>
                <a:lnTo>
                  <a:pt x="158190" y="247496"/>
                </a:lnTo>
                <a:lnTo>
                  <a:pt x="173701" y="221600"/>
                </a:lnTo>
                <a:lnTo>
                  <a:pt x="199943" y="214866"/>
                </a:lnTo>
                <a:lnTo>
                  <a:pt x="240155" y="243311"/>
                </a:lnTo>
                <a:lnTo>
                  <a:pt x="248899" y="274593"/>
                </a:lnTo>
                <a:lnTo>
                  <a:pt x="328818" y="286521"/>
                </a:lnTo>
                <a:lnTo>
                  <a:pt x="388299" y="315450"/>
                </a:lnTo>
                <a:lnTo>
                  <a:pt x="474215" y="315694"/>
                </a:lnTo>
                <a:lnTo>
                  <a:pt x="574753" y="253130"/>
                </a:lnTo>
                <a:lnTo>
                  <a:pt x="637632" y="144043"/>
                </a:lnTo>
                <a:lnTo>
                  <a:pt x="679057" y="134679"/>
                </a:lnTo>
                <a:lnTo>
                  <a:pt x="704718" y="76043"/>
                </a:lnTo>
                <a:lnTo>
                  <a:pt x="694128" y="60715"/>
                </a:lnTo>
                <a:lnTo>
                  <a:pt x="767635" y="40055"/>
                </a:lnTo>
                <a:lnTo>
                  <a:pt x="782948" y="56774"/>
                </a:lnTo>
                <a:lnTo>
                  <a:pt x="824279" y="31957"/>
                </a:lnTo>
                <a:lnTo>
                  <a:pt x="860146" y="47082"/>
                </a:lnTo>
                <a:lnTo>
                  <a:pt x="879425" y="17458"/>
                </a:lnTo>
                <a:lnTo>
                  <a:pt x="899330" y="38081"/>
                </a:lnTo>
                <a:lnTo>
                  <a:pt x="922614" y="31642"/>
                </a:lnTo>
                <a:lnTo>
                  <a:pt x="931097" y="4827"/>
                </a:lnTo>
                <a:lnTo>
                  <a:pt x="948427" y="0"/>
                </a:lnTo>
                <a:lnTo>
                  <a:pt x="997462" y="27058"/>
                </a:lnTo>
                <a:lnTo>
                  <a:pt x="1025798" y="69139"/>
                </a:lnTo>
                <a:lnTo>
                  <a:pt x="1064347" y="73232"/>
                </a:lnTo>
                <a:lnTo>
                  <a:pt x="1071846" y="92923"/>
                </a:lnTo>
                <a:lnTo>
                  <a:pt x="1100202" y="99127"/>
                </a:lnTo>
                <a:lnTo>
                  <a:pt x="1101202" y="121284"/>
                </a:lnTo>
                <a:lnTo>
                  <a:pt x="1171599" y="114266"/>
                </a:lnTo>
                <a:lnTo>
                  <a:pt x="1185485" y="124090"/>
                </a:lnTo>
                <a:lnTo>
                  <a:pt x="1177000" y="135614"/>
                </a:lnTo>
                <a:lnTo>
                  <a:pt x="1205731" y="150917"/>
                </a:lnTo>
                <a:lnTo>
                  <a:pt x="1200723" y="169436"/>
                </a:lnTo>
                <a:lnTo>
                  <a:pt x="1169930" y="156978"/>
                </a:lnTo>
                <a:lnTo>
                  <a:pt x="1161001" y="172181"/>
                </a:lnTo>
                <a:lnTo>
                  <a:pt x="1169794" y="203763"/>
                </a:lnTo>
                <a:lnTo>
                  <a:pt x="1134775" y="247776"/>
                </a:lnTo>
                <a:lnTo>
                  <a:pt x="1136077" y="277676"/>
                </a:lnTo>
                <a:lnTo>
                  <a:pt x="1153451" y="275881"/>
                </a:lnTo>
                <a:lnTo>
                  <a:pt x="1168634" y="30378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p"/>
          <p:cNvSpPr/>
          <p:nvPr/>
        </p:nvSpPr>
        <p:spPr>
          <a:xfrm>
            <a:off x="4873797" y="6668212"/>
            <a:ext cx="1077394" cy="851285"/>
          </a:xfrm>
          <a:custGeom>
            <a:avLst/>
            <a:gdLst/>
            <a:ahLst/>
            <a:cxnLst/>
            <a:rect l="0" t="0" r="r" b="b"/>
            <a:pathLst>
              <a:path w="1077394" h="851285">
                <a:moveTo>
                  <a:pt x="285409" y="773316"/>
                </a:moveTo>
                <a:lnTo>
                  <a:pt x="269916" y="743421"/>
                </a:lnTo>
                <a:lnTo>
                  <a:pt x="258257" y="771465"/>
                </a:lnTo>
                <a:lnTo>
                  <a:pt x="239005" y="730256"/>
                </a:lnTo>
                <a:lnTo>
                  <a:pt x="224565" y="726501"/>
                </a:lnTo>
                <a:lnTo>
                  <a:pt x="212400" y="683096"/>
                </a:lnTo>
                <a:lnTo>
                  <a:pt x="222889" y="662724"/>
                </a:lnTo>
                <a:lnTo>
                  <a:pt x="197215" y="659273"/>
                </a:lnTo>
                <a:lnTo>
                  <a:pt x="157753" y="624020"/>
                </a:lnTo>
                <a:lnTo>
                  <a:pt x="163292" y="580028"/>
                </a:lnTo>
                <a:lnTo>
                  <a:pt x="120034" y="556901"/>
                </a:lnTo>
                <a:lnTo>
                  <a:pt x="120167" y="538389"/>
                </a:lnTo>
                <a:lnTo>
                  <a:pt x="84311" y="539357"/>
                </a:lnTo>
                <a:lnTo>
                  <a:pt x="71910" y="508406"/>
                </a:lnTo>
                <a:lnTo>
                  <a:pt x="49686" y="512535"/>
                </a:lnTo>
                <a:lnTo>
                  <a:pt x="43709" y="449429"/>
                </a:lnTo>
                <a:lnTo>
                  <a:pt x="0" y="420815"/>
                </a:lnTo>
                <a:lnTo>
                  <a:pt x="11380" y="411292"/>
                </a:lnTo>
                <a:lnTo>
                  <a:pt x="2168" y="377782"/>
                </a:lnTo>
                <a:lnTo>
                  <a:pt x="25874" y="338751"/>
                </a:lnTo>
                <a:lnTo>
                  <a:pt x="45839" y="343048"/>
                </a:lnTo>
                <a:lnTo>
                  <a:pt x="64484" y="322798"/>
                </a:lnTo>
                <a:lnTo>
                  <a:pt x="48248" y="317002"/>
                </a:lnTo>
                <a:lnTo>
                  <a:pt x="71595" y="259890"/>
                </a:lnTo>
                <a:lnTo>
                  <a:pt x="63888" y="241116"/>
                </a:lnTo>
                <a:lnTo>
                  <a:pt x="105212" y="202997"/>
                </a:lnTo>
                <a:lnTo>
                  <a:pt x="95639" y="187361"/>
                </a:lnTo>
                <a:lnTo>
                  <a:pt x="163574" y="184442"/>
                </a:lnTo>
                <a:lnTo>
                  <a:pt x="168213" y="198597"/>
                </a:lnTo>
                <a:lnTo>
                  <a:pt x="188441" y="186979"/>
                </a:lnTo>
                <a:lnTo>
                  <a:pt x="247078" y="188298"/>
                </a:lnTo>
                <a:lnTo>
                  <a:pt x="276661" y="81276"/>
                </a:lnTo>
                <a:lnTo>
                  <a:pt x="311902" y="105790"/>
                </a:lnTo>
                <a:lnTo>
                  <a:pt x="349367" y="108906"/>
                </a:lnTo>
                <a:lnTo>
                  <a:pt x="375507" y="67583"/>
                </a:lnTo>
                <a:lnTo>
                  <a:pt x="394911" y="68820"/>
                </a:lnTo>
                <a:lnTo>
                  <a:pt x="399355" y="81707"/>
                </a:lnTo>
                <a:lnTo>
                  <a:pt x="480232" y="63664"/>
                </a:lnTo>
                <a:lnTo>
                  <a:pt x="537814" y="78143"/>
                </a:lnTo>
                <a:lnTo>
                  <a:pt x="579870" y="38669"/>
                </a:lnTo>
                <a:lnTo>
                  <a:pt x="657260" y="33554"/>
                </a:lnTo>
                <a:lnTo>
                  <a:pt x="647997" y="5371"/>
                </a:lnTo>
                <a:lnTo>
                  <a:pt x="656973" y="0"/>
                </a:lnTo>
                <a:lnTo>
                  <a:pt x="691056" y="7332"/>
                </a:lnTo>
                <a:lnTo>
                  <a:pt x="691411" y="24199"/>
                </a:lnTo>
                <a:lnTo>
                  <a:pt x="738282" y="48146"/>
                </a:lnTo>
                <a:lnTo>
                  <a:pt x="752155" y="71560"/>
                </a:lnTo>
                <a:lnTo>
                  <a:pt x="789160" y="79341"/>
                </a:lnTo>
                <a:lnTo>
                  <a:pt x="801530" y="94052"/>
                </a:lnTo>
                <a:lnTo>
                  <a:pt x="824709" y="85710"/>
                </a:lnTo>
                <a:lnTo>
                  <a:pt x="826218" y="109208"/>
                </a:lnTo>
                <a:lnTo>
                  <a:pt x="869215" y="176989"/>
                </a:lnTo>
                <a:lnTo>
                  <a:pt x="883061" y="264810"/>
                </a:lnTo>
                <a:lnTo>
                  <a:pt x="890217" y="277711"/>
                </a:lnTo>
                <a:lnTo>
                  <a:pt x="917163" y="281525"/>
                </a:lnTo>
                <a:lnTo>
                  <a:pt x="917948" y="320481"/>
                </a:lnTo>
                <a:lnTo>
                  <a:pt x="906194" y="333517"/>
                </a:lnTo>
                <a:lnTo>
                  <a:pt x="958253" y="357004"/>
                </a:lnTo>
                <a:lnTo>
                  <a:pt x="991553" y="393360"/>
                </a:lnTo>
                <a:lnTo>
                  <a:pt x="1070109" y="428343"/>
                </a:lnTo>
                <a:lnTo>
                  <a:pt x="1077394" y="451186"/>
                </a:lnTo>
                <a:lnTo>
                  <a:pt x="959229" y="501677"/>
                </a:lnTo>
                <a:lnTo>
                  <a:pt x="859646" y="458423"/>
                </a:lnTo>
                <a:lnTo>
                  <a:pt x="829610" y="473172"/>
                </a:lnTo>
                <a:lnTo>
                  <a:pt x="767041" y="443194"/>
                </a:lnTo>
                <a:lnTo>
                  <a:pt x="759934" y="420538"/>
                </a:lnTo>
                <a:lnTo>
                  <a:pt x="690803" y="399254"/>
                </a:lnTo>
                <a:lnTo>
                  <a:pt x="718941" y="349028"/>
                </a:lnTo>
                <a:lnTo>
                  <a:pt x="709787" y="316897"/>
                </a:lnTo>
                <a:lnTo>
                  <a:pt x="692153" y="306376"/>
                </a:lnTo>
                <a:lnTo>
                  <a:pt x="602239" y="390185"/>
                </a:lnTo>
                <a:lnTo>
                  <a:pt x="593177" y="455364"/>
                </a:lnTo>
                <a:lnTo>
                  <a:pt x="601819" y="462576"/>
                </a:lnTo>
                <a:lnTo>
                  <a:pt x="563938" y="484921"/>
                </a:lnTo>
                <a:lnTo>
                  <a:pt x="576214" y="527327"/>
                </a:lnTo>
                <a:lnTo>
                  <a:pt x="592403" y="509106"/>
                </a:lnTo>
                <a:lnTo>
                  <a:pt x="620882" y="517987"/>
                </a:lnTo>
                <a:lnTo>
                  <a:pt x="611532" y="537201"/>
                </a:lnTo>
                <a:lnTo>
                  <a:pt x="638776" y="604656"/>
                </a:lnTo>
                <a:lnTo>
                  <a:pt x="634640" y="627371"/>
                </a:lnTo>
                <a:lnTo>
                  <a:pt x="593495" y="641753"/>
                </a:lnTo>
                <a:lnTo>
                  <a:pt x="568445" y="624234"/>
                </a:lnTo>
                <a:lnTo>
                  <a:pt x="555777" y="650551"/>
                </a:lnTo>
                <a:lnTo>
                  <a:pt x="525000" y="651354"/>
                </a:lnTo>
                <a:lnTo>
                  <a:pt x="534423" y="669429"/>
                </a:lnTo>
                <a:lnTo>
                  <a:pt x="509729" y="681706"/>
                </a:lnTo>
                <a:lnTo>
                  <a:pt x="510757" y="714234"/>
                </a:lnTo>
                <a:lnTo>
                  <a:pt x="494774" y="737110"/>
                </a:lnTo>
                <a:lnTo>
                  <a:pt x="479308" y="746453"/>
                </a:lnTo>
                <a:lnTo>
                  <a:pt x="450352" y="738611"/>
                </a:lnTo>
                <a:lnTo>
                  <a:pt x="474621" y="754592"/>
                </a:lnTo>
                <a:lnTo>
                  <a:pt x="443768" y="769561"/>
                </a:lnTo>
                <a:lnTo>
                  <a:pt x="453627" y="798633"/>
                </a:lnTo>
                <a:lnTo>
                  <a:pt x="417088" y="813114"/>
                </a:lnTo>
                <a:lnTo>
                  <a:pt x="389115" y="847312"/>
                </a:lnTo>
                <a:lnTo>
                  <a:pt x="365740" y="851285"/>
                </a:lnTo>
                <a:lnTo>
                  <a:pt x="332055" y="794144"/>
                </a:lnTo>
                <a:lnTo>
                  <a:pt x="304191" y="770196"/>
                </a:lnTo>
                <a:lnTo>
                  <a:pt x="285409" y="773316"/>
                </a:lnTo>
                <a:close/>
                <a:moveTo>
                  <a:pt x="486311" y="731480"/>
                </a:moveTo>
                <a:lnTo>
                  <a:pt x="494294" y="724756"/>
                </a:lnTo>
                <a:lnTo>
                  <a:pt x="486311" y="73148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p"/>
          <p:cNvSpPr/>
          <p:nvPr/>
        </p:nvSpPr>
        <p:spPr>
          <a:xfrm>
            <a:off x="4443984" y="6908659"/>
            <a:ext cx="674898" cy="546531"/>
          </a:xfrm>
          <a:custGeom>
            <a:avLst/>
            <a:gdLst/>
            <a:ahLst/>
            <a:cxnLst/>
            <a:rect l="0" t="0" r="r" b="b"/>
            <a:pathLst>
              <a:path w="674898" h="546531">
                <a:moveTo>
                  <a:pt x="674898" y="507681"/>
                </a:moveTo>
                <a:lnTo>
                  <a:pt x="649901" y="527605"/>
                </a:lnTo>
                <a:lnTo>
                  <a:pt x="607598" y="511570"/>
                </a:lnTo>
                <a:lnTo>
                  <a:pt x="611744" y="533970"/>
                </a:lnTo>
                <a:lnTo>
                  <a:pt x="588598" y="546531"/>
                </a:lnTo>
                <a:lnTo>
                  <a:pt x="563067" y="530561"/>
                </a:lnTo>
                <a:lnTo>
                  <a:pt x="528754" y="537240"/>
                </a:lnTo>
                <a:lnTo>
                  <a:pt x="499979" y="521037"/>
                </a:lnTo>
                <a:lnTo>
                  <a:pt x="353221" y="494762"/>
                </a:lnTo>
                <a:lnTo>
                  <a:pt x="357143" y="477702"/>
                </a:lnTo>
                <a:lnTo>
                  <a:pt x="330426" y="484530"/>
                </a:lnTo>
                <a:lnTo>
                  <a:pt x="305383" y="464996"/>
                </a:lnTo>
                <a:lnTo>
                  <a:pt x="298913" y="476430"/>
                </a:lnTo>
                <a:lnTo>
                  <a:pt x="271860" y="469880"/>
                </a:lnTo>
                <a:lnTo>
                  <a:pt x="251859" y="502388"/>
                </a:lnTo>
                <a:lnTo>
                  <a:pt x="234712" y="473041"/>
                </a:lnTo>
                <a:lnTo>
                  <a:pt x="210629" y="474016"/>
                </a:lnTo>
                <a:lnTo>
                  <a:pt x="202205" y="458136"/>
                </a:lnTo>
                <a:lnTo>
                  <a:pt x="142773" y="437770"/>
                </a:lnTo>
                <a:lnTo>
                  <a:pt x="121059" y="452016"/>
                </a:lnTo>
                <a:lnTo>
                  <a:pt x="108837" y="432699"/>
                </a:lnTo>
                <a:lnTo>
                  <a:pt x="65607" y="425890"/>
                </a:lnTo>
                <a:lnTo>
                  <a:pt x="73789" y="411141"/>
                </a:lnTo>
                <a:lnTo>
                  <a:pt x="58379" y="387831"/>
                </a:lnTo>
                <a:lnTo>
                  <a:pt x="77663" y="364715"/>
                </a:lnTo>
                <a:lnTo>
                  <a:pt x="97197" y="366272"/>
                </a:lnTo>
                <a:lnTo>
                  <a:pt x="102779" y="334955"/>
                </a:lnTo>
                <a:lnTo>
                  <a:pt x="41864" y="311434"/>
                </a:lnTo>
                <a:lnTo>
                  <a:pt x="48538" y="292983"/>
                </a:lnTo>
                <a:lnTo>
                  <a:pt x="3805" y="283476"/>
                </a:lnTo>
                <a:lnTo>
                  <a:pt x="0" y="264120"/>
                </a:lnTo>
                <a:lnTo>
                  <a:pt x="18394" y="255270"/>
                </a:lnTo>
                <a:lnTo>
                  <a:pt x="24923" y="214249"/>
                </a:lnTo>
                <a:lnTo>
                  <a:pt x="42938" y="230864"/>
                </a:lnTo>
                <a:lnTo>
                  <a:pt x="62409" y="213748"/>
                </a:lnTo>
                <a:lnTo>
                  <a:pt x="59030" y="173628"/>
                </a:lnTo>
                <a:lnTo>
                  <a:pt x="80974" y="178253"/>
                </a:lnTo>
                <a:lnTo>
                  <a:pt x="87201" y="161112"/>
                </a:lnTo>
                <a:lnTo>
                  <a:pt x="108443" y="178298"/>
                </a:lnTo>
                <a:lnTo>
                  <a:pt x="127581" y="171433"/>
                </a:lnTo>
                <a:lnTo>
                  <a:pt x="121817" y="154947"/>
                </a:lnTo>
                <a:lnTo>
                  <a:pt x="143697" y="130666"/>
                </a:lnTo>
                <a:lnTo>
                  <a:pt x="130789" y="100967"/>
                </a:lnTo>
                <a:lnTo>
                  <a:pt x="146816" y="92358"/>
                </a:lnTo>
                <a:lnTo>
                  <a:pt x="148529" y="81931"/>
                </a:lnTo>
                <a:lnTo>
                  <a:pt x="137196" y="84529"/>
                </a:lnTo>
                <a:lnTo>
                  <a:pt x="141378" y="55410"/>
                </a:lnTo>
                <a:lnTo>
                  <a:pt x="158813" y="20723"/>
                </a:lnTo>
                <a:lnTo>
                  <a:pt x="227552" y="0"/>
                </a:lnTo>
                <a:lnTo>
                  <a:pt x="226927" y="16915"/>
                </a:lnTo>
                <a:lnTo>
                  <a:pt x="269182" y="21002"/>
                </a:lnTo>
                <a:lnTo>
                  <a:pt x="293666" y="40185"/>
                </a:lnTo>
                <a:lnTo>
                  <a:pt x="292058" y="52858"/>
                </a:lnTo>
                <a:lnTo>
                  <a:pt x="307003" y="38090"/>
                </a:lnTo>
                <a:lnTo>
                  <a:pt x="332480" y="82103"/>
                </a:lnTo>
                <a:lnTo>
                  <a:pt x="362172" y="103052"/>
                </a:lnTo>
                <a:lnTo>
                  <a:pt x="398187" y="65290"/>
                </a:lnTo>
                <a:lnTo>
                  <a:pt x="450781" y="75338"/>
                </a:lnTo>
                <a:lnTo>
                  <a:pt x="458947" y="95529"/>
                </a:lnTo>
                <a:lnTo>
                  <a:pt x="431982" y="137335"/>
                </a:lnTo>
                <a:lnTo>
                  <a:pt x="441194" y="170845"/>
                </a:lnTo>
                <a:lnTo>
                  <a:pt x="429814" y="180368"/>
                </a:lnTo>
                <a:lnTo>
                  <a:pt x="473522" y="208982"/>
                </a:lnTo>
                <a:lnTo>
                  <a:pt x="479499" y="272088"/>
                </a:lnTo>
                <a:lnTo>
                  <a:pt x="501724" y="267958"/>
                </a:lnTo>
                <a:lnTo>
                  <a:pt x="514125" y="298910"/>
                </a:lnTo>
                <a:lnTo>
                  <a:pt x="549981" y="297942"/>
                </a:lnTo>
                <a:lnTo>
                  <a:pt x="549847" y="316454"/>
                </a:lnTo>
                <a:lnTo>
                  <a:pt x="593106" y="339581"/>
                </a:lnTo>
                <a:lnTo>
                  <a:pt x="587567" y="383573"/>
                </a:lnTo>
                <a:lnTo>
                  <a:pt x="627028" y="418826"/>
                </a:lnTo>
                <a:lnTo>
                  <a:pt x="652703" y="422277"/>
                </a:lnTo>
                <a:lnTo>
                  <a:pt x="642213" y="442649"/>
                </a:lnTo>
                <a:lnTo>
                  <a:pt x="654378" y="486054"/>
                </a:lnTo>
                <a:lnTo>
                  <a:pt x="674898" y="50768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p"/>
          <p:cNvSpPr/>
          <p:nvPr/>
        </p:nvSpPr>
        <p:spPr>
          <a:xfrm>
            <a:off x="5249777" y="6974588"/>
            <a:ext cx="703493" cy="1007852"/>
          </a:xfrm>
          <a:custGeom>
            <a:avLst/>
            <a:gdLst/>
            <a:ahLst/>
            <a:cxnLst/>
            <a:rect l="0" t="0" r="r" b="b"/>
            <a:pathLst>
              <a:path w="703493" h="1007852">
                <a:moveTo>
                  <a:pt x="48511" y="654984"/>
                </a:moveTo>
                <a:lnTo>
                  <a:pt x="39452" y="641267"/>
                </a:lnTo>
                <a:lnTo>
                  <a:pt x="61681" y="545396"/>
                </a:lnTo>
                <a:lnTo>
                  <a:pt x="27528" y="531420"/>
                </a:lnTo>
                <a:lnTo>
                  <a:pt x="38971" y="508368"/>
                </a:lnTo>
                <a:lnTo>
                  <a:pt x="77647" y="492256"/>
                </a:lnTo>
                <a:lnTo>
                  <a:pt x="69534" y="460738"/>
                </a:lnTo>
                <a:lnTo>
                  <a:pt x="98578" y="451269"/>
                </a:lnTo>
                <a:lnTo>
                  <a:pt x="74372" y="432235"/>
                </a:lnTo>
                <a:lnTo>
                  <a:pt x="117451" y="432213"/>
                </a:lnTo>
                <a:lnTo>
                  <a:pt x="134777" y="407858"/>
                </a:lnTo>
                <a:lnTo>
                  <a:pt x="133749" y="375329"/>
                </a:lnTo>
                <a:lnTo>
                  <a:pt x="158443" y="363052"/>
                </a:lnTo>
                <a:lnTo>
                  <a:pt x="147527" y="346747"/>
                </a:lnTo>
                <a:lnTo>
                  <a:pt x="179797" y="344175"/>
                </a:lnTo>
                <a:lnTo>
                  <a:pt x="190573" y="318416"/>
                </a:lnTo>
                <a:lnTo>
                  <a:pt x="217515" y="335377"/>
                </a:lnTo>
                <a:lnTo>
                  <a:pt x="259234" y="320084"/>
                </a:lnTo>
                <a:lnTo>
                  <a:pt x="262795" y="298279"/>
                </a:lnTo>
                <a:lnTo>
                  <a:pt x="235552" y="230824"/>
                </a:lnTo>
                <a:lnTo>
                  <a:pt x="244902" y="211610"/>
                </a:lnTo>
                <a:lnTo>
                  <a:pt x="216423" y="202729"/>
                </a:lnTo>
                <a:lnTo>
                  <a:pt x="200234" y="220950"/>
                </a:lnTo>
                <a:lnTo>
                  <a:pt x="187958" y="178544"/>
                </a:lnTo>
                <a:lnTo>
                  <a:pt x="225839" y="156200"/>
                </a:lnTo>
                <a:lnTo>
                  <a:pt x="217197" y="148987"/>
                </a:lnTo>
                <a:lnTo>
                  <a:pt x="226259" y="83809"/>
                </a:lnTo>
                <a:lnTo>
                  <a:pt x="316173" y="0"/>
                </a:lnTo>
                <a:lnTo>
                  <a:pt x="333807" y="10520"/>
                </a:lnTo>
                <a:lnTo>
                  <a:pt x="342961" y="42651"/>
                </a:lnTo>
                <a:lnTo>
                  <a:pt x="314823" y="92877"/>
                </a:lnTo>
                <a:lnTo>
                  <a:pt x="383953" y="114162"/>
                </a:lnTo>
                <a:lnTo>
                  <a:pt x="391061" y="136817"/>
                </a:lnTo>
                <a:lnTo>
                  <a:pt x="453630" y="166796"/>
                </a:lnTo>
                <a:lnTo>
                  <a:pt x="483666" y="152046"/>
                </a:lnTo>
                <a:lnTo>
                  <a:pt x="583248" y="195301"/>
                </a:lnTo>
                <a:lnTo>
                  <a:pt x="694265" y="149468"/>
                </a:lnTo>
                <a:lnTo>
                  <a:pt x="703493" y="178846"/>
                </a:lnTo>
                <a:lnTo>
                  <a:pt x="675163" y="189529"/>
                </a:lnTo>
                <a:lnTo>
                  <a:pt x="680915" y="215774"/>
                </a:lnTo>
                <a:lnTo>
                  <a:pt x="661239" y="228802"/>
                </a:lnTo>
                <a:lnTo>
                  <a:pt x="692261" y="277833"/>
                </a:lnTo>
                <a:lnTo>
                  <a:pt x="677076" y="325618"/>
                </a:lnTo>
                <a:lnTo>
                  <a:pt x="699094" y="415375"/>
                </a:lnTo>
                <a:lnTo>
                  <a:pt x="682921" y="511009"/>
                </a:lnTo>
                <a:lnTo>
                  <a:pt x="623653" y="543576"/>
                </a:lnTo>
                <a:lnTo>
                  <a:pt x="650566" y="556470"/>
                </a:lnTo>
                <a:lnTo>
                  <a:pt x="640013" y="577028"/>
                </a:lnTo>
                <a:lnTo>
                  <a:pt x="650687" y="608257"/>
                </a:lnTo>
                <a:lnTo>
                  <a:pt x="594932" y="596459"/>
                </a:lnTo>
                <a:lnTo>
                  <a:pt x="535020" y="623671"/>
                </a:lnTo>
                <a:lnTo>
                  <a:pt x="530908" y="646428"/>
                </a:lnTo>
                <a:lnTo>
                  <a:pt x="504348" y="639027"/>
                </a:lnTo>
                <a:lnTo>
                  <a:pt x="512326" y="660831"/>
                </a:lnTo>
                <a:lnTo>
                  <a:pt x="498706" y="668072"/>
                </a:lnTo>
                <a:lnTo>
                  <a:pt x="512903" y="684732"/>
                </a:lnTo>
                <a:lnTo>
                  <a:pt x="480604" y="703919"/>
                </a:lnTo>
                <a:lnTo>
                  <a:pt x="486962" y="774725"/>
                </a:lnTo>
                <a:lnTo>
                  <a:pt x="473550" y="793145"/>
                </a:lnTo>
                <a:lnTo>
                  <a:pt x="491928" y="803801"/>
                </a:lnTo>
                <a:lnTo>
                  <a:pt x="484203" y="813493"/>
                </a:lnTo>
                <a:lnTo>
                  <a:pt x="497358" y="823864"/>
                </a:lnTo>
                <a:lnTo>
                  <a:pt x="502714" y="864393"/>
                </a:lnTo>
                <a:lnTo>
                  <a:pt x="482732" y="873582"/>
                </a:lnTo>
                <a:lnTo>
                  <a:pt x="456255" y="946284"/>
                </a:lnTo>
                <a:lnTo>
                  <a:pt x="419320" y="942984"/>
                </a:lnTo>
                <a:lnTo>
                  <a:pt x="421945" y="958448"/>
                </a:lnTo>
                <a:lnTo>
                  <a:pt x="368944" y="973637"/>
                </a:lnTo>
                <a:lnTo>
                  <a:pt x="344512" y="959617"/>
                </a:lnTo>
                <a:lnTo>
                  <a:pt x="318597" y="979358"/>
                </a:lnTo>
                <a:lnTo>
                  <a:pt x="302327" y="972103"/>
                </a:lnTo>
                <a:lnTo>
                  <a:pt x="280526" y="1007852"/>
                </a:lnTo>
                <a:lnTo>
                  <a:pt x="272767" y="978385"/>
                </a:lnTo>
                <a:lnTo>
                  <a:pt x="255927" y="977318"/>
                </a:lnTo>
                <a:lnTo>
                  <a:pt x="243449" y="957723"/>
                </a:lnTo>
                <a:lnTo>
                  <a:pt x="215906" y="952523"/>
                </a:lnTo>
                <a:lnTo>
                  <a:pt x="178766" y="973141"/>
                </a:lnTo>
                <a:lnTo>
                  <a:pt x="176888" y="925778"/>
                </a:lnTo>
                <a:lnTo>
                  <a:pt x="211630" y="899454"/>
                </a:lnTo>
                <a:lnTo>
                  <a:pt x="237483" y="908319"/>
                </a:lnTo>
                <a:lnTo>
                  <a:pt x="256137" y="879142"/>
                </a:lnTo>
                <a:lnTo>
                  <a:pt x="243138" y="871177"/>
                </a:lnTo>
                <a:lnTo>
                  <a:pt x="226673" y="887494"/>
                </a:lnTo>
                <a:lnTo>
                  <a:pt x="209612" y="883994"/>
                </a:lnTo>
                <a:lnTo>
                  <a:pt x="182718" y="864640"/>
                </a:lnTo>
                <a:lnTo>
                  <a:pt x="180909" y="835206"/>
                </a:lnTo>
                <a:lnTo>
                  <a:pt x="150267" y="819565"/>
                </a:lnTo>
                <a:lnTo>
                  <a:pt x="132103" y="828758"/>
                </a:lnTo>
                <a:lnTo>
                  <a:pt x="146728" y="836680"/>
                </a:lnTo>
                <a:lnTo>
                  <a:pt x="144958" y="853024"/>
                </a:lnTo>
                <a:lnTo>
                  <a:pt x="110632" y="848300"/>
                </a:lnTo>
                <a:lnTo>
                  <a:pt x="120810" y="815410"/>
                </a:lnTo>
                <a:lnTo>
                  <a:pt x="136288" y="813464"/>
                </a:lnTo>
                <a:lnTo>
                  <a:pt x="110690" y="753432"/>
                </a:lnTo>
                <a:lnTo>
                  <a:pt x="103260" y="800668"/>
                </a:lnTo>
                <a:lnTo>
                  <a:pt x="93956" y="775746"/>
                </a:lnTo>
                <a:lnTo>
                  <a:pt x="73353" y="763438"/>
                </a:lnTo>
                <a:lnTo>
                  <a:pt x="51561" y="781981"/>
                </a:lnTo>
                <a:lnTo>
                  <a:pt x="26358" y="751970"/>
                </a:lnTo>
                <a:lnTo>
                  <a:pt x="3141" y="761647"/>
                </a:lnTo>
                <a:lnTo>
                  <a:pt x="0" y="718898"/>
                </a:lnTo>
                <a:lnTo>
                  <a:pt x="22521" y="726428"/>
                </a:lnTo>
                <a:lnTo>
                  <a:pt x="36447" y="682761"/>
                </a:lnTo>
                <a:lnTo>
                  <a:pt x="55921" y="671617"/>
                </a:lnTo>
                <a:lnTo>
                  <a:pt x="48511" y="654984"/>
                </a:lnTo>
                <a:close/>
                <a:moveTo>
                  <a:pt x="117328" y="417600"/>
                </a:moveTo>
                <a:lnTo>
                  <a:pt x="110331" y="425104"/>
                </a:lnTo>
                <a:lnTo>
                  <a:pt x="117328" y="41760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p"/>
          <p:cNvSpPr/>
          <p:nvPr/>
        </p:nvSpPr>
        <p:spPr>
          <a:xfrm>
            <a:off x="5706032" y="7389963"/>
            <a:ext cx="1002049" cy="868627"/>
          </a:xfrm>
          <a:custGeom>
            <a:avLst/>
            <a:gdLst/>
            <a:ahLst/>
            <a:cxnLst/>
            <a:rect l="0" t="0" r="r" b="b"/>
            <a:pathLst>
              <a:path w="1002049" h="868627">
                <a:moveTo>
                  <a:pt x="100045" y="563375"/>
                </a:moveTo>
                <a:lnTo>
                  <a:pt x="141638" y="513127"/>
                </a:lnTo>
                <a:lnTo>
                  <a:pt x="92829" y="523543"/>
                </a:lnTo>
                <a:lnTo>
                  <a:pt x="67612" y="510629"/>
                </a:lnTo>
                <a:lnTo>
                  <a:pt x="58714" y="525266"/>
                </a:lnTo>
                <a:lnTo>
                  <a:pt x="0" y="530909"/>
                </a:lnTo>
                <a:lnTo>
                  <a:pt x="26477" y="458207"/>
                </a:lnTo>
                <a:lnTo>
                  <a:pt x="44307" y="452911"/>
                </a:lnTo>
                <a:lnTo>
                  <a:pt x="48526" y="434835"/>
                </a:lnTo>
                <a:lnTo>
                  <a:pt x="27948" y="398119"/>
                </a:lnTo>
                <a:lnTo>
                  <a:pt x="35263" y="387621"/>
                </a:lnTo>
                <a:lnTo>
                  <a:pt x="17295" y="377771"/>
                </a:lnTo>
                <a:lnTo>
                  <a:pt x="30707" y="359351"/>
                </a:lnTo>
                <a:lnTo>
                  <a:pt x="24349" y="288544"/>
                </a:lnTo>
                <a:lnTo>
                  <a:pt x="56247" y="270867"/>
                </a:lnTo>
                <a:lnTo>
                  <a:pt x="42451" y="252698"/>
                </a:lnTo>
                <a:lnTo>
                  <a:pt x="56071" y="245456"/>
                </a:lnTo>
                <a:lnTo>
                  <a:pt x="49421" y="222344"/>
                </a:lnTo>
                <a:lnTo>
                  <a:pt x="74653" y="231054"/>
                </a:lnTo>
                <a:lnTo>
                  <a:pt x="78765" y="208296"/>
                </a:lnTo>
                <a:lnTo>
                  <a:pt x="138678" y="181085"/>
                </a:lnTo>
                <a:lnTo>
                  <a:pt x="195307" y="192021"/>
                </a:lnTo>
                <a:lnTo>
                  <a:pt x="183758" y="161654"/>
                </a:lnTo>
                <a:lnTo>
                  <a:pt x="193839" y="140003"/>
                </a:lnTo>
                <a:lnTo>
                  <a:pt x="167398" y="128201"/>
                </a:lnTo>
                <a:lnTo>
                  <a:pt x="225934" y="97462"/>
                </a:lnTo>
                <a:lnTo>
                  <a:pt x="242839" y="0"/>
                </a:lnTo>
                <a:lnTo>
                  <a:pt x="457072" y="91945"/>
                </a:lnTo>
                <a:lnTo>
                  <a:pt x="553061" y="167955"/>
                </a:lnTo>
                <a:lnTo>
                  <a:pt x="591057" y="271519"/>
                </a:lnTo>
                <a:lnTo>
                  <a:pt x="680251" y="282513"/>
                </a:lnTo>
                <a:lnTo>
                  <a:pt x="706817" y="342443"/>
                </a:lnTo>
                <a:lnTo>
                  <a:pt x="834936" y="347979"/>
                </a:lnTo>
                <a:lnTo>
                  <a:pt x="845440" y="329148"/>
                </a:lnTo>
                <a:lnTo>
                  <a:pt x="873337" y="330723"/>
                </a:lnTo>
                <a:lnTo>
                  <a:pt x="884968" y="355373"/>
                </a:lnTo>
                <a:lnTo>
                  <a:pt x="857223" y="387707"/>
                </a:lnTo>
                <a:lnTo>
                  <a:pt x="870781" y="396032"/>
                </a:lnTo>
                <a:lnTo>
                  <a:pt x="857592" y="406442"/>
                </a:lnTo>
                <a:lnTo>
                  <a:pt x="872736" y="416549"/>
                </a:lnTo>
                <a:lnTo>
                  <a:pt x="864458" y="426447"/>
                </a:lnTo>
                <a:lnTo>
                  <a:pt x="875729" y="456182"/>
                </a:lnTo>
                <a:lnTo>
                  <a:pt x="850148" y="482405"/>
                </a:lnTo>
                <a:lnTo>
                  <a:pt x="889396" y="498487"/>
                </a:lnTo>
                <a:lnTo>
                  <a:pt x="937012" y="449388"/>
                </a:lnTo>
                <a:lnTo>
                  <a:pt x="963541" y="447993"/>
                </a:lnTo>
                <a:lnTo>
                  <a:pt x="973504" y="463903"/>
                </a:lnTo>
                <a:lnTo>
                  <a:pt x="994087" y="457669"/>
                </a:lnTo>
                <a:lnTo>
                  <a:pt x="984562" y="488559"/>
                </a:lnTo>
                <a:lnTo>
                  <a:pt x="993184" y="508510"/>
                </a:lnTo>
                <a:lnTo>
                  <a:pt x="982991" y="515932"/>
                </a:lnTo>
                <a:lnTo>
                  <a:pt x="997638" y="554114"/>
                </a:lnTo>
                <a:lnTo>
                  <a:pt x="978390" y="574659"/>
                </a:lnTo>
                <a:lnTo>
                  <a:pt x="1002049" y="583905"/>
                </a:lnTo>
                <a:lnTo>
                  <a:pt x="986264" y="657040"/>
                </a:lnTo>
                <a:lnTo>
                  <a:pt x="1001476" y="682702"/>
                </a:lnTo>
                <a:lnTo>
                  <a:pt x="981875" y="704324"/>
                </a:lnTo>
                <a:lnTo>
                  <a:pt x="985702" y="754970"/>
                </a:lnTo>
                <a:lnTo>
                  <a:pt x="939922" y="769700"/>
                </a:lnTo>
                <a:lnTo>
                  <a:pt x="916020" y="796089"/>
                </a:lnTo>
                <a:lnTo>
                  <a:pt x="890004" y="781252"/>
                </a:lnTo>
                <a:lnTo>
                  <a:pt x="847013" y="793925"/>
                </a:lnTo>
                <a:lnTo>
                  <a:pt x="849668" y="786064"/>
                </a:lnTo>
                <a:lnTo>
                  <a:pt x="812966" y="779690"/>
                </a:lnTo>
                <a:lnTo>
                  <a:pt x="788191" y="808957"/>
                </a:lnTo>
                <a:lnTo>
                  <a:pt x="782406" y="780376"/>
                </a:lnTo>
                <a:lnTo>
                  <a:pt x="770577" y="780765"/>
                </a:lnTo>
                <a:lnTo>
                  <a:pt x="709757" y="818448"/>
                </a:lnTo>
                <a:lnTo>
                  <a:pt x="678876" y="854652"/>
                </a:lnTo>
                <a:lnTo>
                  <a:pt x="682684" y="865001"/>
                </a:lnTo>
                <a:lnTo>
                  <a:pt x="668658" y="868627"/>
                </a:lnTo>
                <a:lnTo>
                  <a:pt x="641988" y="836057"/>
                </a:lnTo>
                <a:lnTo>
                  <a:pt x="649907" y="819705"/>
                </a:lnTo>
                <a:lnTo>
                  <a:pt x="611638" y="806422"/>
                </a:lnTo>
                <a:lnTo>
                  <a:pt x="606476" y="780510"/>
                </a:lnTo>
                <a:lnTo>
                  <a:pt x="626214" y="761317"/>
                </a:lnTo>
                <a:lnTo>
                  <a:pt x="613058" y="751873"/>
                </a:lnTo>
                <a:lnTo>
                  <a:pt x="593135" y="758648"/>
                </a:lnTo>
                <a:lnTo>
                  <a:pt x="591553" y="731916"/>
                </a:lnTo>
                <a:lnTo>
                  <a:pt x="557939" y="708880"/>
                </a:lnTo>
                <a:lnTo>
                  <a:pt x="551131" y="657933"/>
                </a:lnTo>
                <a:lnTo>
                  <a:pt x="535044" y="665993"/>
                </a:lnTo>
                <a:lnTo>
                  <a:pt x="535082" y="680102"/>
                </a:lnTo>
                <a:lnTo>
                  <a:pt x="491112" y="695733"/>
                </a:lnTo>
                <a:lnTo>
                  <a:pt x="452062" y="690742"/>
                </a:lnTo>
                <a:lnTo>
                  <a:pt x="375682" y="733736"/>
                </a:lnTo>
                <a:lnTo>
                  <a:pt x="277135" y="717357"/>
                </a:lnTo>
                <a:lnTo>
                  <a:pt x="265153" y="738844"/>
                </a:lnTo>
                <a:lnTo>
                  <a:pt x="237392" y="737083"/>
                </a:lnTo>
                <a:lnTo>
                  <a:pt x="224429" y="730490"/>
                </a:lnTo>
                <a:lnTo>
                  <a:pt x="226688" y="709387"/>
                </a:lnTo>
                <a:lnTo>
                  <a:pt x="196706" y="707382"/>
                </a:lnTo>
                <a:lnTo>
                  <a:pt x="191223" y="719370"/>
                </a:lnTo>
                <a:lnTo>
                  <a:pt x="202832" y="730082"/>
                </a:lnTo>
                <a:lnTo>
                  <a:pt x="166235" y="744661"/>
                </a:lnTo>
                <a:lnTo>
                  <a:pt x="75087" y="588432"/>
                </a:lnTo>
                <a:lnTo>
                  <a:pt x="72074" y="549323"/>
                </a:lnTo>
                <a:lnTo>
                  <a:pt x="100045" y="56337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p"/>
          <p:cNvSpPr/>
          <p:nvPr/>
        </p:nvSpPr>
        <p:spPr>
          <a:xfrm>
            <a:off x="3917052" y="6759722"/>
            <a:ext cx="675460" cy="735324"/>
          </a:xfrm>
          <a:custGeom>
            <a:avLst/>
            <a:gdLst/>
            <a:ahLst/>
            <a:cxnLst/>
            <a:rect l="0" t="0" r="r" b="b"/>
            <a:pathLst>
              <a:path w="675460" h="735324">
                <a:moveTo>
                  <a:pt x="592298" y="574592"/>
                </a:moveTo>
                <a:lnTo>
                  <a:pt x="512721" y="550052"/>
                </a:lnTo>
                <a:lnTo>
                  <a:pt x="489938" y="575577"/>
                </a:lnTo>
                <a:lnTo>
                  <a:pt x="484215" y="556872"/>
                </a:lnTo>
                <a:lnTo>
                  <a:pt x="494596" y="544759"/>
                </a:lnTo>
                <a:lnTo>
                  <a:pt x="455987" y="522769"/>
                </a:lnTo>
                <a:lnTo>
                  <a:pt x="447688" y="536237"/>
                </a:lnTo>
                <a:lnTo>
                  <a:pt x="434974" y="513199"/>
                </a:lnTo>
                <a:lnTo>
                  <a:pt x="410520" y="509380"/>
                </a:lnTo>
                <a:lnTo>
                  <a:pt x="399723" y="477122"/>
                </a:lnTo>
                <a:lnTo>
                  <a:pt x="382097" y="475706"/>
                </a:lnTo>
                <a:lnTo>
                  <a:pt x="372595" y="493957"/>
                </a:lnTo>
                <a:lnTo>
                  <a:pt x="356400" y="476079"/>
                </a:lnTo>
                <a:lnTo>
                  <a:pt x="348833" y="484161"/>
                </a:lnTo>
                <a:lnTo>
                  <a:pt x="360457" y="510500"/>
                </a:lnTo>
                <a:lnTo>
                  <a:pt x="326698" y="524308"/>
                </a:lnTo>
                <a:lnTo>
                  <a:pt x="314720" y="517196"/>
                </a:lnTo>
                <a:lnTo>
                  <a:pt x="342480" y="555024"/>
                </a:lnTo>
                <a:lnTo>
                  <a:pt x="367639" y="560859"/>
                </a:lnTo>
                <a:lnTo>
                  <a:pt x="364202" y="576944"/>
                </a:lnTo>
                <a:lnTo>
                  <a:pt x="343999" y="579441"/>
                </a:lnTo>
                <a:lnTo>
                  <a:pt x="334346" y="558471"/>
                </a:lnTo>
                <a:lnTo>
                  <a:pt x="307225" y="585919"/>
                </a:lnTo>
                <a:lnTo>
                  <a:pt x="372778" y="665715"/>
                </a:lnTo>
                <a:lnTo>
                  <a:pt x="363899" y="689038"/>
                </a:lnTo>
                <a:lnTo>
                  <a:pt x="345538" y="690113"/>
                </a:lnTo>
                <a:lnTo>
                  <a:pt x="313589" y="667040"/>
                </a:lnTo>
                <a:lnTo>
                  <a:pt x="306100" y="646248"/>
                </a:lnTo>
                <a:lnTo>
                  <a:pt x="256821" y="625631"/>
                </a:lnTo>
                <a:lnTo>
                  <a:pt x="259719" y="638316"/>
                </a:lnTo>
                <a:lnTo>
                  <a:pt x="198413" y="653652"/>
                </a:lnTo>
                <a:lnTo>
                  <a:pt x="199060" y="728433"/>
                </a:lnTo>
                <a:lnTo>
                  <a:pt x="144976" y="735324"/>
                </a:lnTo>
                <a:lnTo>
                  <a:pt x="68633" y="718513"/>
                </a:lnTo>
                <a:lnTo>
                  <a:pt x="68739" y="694614"/>
                </a:lnTo>
                <a:lnTo>
                  <a:pt x="109130" y="682203"/>
                </a:lnTo>
                <a:lnTo>
                  <a:pt x="123804" y="658989"/>
                </a:lnTo>
                <a:lnTo>
                  <a:pt x="49560" y="593761"/>
                </a:lnTo>
                <a:lnTo>
                  <a:pt x="17827" y="620610"/>
                </a:lnTo>
                <a:lnTo>
                  <a:pt x="15392" y="584623"/>
                </a:lnTo>
                <a:lnTo>
                  <a:pt x="0" y="572041"/>
                </a:lnTo>
                <a:lnTo>
                  <a:pt x="14227" y="559025"/>
                </a:lnTo>
                <a:lnTo>
                  <a:pt x="14667" y="535804"/>
                </a:lnTo>
                <a:lnTo>
                  <a:pt x="62495" y="488874"/>
                </a:lnTo>
                <a:lnTo>
                  <a:pt x="81486" y="498814"/>
                </a:lnTo>
                <a:lnTo>
                  <a:pt x="83490" y="456007"/>
                </a:lnTo>
                <a:lnTo>
                  <a:pt x="168829" y="352047"/>
                </a:lnTo>
                <a:lnTo>
                  <a:pt x="194567" y="358735"/>
                </a:lnTo>
                <a:lnTo>
                  <a:pt x="230239" y="338827"/>
                </a:lnTo>
                <a:lnTo>
                  <a:pt x="262105" y="370035"/>
                </a:lnTo>
                <a:lnTo>
                  <a:pt x="280695" y="356673"/>
                </a:lnTo>
                <a:lnTo>
                  <a:pt x="277372" y="335390"/>
                </a:lnTo>
                <a:lnTo>
                  <a:pt x="294943" y="311806"/>
                </a:lnTo>
                <a:lnTo>
                  <a:pt x="323742" y="305444"/>
                </a:lnTo>
                <a:lnTo>
                  <a:pt x="355472" y="272208"/>
                </a:lnTo>
                <a:lnTo>
                  <a:pt x="333563" y="245489"/>
                </a:lnTo>
                <a:lnTo>
                  <a:pt x="266823" y="267357"/>
                </a:lnTo>
                <a:lnTo>
                  <a:pt x="254361" y="254158"/>
                </a:lnTo>
                <a:lnTo>
                  <a:pt x="197995" y="251554"/>
                </a:lnTo>
                <a:lnTo>
                  <a:pt x="183377" y="224034"/>
                </a:lnTo>
                <a:lnTo>
                  <a:pt x="132516" y="223067"/>
                </a:lnTo>
                <a:lnTo>
                  <a:pt x="129846" y="157091"/>
                </a:lnTo>
                <a:lnTo>
                  <a:pt x="109902" y="109242"/>
                </a:lnTo>
                <a:lnTo>
                  <a:pt x="131126" y="94362"/>
                </a:lnTo>
                <a:lnTo>
                  <a:pt x="137374" y="66564"/>
                </a:lnTo>
                <a:lnTo>
                  <a:pt x="165681" y="49116"/>
                </a:lnTo>
                <a:lnTo>
                  <a:pt x="196126" y="53766"/>
                </a:lnTo>
                <a:lnTo>
                  <a:pt x="236021" y="110822"/>
                </a:lnTo>
                <a:lnTo>
                  <a:pt x="216093" y="106191"/>
                </a:lnTo>
                <a:lnTo>
                  <a:pt x="192341" y="146298"/>
                </a:lnTo>
                <a:lnTo>
                  <a:pt x="245551" y="125565"/>
                </a:lnTo>
                <a:lnTo>
                  <a:pt x="234600" y="157304"/>
                </a:lnTo>
                <a:lnTo>
                  <a:pt x="248682" y="162250"/>
                </a:lnTo>
                <a:lnTo>
                  <a:pt x="249360" y="178989"/>
                </a:lnTo>
                <a:lnTo>
                  <a:pt x="275388" y="178596"/>
                </a:lnTo>
                <a:lnTo>
                  <a:pt x="266168" y="146800"/>
                </a:lnTo>
                <a:lnTo>
                  <a:pt x="283777" y="154650"/>
                </a:lnTo>
                <a:lnTo>
                  <a:pt x="292748" y="138012"/>
                </a:lnTo>
                <a:lnTo>
                  <a:pt x="315664" y="139929"/>
                </a:lnTo>
                <a:lnTo>
                  <a:pt x="313199" y="156775"/>
                </a:lnTo>
                <a:lnTo>
                  <a:pt x="352427" y="137368"/>
                </a:lnTo>
                <a:lnTo>
                  <a:pt x="377851" y="150789"/>
                </a:lnTo>
                <a:lnTo>
                  <a:pt x="402374" y="145478"/>
                </a:lnTo>
                <a:lnTo>
                  <a:pt x="391768" y="123206"/>
                </a:lnTo>
                <a:lnTo>
                  <a:pt x="369806" y="119071"/>
                </a:lnTo>
                <a:lnTo>
                  <a:pt x="385024" y="116061"/>
                </a:lnTo>
                <a:lnTo>
                  <a:pt x="396018" y="94186"/>
                </a:lnTo>
                <a:lnTo>
                  <a:pt x="385039" y="81094"/>
                </a:lnTo>
                <a:lnTo>
                  <a:pt x="408323" y="50703"/>
                </a:lnTo>
                <a:lnTo>
                  <a:pt x="431236" y="40032"/>
                </a:lnTo>
                <a:lnTo>
                  <a:pt x="412526" y="14409"/>
                </a:lnTo>
                <a:lnTo>
                  <a:pt x="427329" y="17091"/>
                </a:lnTo>
                <a:lnTo>
                  <a:pt x="436731" y="0"/>
                </a:lnTo>
                <a:lnTo>
                  <a:pt x="575264" y="121297"/>
                </a:lnTo>
                <a:lnTo>
                  <a:pt x="599922" y="129814"/>
                </a:lnTo>
                <a:lnTo>
                  <a:pt x="614853" y="105385"/>
                </a:lnTo>
                <a:lnTo>
                  <a:pt x="633315" y="118695"/>
                </a:lnTo>
                <a:lnTo>
                  <a:pt x="674427" y="197702"/>
                </a:lnTo>
                <a:lnTo>
                  <a:pt x="663858" y="231377"/>
                </a:lnTo>
                <a:lnTo>
                  <a:pt x="675460" y="230867"/>
                </a:lnTo>
                <a:lnTo>
                  <a:pt x="673747" y="241294"/>
                </a:lnTo>
                <a:lnTo>
                  <a:pt x="657720" y="249903"/>
                </a:lnTo>
                <a:lnTo>
                  <a:pt x="670552" y="280400"/>
                </a:lnTo>
                <a:lnTo>
                  <a:pt x="648749" y="303884"/>
                </a:lnTo>
                <a:lnTo>
                  <a:pt x="653946" y="321023"/>
                </a:lnTo>
                <a:lnTo>
                  <a:pt x="635375" y="327234"/>
                </a:lnTo>
                <a:lnTo>
                  <a:pt x="614132" y="310048"/>
                </a:lnTo>
                <a:lnTo>
                  <a:pt x="607905" y="327189"/>
                </a:lnTo>
                <a:lnTo>
                  <a:pt x="584408" y="323945"/>
                </a:lnTo>
                <a:lnTo>
                  <a:pt x="589341" y="362684"/>
                </a:lnTo>
                <a:lnTo>
                  <a:pt x="569869" y="379800"/>
                </a:lnTo>
                <a:lnTo>
                  <a:pt x="551854" y="363185"/>
                </a:lnTo>
                <a:lnTo>
                  <a:pt x="545326" y="404206"/>
                </a:lnTo>
                <a:lnTo>
                  <a:pt x="526755" y="414167"/>
                </a:lnTo>
                <a:lnTo>
                  <a:pt x="530737" y="432412"/>
                </a:lnTo>
                <a:lnTo>
                  <a:pt x="575469" y="441920"/>
                </a:lnTo>
                <a:lnTo>
                  <a:pt x="568795" y="460370"/>
                </a:lnTo>
                <a:lnTo>
                  <a:pt x="629711" y="483891"/>
                </a:lnTo>
                <a:lnTo>
                  <a:pt x="624129" y="515208"/>
                </a:lnTo>
                <a:lnTo>
                  <a:pt x="604595" y="513651"/>
                </a:lnTo>
                <a:lnTo>
                  <a:pt x="585311" y="536767"/>
                </a:lnTo>
                <a:lnTo>
                  <a:pt x="600720" y="560077"/>
                </a:lnTo>
                <a:lnTo>
                  <a:pt x="592298" y="57459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p"/>
          <p:cNvSpPr/>
          <p:nvPr/>
        </p:nvSpPr>
        <p:spPr>
          <a:xfrm>
            <a:off x="3122861" y="6616963"/>
            <a:ext cx="946186" cy="1133036"/>
          </a:xfrm>
          <a:custGeom>
            <a:avLst/>
            <a:gdLst/>
            <a:ahLst/>
            <a:cxnLst/>
            <a:rect l="0" t="0" r="r" b="b"/>
            <a:pathLst>
              <a:path w="946186" h="1133036">
                <a:moveTo>
                  <a:pt x="862824" y="861273"/>
                </a:moveTo>
                <a:lnTo>
                  <a:pt x="852031" y="883822"/>
                </a:lnTo>
                <a:lnTo>
                  <a:pt x="884358" y="921713"/>
                </a:lnTo>
                <a:lnTo>
                  <a:pt x="860971" y="931263"/>
                </a:lnTo>
                <a:lnTo>
                  <a:pt x="910794" y="977153"/>
                </a:lnTo>
                <a:lnTo>
                  <a:pt x="906480" y="1001999"/>
                </a:lnTo>
                <a:lnTo>
                  <a:pt x="944229" y="1039316"/>
                </a:lnTo>
                <a:lnTo>
                  <a:pt x="946186" y="1077165"/>
                </a:lnTo>
                <a:lnTo>
                  <a:pt x="928344" y="1077283"/>
                </a:lnTo>
                <a:lnTo>
                  <a:pt x="870421" y="1133036"/>
                </a:lnTo>
                <a:lnTo>
                  <a:pt x="793055" y="1111567"/>
                </a:lnTo>
                <a:lnTo>
                  <a:pt x="755278" y="1079689"/>
                </a:lnTo>
                <a:lnTo>
                  <a:pt x="745334" y="1035577"/>
                </a:lnTo>
                <a:lnTo>
                  <a:pt x="695433" y="1066772"/>
                </a:lnTo>
                <a:lnTo>
                  <a:pt x="657732" y="1060957"/>
                </a:lnTo>
                <a:lnTo>
                  <a:pt x="657284" y="1046699"/>
                </a:lnTo>
                <a:lnTo>
                  <a:pt x="672571" y="1047585"/>
                </a:lnTo>
                <a:lnTo>
                  <a:pt x="665642" y="1031462"/>
                </a:lnTo>
                <a:lnTo>
                  <a:pt x="620980" y="990340"/>
                </a:lnTo>
                <a:lnTo>
                  <a:pt x="607537" y="955927"/>
                </a:lnTo>
                <a:lnTo>
                  <a:pt x="607496" y="932654"/>
                </a:lnTo>
                <a:lnTo>
                  <a:pt x="625529" y="915976"/>
                </a:lnTo>
                <a:lnTo>
                  <a:pt x="611669" y="877711"/>
                </a:lnTo>
                <a:lnTo>
                  <a:pt x="588211" y="882574"/>
                </a:lnTo>
                <a:lnTo>
                  <a:pt x="557341" y="845988"/>
                </a:lnTo>
                <a:lnTo>
                  <a:pt x="530274" y="874469"/>
                </a:lnTo>
                <a:lnTo>
                  <a:pt x="500713" y="864594"/>
                </a:lnTo>
                <a:lnTo>
                  <a:pt x="497372" y="807104"/>
                </a:lnTo>
                <a:lnTo>
                  <a:pt x="453301" y="781002"/>
                </a:lnTo>
                <a:lnTo>
                  <a:pt x="439365" y="794403"/>
                </a:lnTo>
                <a:lnTo>
                  <a:pt x="431172" y="764433"/>
                </a:lnTo>
                <a:lnTo>
                  <a:pt x="395068" y="781028"/>
                </a:lnTo>
                <a:lnTo>
                  <a:pt x="382804" y="766809"/>
                </a:lnTo>
                <a:lnTo>
                  <a:pt x="355311" y="787834"/>
                </a:lnTo>
                <a:lnTo>
                  <a:pt x="294402" y="786649"/>
                </a:lnTo>
                <a:lnTo>
                  <a:pt x="256188" y="640792"/>
                </a:lnTo>
                <a:lnTo>
                  <a:pt x="232444" y="645407"/>
                </a:lnTo>
                <a:lnTo>
                  <a:pt x="239973" y="661354"/>
                </a:lnTo>
                <a:lnTo>
                  <a:pt x="211149" y="705128"/>
                </a:lnTo>
                <a:lnTo>
                  <a:pt x="184142" y="701783"/>
                </a:lnTo>
                <a:lnTo>
                  <a:pt x="185748" y="681058"/>
                </a:lnTo>
                <a:lnTo>
                  <a:pt x="221648" y="654450"/>
                </a:lnTo>
                <a:lnTo>
                  <a:pt x="208933" y="632376"/>
                </a:lnTo>
                <a:lnTo>
                  <a:pt x="210524" y="567135"/>
                </a:lnTo>
                <a:lnTo>
                  <a:pt x="190880" y="543118"/>
                </a:lnTo>
                <a:lnTo>
                  <a:pt x="204795" y="514338"/>
                </a:lnTo>
                <a:lnTo>
                  <a:pt x="197836" y="485843"/>
                </a:lnTo>
                <a:lnTo>
                  <a:pt x="118523" y="426002"/>
                </a:lnTo>
                <a:lnTo>
                  <a:pt x="135119" y="363904"/>
                </a:lnTo>
                <a:lnTo>
                  <a:pt x="102410" y="364211"/>
                </a:lnTo>
                <a:lnTo>
                  <a:pt x="84720" y="345612"/>
                </a:lnTo>
                <a:lnTo>
                  <a:pt x="43034" y="363110"/>
                </a:lnTo>
                <a:lnTo>
                  <a:pt x="43281" y="343613"/>
                </a:lnTo>
                <a:lnTo>
                  <a:pt x="11270" y="331304"/>
                </a:lnTo>
                <a:lnTo>
                  <a:pt x="13197" y="317240"/>
                </a:lnTo>
                <a:lnTo>
                  <a:pt x="36293" y="314417"/>
                </a:lnTo>
                <a:lnTo>
                  <a:pt x="0" y="250669"/>
                </a:lnTo>
                <a:lnTo>
                  <a:pt x="97361" y="251679"/>
                </a:lnTo>
                <a:lnTo>
                  <a:pt x="177529" y="180655"/>
                </a:lnTo>
                <a:lnTo>
                  <a:pt x="191875" y="196103"/>
                </a:lnTo>
                <a:lnTo>
                  <a:pt x="216713" y="167416"/>
                </a:lnTo>
                <a:lnTo>
                  <a:pt x="281039" y="165662"/>
                </a:lnTo>
                <a:lnTo>
                  <a:pt x="277048" y="153381"/>
                </a:lnTo>
                <a:lnTo>
                  <a:pt x="316625" y="129676"/>
                </a:lnTo>
                <a:lnTo>
                  <a:pt x="323861" y="102060"/>
                </a:lnTo>
                <a:lnTo>
                  <a:pt x="422663" y="53555"/>
                </a:lnTo>
                <a:lnTo>
                  <a:pt x="412185" y="30188"/>
                </a:lnTo>
                <a:lnTo>
                  <a:pt x="430411" y="21568"/>
                </a:lnTo>
                <a:lnTo>
                  <a:pt x="428238" y="0"/>
                </a:lnTo>
                <a:lnTo>
                  <a:pt x="465119" y="12066"/>
                </a:lnTo>
                <a:lnTo>
                  <a:pt x="484978" y="54917"/>
                </a:lnTo>
                <a:lnTo>
                  <a:pt x="502953" y="53962"/>
                </a:lnTo>
                <a:lnTo>
                  <a:pt x="496656" y="69747"/>
                </a:lnTo>
                <a:lnTo>
                  <a:pt x="478702" y="62878"/>
                </a:lnTo>
                <a:lnTo>
                  <a:pt x="472818" y="91770"/>
                </a:lnTo>
                <a:lnTo>
                  <a:pt x="488526" y="105234"/>
                </a:lnTo>
                <a:lnTo>
                  <a:pt x="485985" y="127646"/>
                </a:lnTo>
                <a:lnTo>
                  <a:pt x="503253" y="123437"/>
                </a:lnTo>
                <a:lnTo>
                  <a:pt x="484165" y="179451"/>
                </a:lnTo>
                <a:lnTo>
                  <a:pt x="492376" y="207134"/>
                </a:lnTo>
                <a:lnTo>
                  <a:pt x="484029" y="257803"/>
                </a:lnTo>
                <a:lnTo>
                  <a:pt x="512865" y="294203"/>
                </a:lnTo>
                <a:lnTo>
                  <a:pt x="509201" y="320180"/>
                </a:lnTo>
                <a:lnTo>
                  <a:pt x="529127" y="327464"/>
                </a:lnTo>
                <a:lnTo>
                  <a:pt x="532086" y="342356"/>
                </a:lnTo>
                <a:lnTo>
                  <a:pt x="507606" y="416271"/>
                </a:lnTo>
                <a:lnTo>
                  <a:pt x="530781" y="430934"/>
                </a:lnTo>
                <a:lnTo>
                  <a:pt x="517951" y="450069"/>
                </a:lnTo>
                <a:lnTo>
                  <a:pt x="508240" y="437951"/>
                </a:lnTo>
                <a:lnTo>
                  <a:pt x="495434" y="447889"/>
                </a:lnTo>
                <a:lnTo>
                  <a:pt x="515612" y="476038"/>
                </a:lnTo>
                <a:lnTo>
                  <a:pt x="491697" y="505509"/>
                </a:lnTo>
                <a:lnTo>
                  <a:pt x="519163" y="530016"/>
                </a:lnTo>
                <a:lnTo>
                  <a:pt x="566740" y="503124"/>
                </a:lnTo>
                <a:lnTo>
                  <a:pt x="576049" y="531092"/>
                </a:lnTo>
                <a:lnTo>
                  <a:pt x="594715" y="535609"/>
                </a:lnTo>
                <a:lnTo>
                  <a:pt x="578272" y="544796"/>
                </a:lnTo>
                <a:lnTo>
                  <a:pt x="565161" y="579618"/>
                </a:lnTo>
                <a:lnTo>
                  <a:pt x="526492" y="582096"/>
                </a:lnTo>
                <a:lnTo>
                  <a:pt x="533070" y="598571"/>
                </a:lnTo>
                <a:lnTo>
                  <a:pt x="553243" y="596549"/>
                </a:lnTo>
                <a:lnTo>
                  <a:pt x="560205" y="618567"/>
                </a:lnTo>
                <a:lnTo>
                  <a:pt x="546703" y="658844"/>
                </a:lnTo>
                <a:lnTo>
                  <a:pt x="525706" y="662410"/>
                </a:lnTo>
                <a:lnTo>
                  <a:pt x="533254" y="680228"/>
                </a:lnTo>
                <a:lnTo>
                  <a:pt x="516295" y="708262"/>
                </a:lnTo>
                <a:lnTo>
                  <a:pt x="529989" y="710889"/>
                </a:lnTo>
                <a:lnTo>
                  <a:pt x="535611" y="685815"/>
                </a:lnTo>
                <a:lnTo>
                  <a:pt x="551377" y="702278"/>
                </a:lnTo>
                <a:lnTo>
                  <a:pt x="552779" y="739642"/>
                </a:lnTo>
                <a:lnTo>
                  <a:pt x="614109" y="740129"/>
                </a:lnTo>
                <a:lnTo>
                  <a:pt x="629436" y="727550"/>
                </a:lnTo>
                <a:lnTo>
                  <a:pt x="660417" y="778966"/>
                </a:lnTo>
                <a:lnTo>
                  <a:pt x="699854" y="799479"/>
                </a:lnTo>
                <a:lnTo>
                  <a:pt x="743169" y="767172"/>
                </a:lnTo>
                <a:lnTo>
                  <a:pt x="748889" y="741470"/>
                </a:lnTo>
                <a:lnTo>
                  <a:pt x="765686" y="734081"/>
                </a:lnTo>
                <a:lnTo>
                  <a:pt x="791790" y="745856"/>
                </a:lnTo>
                <a:lnTo>
                  <a:pt x="787362" y="727222"/>
                </a:lnTo>
                <a:lnTo>
                  <a:pt x="801806" y="717026"/>
                </a:lnTo>
                <a:lnTo>
                  <a:pt x="812018" y="763370"/>
                </a:lnTo>
                <a:lnTo>
                  <a:pt x="843751" y="736521"/>
                </a:lnTo>
                <a:lnTo>
                  <a:pt x="917654" y="800811"/>
                </a:lnTo>
                <a:lnTo>
                  <a:pt x="903321" y="824962"/>
                </a:lnTo>
                <a:lnTo>
                  <a:pt x="862930" y="837374"/>
                </a:lnTo>
                <a:lnTo>
                  <a:pt x="862824" y="861273"/>
                </a:lnTo>
                <a:close/>
                <a:moveTo>
                  <a:pt x="319392" y="140099"/>
                </a:moveTo>
                <a:lnTo>
                  <a:pt x="323848" y="131002"/>
                </a:lnTo>
                <a:lnTo>
                  <a:pt x="319392" y="14009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p"/>
          <p:cNvSpPr/>
          <p:nvPr/>
        </p:nvSpPr>
        <p:spPr>
          <a:xfrm>
            <a:off x="2410182" y="6159651"/>
            <a:ext cx="729504" cy="797291"/>
          </a:xfrm>
          <a:custGeom>
            <a:avLst/>
            <a:gdLst/>
            <a:ahLst/>
            <a:cxnLst/>
            <a:rect l="0" t="0" r="r" b="b"/>
            <a:pathLst>
              <a:path w="729504" h="797291">
                <a:moveTo>
                  <a:pt x="712680" y="707981"/>
                </a:moveTo>
                <a:lnTo>
                  <a:pt x="694866" y="732200"/>
                </a:lnTo>
                <a:lnTo>
                  <a:pt x="680920" y="727183"/>
                </a:lnTo>
                <a:lnTo>
                  <a:pt x="681581" y="711022"/>
                </a:lnTo>
                <a:lnTo>
                  <a:pt x="618733" y="737028"/>
                </a:lnTo>
                <a:lnTo>
                  <a:pt x="546839" y="722092"/>
                </a:lnTo>
                <a:lnTo>
                  <a:pt x="518762" y="693822"/>
                </a:lnTo>
                <a:lnTo>
                  <a:pt x="492612" y="706865"/>
                </a:lnTo>
                <a:lnTo>
                  <a:pt x="483342" y="727428"/>
                </a:lnTo>
                <a:lnTo>
                  <a:pt x="402042" y="715351"/>
                </a:lnTo>
                <a:lnTo>
                  <a:pt x="384725" y="688794"/>
                </a:lnTo>
                <a:lnTo>
                  <a:pt x="386501" y="704916"/>
                </a:lnTo>
                <a:lnTo>
                  <a:pt x="334234" y="797291"/>
                </a:lnTo>
                <a:lnTo>
                  <a:pt x="268072" y="788124"/>
                </a:lnTo>
                <a:lnTo>
                  <a:pt x="258543" y="765059"/>
                </a:lnTo>
                <a:lnTo>
                  <a:pt x="277747" y="702614"/>
                </a:lnTo>
                <a:lnTo>
                  <a:pt x="279540" y="637983"/>
                </a:lnTo>
                <a:lnTo>
                  <a:pt x="238988" y="614405"/>
                </a:lnTo>
                <a:lnTo>
                  <a:pt x="252573" y="594291"/>
                </a:lnTo>
                <a:lnTo>
                  <a:pt x="227973" y="574963"/>
                </a:lnTo>
                <a:lnTo>
                  <a:pt x="235567" y="530288"/>
                </a:lnTo>
                <a:lnTo>
                  <a:pt x="225070" y="517447"/>
                </a:lnTo>
                <a:lnTo>
                  <a:pt x="196632" y="528226"/>
                </a:lnTo>
                <a:lnTo>
                  <a:pt x="162596" y="499621"/>
                </a:lnTo>
                <a:lnTo>
                  <a:pt x="178239" y="479481"/>
                </a:lnTo>
                <a:lnTo>
                  <a:pt x="171927" y="443935"/>
                </a:lnTo>
                <a:lnTo>
                  <a:pt x="155266" y="438491"/>
                </a:lnTo>
                <a:lnTo>
                  <a:pt x="136439" y="455060"/>
                </a:lnTo>
                <a:lnTo>
                  <a:pt x="99860" y="418540"/>
                </a:lnTo>
                <a:lnTo>
                  <a:pt x="112006" y="397436"/>
                </a:lnTo>
                <a:lnTo>
                  <a:pt x="144706" y="388459"/>
                </a:lnTo>
                <a:lnTo>
                  <a:pt x="156539" y="334287"/>
                </a:lnTo>
                <a:lnTo>
                  <a:pt x="120470" y="293989"/>
                </a:lnTo>
                <a:lnTo>
                  <a:pt x="120452" y="273213"/>
                </a:lnTo>
                <a:lnTo>
                  <a:pt x="99338" y="255484"/>
                </a:lnTo>
                <a:lnTo>
                  <a:pt x="81867" y="264032"/>
                </a:lnTo>
                <a:lnTo>
                  <a:pt x="68420" y="252153"/>
                </a:lnTo>
                <a:lnTo>
                  <a:pt x="79253" y="239205"/>
                </a:lnTo>
                <a:lnTo>
                  <a:pt x="6223" y="202096"/>
                </a:lnTo>
                <a:lnTo>
                  <a:pt x="0" y="136273"/>
                </a:lnTo>
                <a:lnTo>
                  <a:pt x="19721" y="116771"/>
                </a:lnTo>
                <a:lnTo>
                  <a:pt x="30478" y="48528"/>
                </a:lnTo>
                <a:lnTo>
                  <a:pt x="102410" y="34442"/>
                </a:lnTo>
                <a:lnTo>
                  <a:pt x="120572" y="9951"/>
                </a:lnTo>
                <a:lnTo>
                  <a:pt x="160265" y="0"/>
                </a:lnTo>
                <a:lnTo>
                  <a:pt x="192205" y="9964"/>
                </a:lnTo>
                <a:lnTo>
                  <a:pt x="196071" y="33418"/>
                </a:lnTo>
                <a:lnTo>
                  <a:pt x="233225" y="63393"/>
                </a:lnTo>
                <a:lnTo>
                  <a:pt x="261639" y="125462"/>
                </a:lnTo>
                <a:lnTo>
                  <a:pt x="291206" y="127205"/>
                </a:lnTo>
                <a:lnTo>
                  <a:pt x="309025" y="112130"/>
                </a:lnTo>
                <a:lnTo>
                  <a:pt x="316426" y="182205"/>
                </a:lnTo>
                <a:lnTo>
                  <a:pt x="337121" y="177199"/>
                </a:lnTo>
                <a:lnTo>
                  <a:pt x="357207" y="203449"/>
                </a:lnTo>
                <a:lnTo>
                  <a:pt x="389555" y="205479"/>
                </a:lnTo>
                <a:lnTo>
                  <a:pt x="401231" y="246939"/>
                </a:lnTo>
                <a:lnTo>
                  <a:pt x="439785" y="235819"/>
                </a:lnTo>
                <a:lnTo>
                  <a:pt x="491261" y="252826"/>
                </a:lnTo>
                <a:lnTo>
                  <a:pt x="488164" y="276651"/>
                </a:lnTo>
                <a:lnTo>
                  <a:pt x="508399" y="311788"/>
                </a:lnTo>
                <a:lnTo>
                  <a:pt x="561636" y="361015"/>
                </a:lnTo>
                <a:lnTo>
                  <a:pt x="590801" y="352706"/>
                </a:lnTo>
                <a:lnTo>
                  <a:pt x="599425" y="372170"/>
                </a:lnTo>
                <a:lnTo>
                  <a:pt x="609921" y="371801"/>
                </a:lnTo>
                <a:lnTo>
                  <a:pt x="607236" y="360518"/>
                </a:lnTo>
                <a:lnTo>
                  <a:pt x="634883" y="372704"/>
                </a:lnTo>
                <a:lnTo>
                  <a:pt x="646044" y="390894"/>
                </a:lnTo>
                <a:lnTo>
                  <a:pt x="624654" y="400245"/>
                </a:lnTo>
                <a:lnTo>
                  <a:pt x="649453" y="428650"/>
                </a:lnTo>
                <a:lnTo>
                  <a:pt x="636222" y="475519"/>
                </a:lnTo>
                <a:lnTo>
                  <a:pt x="651634" y="470770"/>
                </a:lnTo>
                <a:lnTo>
                  <a:pt x="679270" y="494737"/>
                </a:lnTo>
                <a:lnTo>
                  <a:pt x="669009" y="511233"/>
                </a:lnTo>
                <a:lnTo>
                  <a:pt x="676089" y="533463"/>
                </a:lnTo>
                <a:lnTo>
                  <a:pt x="691807" y="530409"/>
                </a:lnTo>
                <a:lnTo>
                  <a:pt x="685367" y="575738"/>
                </a:lnTo>
                <a:lnTo>
                  <a:pt x="711903" y="615522"/>
                </a:lnTo>
                <a:lnTo>
                  <a:pt x="694203" y="626020"/>
                </a:lnTo>
                <a:lnTo>
                  <a:pt x="712276" y="633767"/>
                </a:lnTo>
                <a:lnTo>
                  <a:pt x="729504" y="681260"/>
                </a:lnTo>
                <a:lnTo>
                  <a:pt x="712680" y="70798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p"/>
          <p:cNvSpPr/>
          <p:nvPr/>
        </p:nvSpPr>
        <p:spPr>
          <a:xfrm>
            <a:off x="1999642" y="6837974"/>
            <a:ext cx="389242" cy="669845"/>
          </a:xfrm>
          <a:custGeom>
            <a:avLst/>
            <a:gdLst/>
            <a:ahLst/>
            <a:cxnLst/>
            <a:rect l="0" t="0" r="r" b="b"/>
            <a:pathLst>
              <a:path w="389242" h="669845">
                <a:moveTo>
                  <a:pt x="375168" y="106776"/>
                </a:moveTo>
                <a:lnTo>
                  <a:pt x="329152" y="127981"/>
                </a:lnTo>
                <a:lnTo>
                  <a:pt x="364754" y="201032"/>
                </a:lnTo>
                <a:lnTo>
                  <a:pt x="344012" y="222876"/>
                </a:lnTo>
                <a:lnTo>
                  <a:pt x="348065" y="234441"/>
                </a:lnTo>
                <a:lnTo>
                  <a:pt x="323941" y="232691"/>
                </a:lnTo>
                <a:lnTo>
                  <a:pt x="307580" y="266398"/>
                </a:lnTo>
                <a:lnTo>
                  <a:pt x="313129" y="299933"/>
                </a:lnTo>
                <a:lnTo>
                  <a:pt x="337379" y="284552"/>
                </a:lnTo>
                <a:lnTo>
                  <a:pt x="389242" y="357016"/>
                </a:lnTo>
                <a:lnTo>
                  <a:pt x="384095" y="437673"/>
                </a:lnTo>
                <a:lnTo>
                  <a:pt x="348338" y="565040"/>
                </a:lnTo>
                <a:lnTo>
                  <a:pt x="314913" y="555355"/>
                </a:lnTo>
                <a:lnTo>
                  <a:pt x="305485" y="526648"/>
                </a:lnTo>
                <a:lnTo>
                  <a:pt x="283347" y="531104"/>
                </a:lnTo>
                <a:lnTo>
                  <a:pt x="279536" y="550862"/>
                </a:lnTo>
                <a:lnTo>
                  <a:pt x="303280" y="596679"/>
                </a:lnTo>
                <a:lnTo>
                  <a:pt x="313670" y="659016"/>
                </a:lnTo>
                <a:lnTo>
                  <a:pt x="307918" y="635602"/>
                </a:lnTo>
                <a:lnTo>
                  <a:pt x="288841" y="638805"/>
                </a:lnTo>
                <a:lnTo>
                  <a:pt x="281609" y="657140"/>
                </a:lnTo>
                <a:lnTo>
                  <a:pt x="280349" y="644754"/>
                </a:lnTo>
                <a:lnTo>
                  <a:pt x="256064" y="649795"/>
                </a:lnTo>
                <a:lnTo>
                  <a:pt x="255290" y="633047"/>
                </a:lnTo>
                <a:lnTo>
                  <a:pt x="241644" y="643557"/>
                </a:lnTo>
                <a:lnTo>
                  <a:pt x="241000" y="624579"/>
                </a:lnTo>
                <a:lnTo>
                  <a:pt x="227480" y="622444"/>
                </a:lnTo>
                <a:lnTo>
                  <a:pt x="228700" y="640477"/>
                </a:lnTo>
                <a:lnTo>
                  <a:pt x="213790" y="642235"/>
                </a:lnTo>
                <a:lnTo>
                  <a:pt x="224097" y="649775"/>
                </a:lnTo>
                <a:lnTo>
                  <a:pt x="212242" y="669845"/>
                </a:lnTo>
                <a:lnTo>
                  <a:pt x="201693" y="666775"/>
                </a:lnTo>
                <a:lnTo>
                  <a:pt x="207868" y="633085"/>
                </a:lnTo>
                <a:lnTo>
                  <a:pt x="176250" y="626982"/>
                </a:lnTo>
                <a:lnTo>
                  <a:pt x="174384" y="635478"/>
                </a:lnTo>
                <a:lnTo>
                  <a:pt x="164169" y="625270"/>
                </a:lnTo>
                <a:lnTo>
                  <a:pt x="143792" y="637956"/>
                </a:lnTo>
                <a:lnTo>
                  <a:pt x="109391" y="601341"/>
                </a:lnTo>
                <a:lnTo>
                  <a:pt x="90835" y="612846"/>
                </a:lnTo>
                <a:lnTo>
                  <a:pt x="87337" y="567940"/>
                </a:lnTo>
                <a:lnTo>
                  <a:pt x="69118" y="604258"/>
                </a:lnTo>
                <a:lnTo>
                  <a:pt x="69687" y="555477"/>
                </a:lnTo>
                <a:lnTo>
                  <a:pt x="68254" y="585894"/>
                </a:lnTo>
                <a:lnTo>
                  <a:pt x="55848" y="596951"/>
                </a:lnTo>
                <a:lnTo>
                  <a:pt x="58080" y="561326"/>
                </a:lnTo>
                <a:lnTo>
                  <a:pt x="0" y="531496"/>
                </a:lnTo>
                <a:lnTo>
                  <a:pt x="93946" y="489315"/>
                </a:lnTo>
                <a:lnTo>
                  <a:pt x="59411" y="462669"/>
                </a:lnTo>
                <a:lnTo>
                  <a:pt x="83192" y="444155"/>
                </a:lnTo>
                <a:lnTo>
                  <a:pt x="54730" y="403746"/>
                </a:lnTo>
                <a:lnTo>
                  <a:pt x="88810" y="400842"/>
                </a:lnTo>
                <a:lnTo>
                  <a:pt x="115985" y="426581"/>
                </a:lnTo>
                <a:lnTo>
                  <a:pt x="132225" y="407381"/>
                </a:lnTo>
                <a:lnTo>
                  <a:pt x="179269" y="409893"/>
                </a:lnTo>
                <a:lnTo>
                  <a:pt x="175443" y="338877"/>
                </a:lnTo>
                <a:lnTo>
                  <a:pt x="200196" y="262961"/>
                </a:lnTo>
                <a:lnTo>
                  <a:pt x="250087" y="264773"/>
                </a:lnTo>
                <a:lnTo>
                  <a:pt x="243531" y="246347"/>
                </a:lnTo>
                <a:lnTo>
                  <a:pt x="190411" y="242548"/>
                </a:lnTo>
                <a:lnTo>
                  <a:pt x="179048" y="213027"/>
                </a:lnTo>
                <a:lnTo>
                  <a:pt x="190149" y="135034"/>
                </a:lnTo>
                <a:lnTo>
                  <a:pt x="213496" y="110221"/>
                </a:lnTo>
                <a:lnTo>
                  <a:pt x="194076" y="98657"/>
                </a:lnTo>
                <a:lnTo>
                  <a:pt x="182186" y="13137"/>
                </a:lnTo>
                <a:lnTo>
                  <a:pt x="228083" y="5138"/>
                </a:lnTo>
                <a:lnTo>
                  <a:pt x="238105" y="24608"/>
                </a:lnTo>
                <a:lnTo>
                  <a:pt x="236352" y="0"/>
                </a:lnTo>
                <a:lnTo>
                  <a:pt x="279086" y="28579"/>
                </a:lnTo>
                <a:lnTo>
                  <a:pt x="348735" y="28562"/>
                </a:lnTo>
                <a:lnTo>
                  <a:pt x="369508" y="56702"/>
                </a:lnTo>
                <a:lnTo>
                  <a:pt x="375168" y="106776"/>
                </a:lnTo>
                <a:close/>
                <a:moveTo>
                  <a:pt x="90003" y="647543"/>
                </a:moveTo>
                <a:lnTo>
                  <a:pt x="109287" y="619909"/>
                </a:lnTo>
                <a:lnTo>
                  <a:pt x="90003" y="647543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p"/>
          <p:cNvSpPr/>
          <p:nvPr/>
        </p:nvSpPr>
        <p:spPr>
          <a:xfrm>
            <a:off x="1901593" y="6201122"/>
            <a:ext cx="763773" cy="743627"/>
          </a:xfrm>
          <a:custGeom>
            <a:avLst/>
            <a:gdLst/>
            <a:ahLst/>
            <a:cxnLst/>
            <a:rect l="0" t="0" r="r" b="b"/>
            <a:pathLst>
              <a:path w="763773" h="743627">
                <a:moveTo>
                  <a:pt x="763773" y="589320"/>
                </a:moveTo>
                <a:lnTo>
                  <a:pt x="738931" y="591068"/>
                </a:lnTo>
                <a:lnTo>
                  <a:pt x="710366" y="622558"/>
                </a:lnTo>
                <a:lnTo>
                  <a:pt x="646594" y="617704"/>
                </a:lnTo>
                <a:lnTo>
                  <a:pt x="572663" y="670755"/>
                </a:lnTo>
                <a:lnTo>
                  <a:pt x="577495" y="709501"/>
                </a:lnTo>
                <a:lnTo>
                  <a:pt x="553289" y="725426"/>
                </a:lnTo>
                <a:lnTo>
                  <a:pt x="516531" y="723418"/>
                </a:lnTo>
                <a:lnTo>
                  <a:pt x="473216" y="743627"/>
                </a:lnTo>
                <a:lnTo>
                  <a:pt x="467557" y="693554"/>
                </a:lnTo>
                <a:lnTo>
                  <a:pt x="448540" y="666700"/>
                </a:lnTo>
                <a:lnTo>
                  <a:pt x="377134" y="665430"/>
                </a:lnTo>
                <a:lnTo>
                  <a:pt x="334400" y="636851"/>
                </a:lnTo>
                <a:lnTo>
                  <a:pt x="336153" y="661460"/>
                </a:lnTo>
                <a:lnTo>
                  <a:pt x="326131" y="641989"/>
                </a:lnTo>
                <a:lnTo>
                  <a:pt x="280235" y="649989"/>
                </a:lnTo>
                <a:lnTo>
                  <a:pt x="284118" y="700632"/>
                </a:lnTo>
                <a:lnTo>
                  <a:pt x="269103" y="655525"/>
                </a:lnTo>
                <a:lnTo>
                  <a:pt x="240228" y="661557"/>
                </a:lnTo>
                <a:lnTo>
                  <a:pt x="215928" y="639874"/>
                </a:lnTo>
                <a:lnTo>
                  <a:pt x="232922" y="618061"/>
                </a:lnTo>
                <a:lnTo>
                  <a:pt x="221023" y="591211"/>
                </a:lnTo>
                <a:lnTo>
                  <a:pt x="196402" y="617082"/>
                </a:lnTo>
                <a:lnTo>
                  <a:pt x="204711" y="632687"/>
                </a:lnTo>
                <a:lnTo>
                  <a:pt x="175400" y="647126"/>
                </a:lnTo>
                <a:lnTo>
                  <a:pt x="151611" y="612910"/>
                </a:lnTo>
                <a:lnTo>
                  <a:pt x="126448" y="621792"/>
                </a:lnTo>
                <a:lnTo>
                  <a:pt x="92314" y="607359"/>
                </a:lnTo>
                <a:lnTo>
                  <a:pt x="56319" y="632744"/>
                </a:lnTo>
                <a:lnTo>
                  <a:pt x="19191" y="589597"/>
                </a:lnTo>
                <a:lnTo>
                  <a:pt x="29498" y="567932"/>
                </a:lnTo>
                <a:lnTo>
                  <a:pt x="5545" y="558808"/>
                </a:lnTo>
                <a:lnTo>
                  <a:pt x="33404" y="496142"/>
                </a:lnTo>
                <a:lnTo>
                  <a:pt x="35810" y="454113"/>
                </a:lnTo>
                <a:lnTo>
                  <a:pt x="0" y="407953"/>
                </a:lnTo>
                <a:lnTo>
                  <a:pt x="33454" y="382998"/>
                </a:lnTo>
                <a:lnTo>
                  <a:pt x="45136" y="388753"/>
                </a:lnTo>
                <a:lnTo>
                  <a:pt x="56687" y="367373"/>
                </a:lnTo>
                <a:lnTo>
                  <a:pt x="120426" y="401737"/>
                </a:lnTo>
                <a:lnTo>
                  <a:pt x="164097" y="382076"/>
                </a:lnTo>
                <a:lnTo>
                  <a:pt x="180765" y="353707"/>
                </a:lnTo>
                <a:lnTo>
                  <a:pt x="170736" y="318603"/>
                </a:lnTo>
                <a:lnTo>
                  <a:pt x="180473" y="302111"/>
                </a:lnTo>
                <a:lnTo>
                  <a:pt x="158202" y="278165"/>
                </a:lnTo>
                <a:lnTo>
                  <a:pt x="241635" y="221261"/>
                </a:lnTo>
                <a:lnTo>
                  <a:pt x="246994" y="169066"/>
                </a:lnTo>
                <a:lnTo>
                  <a:pt x="235327" y="138205"/>
                </a:lnTo>
                <a:lnTo>
                  <a:pt x="252507" y="83526"/>
                </a:lnTo>
                <a:lnTo>
                  <a:pt x="286987" y="76815"/>
                </a:lnTo>
                <a:lnTo>
                  <a:pt x="295498" y="55566"/>
                </a:lnTo>
                <a:lnTo>
                  <a:pt x="317179" y="53535"/>
                </a:lnTo>
                <a:lnTo>
                  <a:pt x="314795" y="0"/>
                </a:lnTo>
                <a:lnTo>
                  <a:pt x="390961" y="20613"/>
                </a:lnTo>
                <a:lnTo>
                  <a:pt x="424648" y="11498"/>
                </a:lnTo>
                <a:lnTo>
                  <a:pt x="449569" y="55664"/>
                </a:lnTo>
                <a:lnTo>
                  <a:pt x="507038" y="91722"/>
                </a:lnTo>
                <a:lnTo>
                  <a:pt x="516761" y="163568"/>
                </a:lnTo>
                <a:lnTo>
                  <a:pt x="587841" y="197733"/>
                </a:lnTo>
                <a:lnTo>
                  <a:pt x="577537" y="211436"/>
                </a:lnTo>
                <a:lnTo>
                  <a:pt x="591308" y="222834"/>
                </a:lnTo>
                <a:lnTo>
                  <a:pt x="607927" y="214012"/>
                </a:lnTo>
                <a:lnTo>
                  <a:pt x="655137" y="275073"/>
                </a:lnTo>
                <a:lnTo>
                  <a:pt x="666851" y="314620"/>
                </a:lnTo>
                <a:lnTo>
                  <a:pt x="654246" y="345269"/>
                </a:lnTo>
                <a:lnTo>
                  <a:pt x="620594" y="355965"/>
                </a:lnTo>
                <a:lnTo>
                  <a:pt x="608448" y="377069"/>
                </a:lnTo>
                <a:lnTo>
                  <a:pt x="645028" y="413589"/>
                </a:lnTo>
                <a:lnTo>
                  <a:pt x="663854" y="397019"/>
                </a:lnTo>
                <a:lnTo>
                  <a:pt x="680515" y="402463"/>
                </a:lnTo>
                <a:lnTo>
                  <a:pt x="686827" y="438010"/>
                </a:lnTo>
                <a:lnTo>
                  <a:pt x="671184" y="458150"/>
                </a:lnTo>
                <a:lnTo>
                  <a:pt x="705220" y="486755"/>
                </a:lnTo>
                <a:lnTo>
                  <a:pt x="733658" y="475975"/>
                </a:lnTo>
                <a:lnTo>
                  <a:pt x="743586" y="487945"/>
                </a:lnTo>
                <a:lnTo>
                  <a:pt x="736268" y="532195"/>
                </a:lnTo>
                <a:lnTo>
                  <a:pt x="760759" y="551822"/>
                </a:lnTo>
                <a:lnTo>
                  <a:pt x="747576" y="572934"/>
                </a:lnTo>
                <a:lnTo>
                  <a:pt x="763773" y="589320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p"/>
          <p:cNvSpPr/>
          <p:nvPr/>
        </p:nvSpPr>
        <p:spPr>
          <a:xfrm>
            <a:off x="722281" y="5923535"/>
            <a:ext cx="372002" cy="464948"/>
          </a:xfrm>
          <a:custGeom>
            <a:avLst/>
            <a:gdLst/>
            <a:ahLst/>
            <a:cxnLst/>
            <a:rect l="0" t="0" r="r" b="b"/>
            <a:pathLst>
              <a:path w="372002" h="464948">
                <a:moveTo>
                  <a:pt x="253045" y="52724"/>
                </a:moveTo>
                <a:lnTo>
                  <a:pt x="270169" y="47686"/>
                </a:lnTo>
                <a:lnTo>
                  <a:pt x="277393" y="63365"/>
                </a:lnTo>
                <a:lnTo>
                  <a:pt x="296317" y="133995"/>
                </a:lnTo>
                <a:lnTo>
                  <a:pt x="288818" y="159833"/>
                </a:lnTo>
                <a:lnTo>
                  <a:pt x="308256" y="181814"/>
                </a:lnTo>
                <a:lnTo>
                  <a:pt x="289062" y="214535"/>
                </a:lnTo>
                <a:lnTo>
                  <a:pt x="295125" y="240920"/>
                </a:lnTo>
                <a:lnTo>
                  <a:pt x="267459" y="337685"/>
                </a:lnTo>
                <a:lnTo>
                  <a:pt x="291877" y="358333"/>
                </a:lnTo>
                <a:lnTo>
                  <a:pt x="320163" y="356943"/>
                </a:lnTo>
                <a:lnTo>
                  <a:pt x="316007" y="384780"/>
                </a:lnTo>
                <a:lnTo>
                  <a:pt x="355886" y="404206"/>
                </a:lnTo>
                <a:lnTo>
                  <a:pt x="372002" y="441199"/>
                </a:lnTo>
                <a:lnTo>
                  <a:pt x="365176" y="455283"/>
                </a:lnTo>
                <a:lnTo>
                  <a:pt x="337810" y="442543"/>
                </a:lnTo>
                <a:lnTo>
                  <a:pt x="308047" y="464948"/>
                </a:lnTo>
                <a:lnTo>
                  <a:pt x="250709" y="409597"/>
                </a:lnTo>
                <a:lnTo>
                  <a:pt x="254808" y="383483"/>
                </a:lnTo>
                <a:lnTo>
                  <a:pt x="242130" y="359954"/>
                </a:lnTo>
                <a:lnTo>
                  <a:pt x="206214" y="362963"/>
                </a:lnTo>
                <a:lnTo>
                  <a:pt x="199927" y="349316"/>
                </a:lnTo>
                <a:lnTo>
                  <a:pt x="161972" y="347647"/>
                </a:lnTo>
                <a:lnTo>
                  <a:pt x="136972" y="306625"/>
                </a:lnTo>
                <a:lnTo>
                  <a:pt x="105669" y="287493"/>
                </a:lnTo>
                <a:lnTo>
                  <a:pt x="67638" y="291424"/>
                </a:lnTo>
                <a:lnTo>
                  <a:pt x="32237" y="278551"/>
                </a:lnTo>
                <a:lnTo>
                  <a:pt x="0" y="239990"/>
                </a:lnTo>
                <a:lnTo>
                  <a:pt x="14262" y="250117"/>
                </a:lnTo>
                <a:lnTo>
                  <a:pt x="38825" y="210317"/>
                </a:lnTo>
                <a:lnTo>
                  <a:pt x="31811" y="201540"/>
                </a:lnTo>
                <a:lnTo>
                  <a:pt x="50571" y="199191"/>
                </a:lnTo>
                <a:lnTo>
                  <a:pt x="52294" y="180583"/>
                </a:lnTo>
                <a:lnTo>
                  <a:pt x="94072" y="145498"/>
                </a:lnTo>
                <a:lnTo>
                  <a:pt x="94618" y="122673"/>
                </a:lnTo>
                <a:lnTo>
                  <a:pt x="79459" y="111038"/>
                </a:lnTo>
                <a:lnTo>
                  <a:pt x="83239" y="51450"/>
                </a:lnTo>
                <a:lnTo>
                  <a:pt x="53248" y="10240"/>
                </a:lnTo>
                <a:lnTo>
                  <a:pt x="61433" y="0"/>
                </a:lnTo>
                <a:lnTo>
                  <a:pt x="168159" y="37665"/>
                </a:lnTo>
                <a:lnTo>
                  <a:pt x="217698" y="86518"/>
                </a:lnTo>
                <a:lnTo>
                  <a:pt x="234340" y="88679"/>
                </a:lnTo>
                <a:lnTo>
                  <a:pt x="226070" y="69579"/>
                </a:lnTo>
                <a:lnTo>
                  <a:pt x="253045" y="5272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p"/>
          <p:cNvSpPr/>
          <p:nvPr/>
        </p:nvSpPr>
        <p:spPr>
          <a:xfrm>
            <a:off x="722281" y="6099608"/>
            <a:ext cx="56538" cy="74045"/>
          </a:xfrm>
          <a:custGeom>
            <a:avLst/>
            <a:gdLst/>
            <a:ahLst/>
            <a:cxnLst/>
            <a:rect l="0" t="0" r="r" b="b"/>
            <a:pathLst>
              <a:path w="56538" h="74045">
                <a:moveTo>
                  <a:pt x="0" y="63918"/>
                </a:moveTo>
                <a:lnTo>
                  <a:pt x="127" y="6027"/>
                </a:lnTo>
                <a:lnTo>
                  <a:pt x="21635" y="23679"/>
                </a:lnTo>
                <a:lnTo>
                  <a:pt x="56538" y="0"/>
                </a:lnTo>
                <a:lnTo>
                  <a:pt x="50571" y="23118"/>
                </a:lnTo>
                <a:lnTo>
                  <a:pt x="31811" y="25468"/>
                </a:lnTo>
                <a:lnTo>
                  <a:pt x="38825" y="34244"/>
                </a:lnTo>
                <a:lnTo>
                  <a:pt x="14262" y="74045"/>
                </a:lnTo>
                <a:lnTo>
                  <a:pt x="0" y="6391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map"/>
          <p:cNvSpPr/>
          <p:nvPr/>
        </p:nvSpPr>
        <p:spPr>
          <a:xfrm>
            <a:off x="5446561" y="4481174"/>
            <a:ext cx="1720251" cy="2254544"/>
          </a:xfrm>
          <a:custGeom>
            <a:avLst/>
            <a:gdLst/>
            <a:ahLst/>
            <a:cxnLst/>
            <a:rect l="0" t="0" r="r" b="b"/>
            <a:pathLst>
              <a:path w="1720251" h="2254544">
                <a:moveTo>
                  <a:pt x="687411" y="1120436"/>
                </a:moveTo>
                <a:lnTo>
                  <a:pt x="663819" y="1125209"/>
                </a:lnTo>
                <a:lnTo>
                  <a:pt x="651018" y="1096085"/>
                </a:lnTo>
                <a:lnTo>
                  <a:pt x="657108" y="1062926"/>
                </a:lnTo>
                <a:lnTo>
                  <a:pt x="642032" y="1047175"/>
                </a:lnTo>
                <a:lnTo>
                  <a:pt x="662646" y="1059638"/>
                </a:lnTo>
                <a:lnTo>
                  <a:pt x="665175" y="1081970"/>
                </a:lnTo>
                <a:lnTo>
                  <a:pt x="666197" y="1067257"/>
                </a:lnTo>
                <a:lnTo>
                  <a:pt x="693934" y="1092583"/>
                </a:lnTo>
                <a:lnTo>
                  <a:pt x="687411" y="1120436"/>
                </a:lnTo>
                <a:close/>
                <a:moveTo>
                  <a:pt x="595933" y="516479"/>
                </a:moveTo>
                <a:lnTo>
                  <a:pt x="632104" y="565356"/>
                </a:lnTo>
                <a:lnTo>
                  <a:pt x="619071" y="558563"/>
                </a:lnTo>
                <a:lnTo>
                  <a:pt x="617636" y="567203"/>
                </a:lnTo>
                <a:lnTo>
                  <a:pt x="681204" y="648743"/>
                </a:lnTo>
                <a:lnTo>
                  <a:pt x="675089" y="675936"/>
                </a:lnTo>
                <a:lnTo>
                  <a:pt x="708749" y="751332"/>
                </a:lnTo>
                <a:lnTo>
                  <a:pt x="698936" y="794306"/>
                </a:lnTo>
                <a:lnTo>
                  <a:pt x="732044" y="784510"/>
                </a:lnTo>
                <a:lnTo>
                  <a:pt x="730906" y="772836"/>
                </a:lnTo>
                <a:lnTo>
                  <a:pt x="805312" y="706978"/>
                </a:lnTo>
                <a:lnTo>
                  <a:pt x="797651" y="698323"/>
                </a:lnTo>
                <a:lnTo>
                  <a:pt x="818613" y="696686"/>
                </a:lnTo>
                <a:lnTo>
                  <a:pt x="782754" y="687882"/>
                </a:lnTo>
                <a:lnTo>
                  <a:pt x="774300" y="670269"/>
                </a:lnTo>
                <a:lnTo>
                  <a:pt x="775755" y="603080"/>
                </a:lnTo>
                <a:lnTo>
                  <a:pt x="799289" y="568537"/>
                </a:lnTo>
                <a:lnTo>
                  <a:pt x="790543" y="576059"/>
                </a:lnTo>
                <a:lnTo>
                  <a:pt x="779549" y="566178"/>
                </a:lnTo>
                <a:lnTo>
                  <a:pt x="748383" y="510823"/>
                </a:lnTo>
                <a:lnTo>
                  <a:pt x="733380" y="516403"/>
                </a:lnTo>
                <a:lnTo>
                  <a:pt x="730897" y="535528"/>
                </a:lnTo>
                <a:lnTo>
                  <a:pt x="725443" y="525516"/>
                </a:lnTo>
                <a:lnTo>
                  <a:pt x="766853" y="457414"/>
                </a:lnTo>
                <a:lnTo>
                  <a:pt x="775967" y="453129"/>
                </a:lnTo>
                <a:lnTo>
                  <a:pt x="768952" y="467355"/>
                </a:lnTo>
                <a:lnTo>
                  <a:pt x="779185" y="469979"/>
                </a:lnTo>
                <a:lnTo>
                  <a:pt x="800017" y="455915"/>
                </a:lnTo>
                <a:lnTo>
                  <a:pt x="796288" y="430634"/>
                </a:lnTo>
                <a:lnTo>
                  <a:pt x="854524" y="352387"/>
                </a:lnTo>
                <a:lnTo>
                  <a:pt x="850598" y="333364"/>
                </a:lnTo>
                <a:lnTo>
                  <a:pt x="819643" y="331540"/>
                </a:lnTo>
                <a:lnTo>
                  <a:pt x="824546" y="311669"/>
                </a:lnTo>
                <a:lnTo>
                  <a:pt x="856640" y="288671"/>
                </a:lnTo>
                <a:lnTo>
                  <a:pt x="839230" y="295053"/>
                </a:lnTo>
                <a:lnTo>
                  <a:pt x="840159" y="284109"/>
                </a:lnTo>
                <a:lnTo>
                  <a:pt x="875922" y="255262"/>
                </a:lnTo>
                <a:lnTo>
                  <a:pt x="922585" y="255479"/>
                </a:lnTo>
                <a:lnTo>
                  <a:pt x="984774" y="235268"/>
                </a:lnTo>
                <a:lnTo>
                  <a:pt x="1098259" y="90229"/>
                </a:lnTo>
                <a:lnTo>
                  <a:pt x="1141464" y="58310"/>
                </a:lnTo>
                <a:lnTo>
                  <a:pt x="1161080" y="68436"/>
                </a:lnTo>
                <a:lnTo>
                  <a:pt x="1143967" y="76809"/>
                </a:lnTo>
                <a:lnTo>
                  <a:pt x="1249387" y="118317"/>
                </a:lnTo>
                <a:lnTo>
                  <a:pt x="1266605" y="138924"/>
                </a:lnTo>
                <a:lnTo>
                  <a:pt x="1257886" y="144966"/>
                </a:lnTo>
                <a:lnTo>
                  <a:pt x="1273227" y="144968"/>
                </a:lnTo>
                <a:lnTo>
                  <a:pt x="1302173" y="180633"/>
                </a:lnTo>
                <a:lnTo>
                  <a:pt x="1274793" y="251069"/>
                </a:lnTo>
                <a:lnTo>
                  <a:pt x="1205967" y="332000"/>
                </a:lnTo>
                <a:lnTo>
                  <a:pt x="1159667" y="356003"/>
                </a:lnTo>
                <a:lnTo>
                  <a:pt x="1181905" y="433358"/>
                </a:lnTo>
                <a:lnTo>
                  <a:pt x="1174396" y="482984"/>
                </a:lnTo>
                <a:lnTo>
                  <a:pt x="1140243" y="553061"/>
                </a:lnTo>
                <a:lnTo>
                  <a:pt x="1110679" y="567662"/>
                </a:lnTo>
                <a:lnTo>
                  <a:pt x="1094153" y="648495"/>
                </a:lnTo>
                <a:lnTo>
                  <a:pt x="1069238" y="675158"/>
                </a:lnTo>
                <a:lnTo>
                  <a:pt x="1023618" y="794642"/>
                </a:lnTo>
                <a:lnTo>
                  <a:pt x="1060130" y="896173"/>
                </a:lnTo>
                <a:lnTo>
                  <a:pt x="1004722" y="929885"/>
                </a:lnTo>
                <a:lnTo>
                  <a:pt x="971756" y="1016915"/>
                </a:lnTo>
                <a:lnTo>
                  <a:pt x="929509" y="1015686"/>
                </a:lnTo>
                <a:lnTo>
                  <a:pt x="896722" y="1059699"/>
                </a:lnTo>
                <a:lnTo>
                  <a:pt x="871477" y="1053780"/>
                </a:lnTo>
                <a:lnTo>
                  <a:pt x="872786" y="1082948"/>
                </a:lnTo>
                <a:lnTo>
                  <a:pt x="869724" y="1072189"/>
                </a:lnTo>
                <a:lnTo>
                  <a:pt x="850022" y="1078448"/>
                </a:lnTo>
                <a:lnTo>
                  <a:pt x="849832" y="1093616"/>
                </a:lnTo>
                <a:lnTo>
                  <a:pt x="823033" y="1109816"/>
                </a:lnTo>
                <a:lnTo>
                  <a:pt x="796087" y="1090296"/>
                </a:lnTo>
                <a:lnTo>
                  <a:pt x="804681" y="1109207"/>
                </a:lnTo>
                <a:lnTo>
                  <a:pt x="788332" y="1148674"/>
                </a:lnTo>
                <a:lnTo>
                  <a:pt x="764753" y="1135421"/>
                </a:lnTo>
                <a:lnTo>
                  <a:pt x="742979" y="1150289"/>
                </a:lnTo>
                <a:lnTo>
                  <a:pt x="721746" y="1144705"/>
                </a:lnTo>
                <a:lnTo>
                  <a:pt x="704808" y="1112005"/>
                </a:lnTo>
                <a:lnTo>
                  <a:pt x="742961" y="1104734"/>
                </a:lnTo>
                <a:lnTo>
                  <a:pt x="709409" y="1105732"/>
                </a:lnTo>
                <a:lnTo>
                  <a:pt x="696594" y="1060857"/>
                </a:lnTo>
                <a:lnTo>
                  <a:pt x="670233" y="1065043"/>
                </a:lnTo>
                <a:lnTo>
                  <a:pt x="630070" y="1041356"/>
                </a:lnTo>
                <a:lnTo>
                  <a:pt x="626651" y="1088693"/>
                </a:lnTo>
                <a:lnTo>
                  <a:pt x="661075" y="1136576"/>
                </a:lnTo>
                <a:lnTo>
                  <a:pt x="685770" y="1164630"/>
                </a:lnTo>
                <a:lnTo>
                  <a:pt x="759812" y="1194103"/>
                </a:lnTo>
                <a:lnTo>
                  <a:pt x="795153" y="1233813"/>
                </a:lnTo>
                <a:lnTo>
                  <a:pt x="818961" y="1230015"/>
                </a:lnTo>
                <a:lnTo>
                  <a:pt x="838079" y="1197859"/>
                </a:lnTo>
                <a:lnTo>
                  <a:pt x="829122" y="1195477"/>
                </a:lnTo>
                <a:lnTo>
                  <a:pt x="849676" y="1182389"/>
                </a:lnTo>
                <a:lnTo>
                  <a:pt x="884811" y="1188213"/>
                </a:lnTo>
                <a:lnTo>
                  <a:pt x="971737" y="1155770"/>
                </a:lnTo>
                <a:lnTo>
                  <a:pt x="994010" y="1106596"/>
                </a:lnTo>
                <a:lnTo>
                  <a:pt x="1075563" y="1062316"/>
                </a:lnTo>
                <a:lnTo>
                  <a:pt x="1106134" y="983016"/>
                </a:lnTo>
                <a:lnTo>
                  <a:pt x="1096212" y="933510"/>
                </a:lnTo>
                <a:lnTo>
                  <a:pt x="1141071" y="875217"/>
                </a:lnTo>
                <a:lnTo>
                  <a:pt x="1248353" y="876507"/>
                </a:lnTo>
                <a:lnTo>
                  <a:pt x="1278004" y="887763"/>
                </a:lnTo>
                <a:lnTo>
                  <a:pt x="1270124" y="925891"/>
                </a:lnTo>
                <a:lnTo>
                  <a:pt x="1298509" y="981970"/>
                </a:lnTo>
                <a:lnTo>
                  <a:pt x="1274085" y="1017700"/>
                </a:lnTo>
                <a:lnTo>
                  <a:pt x="1283234" y="1032589"/>
                </a:lnTo>
                <a:lnTo>
                  <a:pt x="1257587" y="1071444"/>
                </a:lnTo>
                <a:lnTo>
                  <a:pt x="1260571" y="1086973"/>
                </a:lnTo>
                <a:lnTo>
                  <a:pt x="1238355" y="1102353"/>
                </a:lnTo>
                <a:lnTo>
                  <a:pt x="1267989" y="1146047"/>
                </a:lnTo>
                <a:lnTo>
                  <a:pt x="1264937" y="1158870"/>
                </a:lnTo>
                <a:lnTo>
                  <a:pt x="1358540" y="1184868"/>
                </a:lnTo>
                <a:lnTo>
                  <a:pt x="1350620" y="1166498"/>
                </a:lnTo>
                <a:lnTo>
                  <a:pt x="1327317" y="1168366"/>
                </a:lnTo>
                <a:lnTo>
                  <a:pt x="1324380" y="1148489"/>
                </a:lnTo>
                <a:lnTo>
                  <a:pt x="1318078" y="1158935"/>
                </a:lnTo>
                <a:lnTo>
                  <a:pt x="1285371" y="1138814"/>
                </a:lnTo>
                <a:lnTo>
                  <a:pt x="1284199" y="1120481"/>
                </a:lnTo>
                <a:lnTo>
                  <a:pt x="1263729" y="1118712"/>
                </a:lnTo>
                <a:lnTo>
                  <a:pt x="1288930" y="1054638"/>
                </a:lnTo>
                <a:lnTo>
                  <a:pt x="1305741" y="1042439"/>
                </a:lnTo>
                <a:lnTo>
                  <a:pt x="1339372" y="1043679"/>
                </a:lnTo>
                <a:lnTo>
                  <a:pt x="1337459" y="996111"/>
                </a:lnTo>
                <a:lnTo>
                  <a:pt x="1328008" y="993767"/>
                </a:lnTo>
                <a:lnTo>
                  <a:pt x="1342158" y="922535"/>
                </a:lnTo>
                <a:lnTo>
                  <a:pt x="1260193" y="830422"/>
                </a:lnTo>
                <a:lnTo>
                  <a:pt x="1228187" y="814184"/>
                </a:lnTo>
                <a:lnTo>
                  <a:pt x="1192899" y="831266"/>
                </a:lnTo>
                <a:lnTo>
                  <a:pt x="1170439" y="826993"/>
                </a:lnTo>
                <a:lnTo>
                  <a:pt x="1146043" y="804718"/>
                </a:lnTo>
                <a:lnTo>
                  <a:pt x="1119839" y="806440"/>
                </a:lnTo>
                <a:lnTo>
                  <a:pt x="1113048" y="786969"/>
                </a:lnTo>
                <a:lnTo>
                  <a:pt x="1138852" y="748336"/>
                </a:lnTo>
                <a:lnTo>
                  <a:pt x="1137609" y="684339"/>
                </a:lnTo>
                <a:lnTo>
                  <a:pt x="1177449" y="619883"/>
                </a:lnTo>
                <a:lnTo>
                  <a:pt x="1232021" y="580194"/>
                </a:lnTo>
                <a:lnTo>
                  <a:pt x="1247050" y="551643"/>
                </a:lnTo>
                <a:lnTo>
                  <a:pt x="1237195" y="509751"/>
                </a:lnTo>
                <a:lnTo>
                  <a:pt x="1242761" y="434931"/>
                </a:lnTo>
                <a:lnTo>
                  <a:pt x="1224387" y="393812"/>
                </a:lnTo>
                <a:lnTo>
                  <a:pt x="1267219" y="366123"/>
                </a:lnTo>
                <a:lnTo>
                  <a:pt x="1279354" y="340929"/>
                </a:lnTo>
                <a:lnTo>
                  <a:pt x="1381440" y="321410"/>
                </a:lnTo>
                <a:lnTo>
                  <a:pt x="1413924" y="247499"/>
                </a:lnTo>
                <a:lnTo>
                  <a:pt x="1410752" y="204929"/>
                </a:lnTo>
                <a:lnTo>
                  <a:pt x="1430809" y="200044"/>
                </a:lnTo>
                <a:lnTo>
                  <a:pt x="1442019" y="216074"/>
                </a:lnTo>
                <a:lnTo>
                  <a:pt x="1448583" y="233202"/>
                </a:lnTo>
                <a:lnTo>
                  <a:pt x="1434578" y="238799"/>
                </a:lnTo>
                <a:lnTo>
                  <a:pt x="1447374" y="265671"/>
                </a:lnTo>
                <a:lnTo>
                  <a:pt x="1434879" y="273841"/>
                </a:lnTo>
                <a:lnTo>
                  <a:pt x="1430732" y="315977"/>
                </a:lnTo>
                <a:lnTo>
                  <a:pt x="1383418" y="359253"/>
                </a:lnTo>
                <a:lnTo>
                  <a:pt x="1371539" y="385995"/>
                </a:lnTo>
                <a:lnTo>
                  <a:pt x="1374001" y="431597"/>
                </a:lnTo>
                <a:lnTo>
                  <a:pt x="1351811" y="440071"/>
                </a:lnTo>
                <a:lnTo>
                  <a:pt x="1347455" y="455183"/>
                </a:lnTo>
                <a:lnTo>
                  <a:pt x="1386069" y="500276"/>
                </a:lnTo>
                <a:lnTo>
                  <a:pt x="1430521" y="518967"/>
                </a:lnTo>
                <a:lnTo>
                  <a:pt x="1424975" y="539340"/>
                </a:lnTo>
                <a:lnTo>
                  <a:pt x="1436932" y="522355"/>
                </a:lnTo>
                <a:lnTo>
                  <a:pt x="1468551" y="535386"/>
                </a:lnTo>
                <a:lnTo>
                  <a:pt x="1482092" y="549250"/>
                </a:lnTo>
                <a:lnTo>
                  <a:pt x="1480162" y="576558"/>
                </a:lnTo>
                <a:lnTo>
                  <a:pt x="1502978" y="599376"/>
                </a:lnTo>
                <a:lnTo>
                  <a:pt x="1542598" y="604336"/>
                </a:lnTo>
                <a:lnTo>
                  <a:pt x="1550845" y="591407"/>
                </a:lnTo>
                <a:lnTo>
                  <a:pt x="1505867" y="596787"/>
                </a:lnTo>
                <a:lnTo>
                  <a:pt x="1520093" y="576828"/>
                </a:lnTo>
                <a:lnTo>
                  <a:pt x="1520295" y="563760"/>
                </a:lnTo>
                <a:lnTo>
                  <a:pt x="1510552" y="563424"/>
                </a:lnTo>
                <a:lnTo>
                  <a:pt x="1516423" y="575628"/>
                </a:lnTo>
                <a:lnTo>
                  <a:pt x="1504718" y="559634"/>
                </a:lnTo>
                <a:lnTo>
                  <a:pt x="1515523" y="535162"/>
                </a:lnTo>
                <a:lnTo>
                  <a:pt x="1494981" y="528578"/>
                </a:lnTo>
                <a:lnTo>
                  <a:pt x="1505123" y="509940"/>
                </a:lnTo>
                <a:lnTo>
                  <a:pt x="1483728" y="520279"/>
                </a:lnTo>
                <a:lnTo>
                  <a:pt x="1472108" y="512531"/>
                </a:lnTo>
                <a:lnTo>
                  <a:pt x="1418017" y="442097"/>
                </a:lnTo>
                <a:lnTo>
                  <a:pt x="1425541" y="378521"/>
                </a:lnTo>
                <a:lnTo>
                  <a:pt x="1480891" y="374748"/>
                </a:lnTo>
                <a:lnTo>
                  <a:pt x="1507999" y="425259"/>
                </a:lnTo>
                <a:lnTo>
                  <a:pt x="1540622" y="427060"/>
                </a:lnTo>
                <a:lnTo>
                  <a:pt x="1552929" y="412084"/>
                </a:lnTo>
                <a:lnTo>
                  <a:pt x="1546498" y="386248"/>
                </a:lnTo>
                <a:lnTo>
                  <a:pt x="1517092" y="385122"/>
                </a:lnTo>
                <a:lnTo>
                  <a:pt x="1512379" y="374496"/>
                </a:lnTo>
                <a:lnTo>
                  <a:pt x="1524255" y="357617"/>
                </a:lnTo>
                <a:lnTo>
                  <a:pt x="1533420" y="366275"/>
                </a:lnTo>
                <a:lnTo>
                  <a:pt x="1569686" y="342779"/>
                </a:lnTo>
                <a:lnTo>
                  <a:pt x="1586929" y="346857"/>
                </a:lnTo>
                <a:lnTo>
                  <a:pt x="1599188" y="402301"/>
                </a:lnTo>
                <a:lnTo>
                  <a:pt x="1664684" y="455317"/>
                </a:lnTo>
                <a:lnTo>
                  <a:pt x="1667538" y="468021"/>
                </a:lnTo>
                <a:lnTo>
                  <a:pt x="1647546" y="471367"/>
                </a:lnTo>
                <a:lnTo>
                  <a:pt x="1644128" y="499291"/>
                </a:lnTo>
                <a:lnTo>
                  <a:pt x="1626532" y="506461"/>
                </a:lnTo>
                <a:lnTo>
                  <a:pt x="1598297" y="495732"/>
                </a:lnTo>
                <a:lnTo>
                  <a:pt x="1574301" y="526425"/>
                </a:lnTo>
                <a:lnTo>
                  <a:pt x="1607313" y="587666"/>
                </a:lnTo>
                <a:lnTo>
                  <a:pt x="1638107" y="610813"/>
                </a:lnTo>
                <a:lnTo>
                  <a:pt x="1631012" y="684006"/>
                </a:lnTo>
                <a:lnTo>
                  <a:pt x="1614251" y="707967"/>
                </a:lnTo>
                <a:lnTo>
                  <a:pt x="1621495" y="724763"/>
                </a:lnTo>
                <a:lnTo>
                  <a:pt x="1584693" y="711696"/>
                </a:lnTo>
                <a:lnTo>
                  <a:pt x="1525757" y="754296"/>
                </a:lnTo>
                <a:lnTo>
                  <a:pt x="1517653" y="745002"/>
                </a:lnTo>
                <a:lnTo>
                  <a:pt x="1513749" y="762193"/>
                </a:lnTo>
                <a:lnTo>
                  <a:pt x="1475023" y="782083"/>
                </a:lnTo>
                <a:lnTo>
                  <a:pt x="1482896" y="811262"/>
                </a:lnTo>
                <a:lnTo>
                  <a:pt x="1473556" y="814993"/>
                </a:lnTo>
                <a:lnTo>
                  <a:pt x="1500928" y="832883"/>
                </a:lnTo>
                <a:lnTo>
                  <a:pt x="1508262" y="892983"/>
                </a:lnTo>
                <a:lnTo>
                  <a:pt x="1561702" y="916568"/>
                </a:lnTo>
                <a:lnTo>
                  <a:pt x="1571652" y="938104"/>
                </a:lnTo>
                <a:lnTo>
                  <a:pt x="1613694" y="937927"/>
                </a:lnTo>
                <a:lnTo>
                  <a:pt x="1629369" y="909762"/>
                </a:lnTo>
                <a:lnTo>
                  <a:pt x="1640383" y="931010"/>
                </a:lnTo>
                <a:lnTo>
                  <a:pt x="1627399" y="956147"/>
                </a:lnTo>
                <a:lnTo>
                  <a:pt x="1665398" y="972842"/>
                </a:lnTo>
                <a:lnTo>
                  <a:pt x="1651973" y="990908"/>
                </a:lnTo>
                <a:lnTo>
                  <a:pt x="1656364" y="1033251"/>
                </a:lnTo>
                <a:lnTo>
                  <a:pt x="1681271" y="1069618"/>
                </a:lnTo>
                <a:lnTo>
                  <a:pt x="1639332" y="1075756"/>
                </a:lnTo>
                <a:lnTo>
                  <a:pt x="1649415" y="1094344"/>
                </a:lnTo>
                <a:lnTo>
                  <a:pt x="1642095" y="1128859"/>
                </a:lnTo>
                <a:lnTo>
                  <a:pt x="1615754" y="1144785"/>
                </a:lnTo>
                <a:lnTo>
                  <a:pt x="1602943" y="1184878"/>
                </a:lnTo>
                <a:lnTo>
                  <a:pt x="1558486" y="1177015"/>
                </a:lnTo>
                <a:lnTo>
                  <a:pt x="1574465" y="1219076"/>
                </a:lnTo>
                <a:lnTo>
                  <a:pt x="1569619" y="1239586"/>
                </a:lnTo>
                <a:lnTo>
                  <a:pt x="1585344" y="1257931"/>
                </a:lnTo>
                <a:lnTo>
                  <a:pt x="1570415" y="1275690"/>
                </a:lnTo>
                <a:lnTo>
                  <a:pt x="1573654" y="1293274"/>
                </a:lnTo>
                <a:lnTo>
                  <a:pt x="1552779" y="1304166"/>
                </a:lnTo>
                <a:lnTo>
                  <a:pt x="1601416" y="1383671"/>
                </a:lnTo>
                <a:lnTo>
                  <a:pt x="1609776" y="1423068"/>
                </a:lnTo>
                <a:lnTo>
                  <a:pt x="1586048" y="1456316"/>
                </a:lnTo>
                <a:lnTo>
                  <a:pt x="1605707" y="1516819"/>
                </a:lnTo>
                <a:lnTo>
                  <a:pt x="1582378" y="1534974"/>
                </a:lnTo>
                <a:lnTo>
                  <a:pt x="1588110" y="1582528"/>
                </a:lnTo>
                <a:lnTo>
                  <a:pt x="1624749" y="1597024"/>
                </a:lnTo>
                <a:lnTo>
                  <a:pt x="1641549" y="1621544"/>
                </a:lnTo>
                <a:lnTo>
                  <a:pt x="1628577" y="1635315"/>
                </a:lnTo>
                <a:lnTo>
                  <a:pt x="1647561" y="1658709"/>
                </a:lnTo>
                <a:lnTo>
                  <a:pt x="1644954" y="1696655"/>
                </a:lnTo>
                <a:lnTo>
                  <a:pt x="1616364" y="1726456"/>
                </a:lnTo>
                <a:lnTo>
                  <a:pt x="1606115" y="1759940"/>
                </a:lnTo>
                <a:lnTo>
                  <a:pt x="1655616" y="1767768"/>
                </a:lnTo>
                <a:lnTo>
                  <a:pt x="1652839" y="1786913"/>
                </a:lnTo>
                <a:lnTo>
                  <a:pt x="1666967" y="1803815"/>
                </a:lnTo>
                <a:lnTo>
                  <a:pt x="1700770" y="1796218"/>
                </a:lnTo>
                <a:lnTo>
                  <a:pt x="1720251" y="1810312"/>
                </a:lnTo>
                <a:lnTo>
                  <a:pt x="1708374" y="1867810"/>
                </a:lnTo>
                <a:lnTo>
                  <a:pt x="1716137" y="1904189"/>
                </a:lnTo>
                <a:lnTo>
                  <a:pt x="1702312" y="1941946"/>
                </a:lnTo>
                <a:lnTo>
                  <a:pt x="1663957" y="1956996"/>
                </a:lnTo>
                <a:lnTo>
                  <a:pt x="1631666" y="2003927"/>
                </a:lnTo>
                <a:lnTo>
                  <a:pt x="1610024" y="2011455"/>
                </a:lnTo>
                <a:lnTo>
                  <a:pt x="1628717" y="2028664"/>
                </a:lnTo>
                <a:lnTo>
                  <a:pt x="1631722" y="2061180"/>
                </a:lnTo>
                <a:lnTo>
                  <a:pt x="1652619" y="2063699"/>
                </a:lnTo>
                <a:lnTo>
                  <a:pt x="1627952" y="2098243"/>
                </a:lnTo>
                <a:lnTo>
                  <a:pt x="1634548" y="2113877"/>
                </a:lnTo>
                <a:lnTo>
                  <a:pt x="1623448" y="2138306"/>
                </a:lnTo>
                <a:lnTo>
                  <a:pt x="1503057" y="2254544"/>
                </a:lnTo>
                <a:lnTo>
                  <a:pt x="1494894" y="2214786"/>
                </a:lnTo>
                <a:lnTo>
                  <a:pt x="1477662" y="2206865"/>
                </a:lnTo>
                <a:lnTo>
                  <a:pt x="1465829" y="2172296"/>
                </a:lnTo>
                <a:lnTo>
                  <a:pt x="1419490" y="2180420"/>
                </a:lnTo>
                <a:lnTo>
                  <a:pt x="1385914" y="2131768"/>
                </a:lnTo>
                <a:lnTo>
                  <a:pt x="1389093" y="2116562"/>
                </a:lnTo>
                <a:lnTo>
                  <a:pt x="1344077" y="2094029"/>
                </a:lnTo>
                <a:lnTo>
                  <a:pt x="1307165" y="2107225"/>
                </a:lnTo>
                <a:lnTo>
                  <a:pt x="1277835" y="2072658"/>
                </a:lnTo>
                <a:lnTo>
                  <a:pt x="1274381" y="2015911"/>
                </a:lnTo>
                <a:lnTo>
                  <a:pt x="1230128" y="2009449"/>
                </a:lnTo>
                <a:lnTo>
                  <a:pt x="1223356" y="2023225"/>
                </a:lnTo>
                <a:lnTo>
                  <a:pt x="1160898" y="2044889"/>
                </a:lnTo>
                <a:lnTo>
                  <a:pt x="1143054" y="2075915"/>
                </a:lnTo>
                <a:lnTo>
                  <a:pt x="1060607" y="2047786"/>
                </a:lnTo>
                <a:lnTo>
                  <a:pt x="989785" y="2054526"/>
                </a:lnTo>
                <a:lnTo>
                  <a:pt x="939990" y="1972786"/>
                </a:lnTo>
                <a:lnTo>
                  <a:pt x="940785" y="1937043"/>
                </a:lnTo>
                <a:lnTo>
                  <a:pt x="918110" y="1916356"/>
                </a:lnTo>
                <a:lnTo>
                  <a:pt x="881670" y="1920885"/>
                </a:lnTo>
                <a:lnTo>
                  <a:pt x="857733" y="1880247"/>
                </a:lnTo>
                <a:lnTo>
                  <a:pt x="747635" y="1851588"/>
                </a:lnTo>
                <a:lnTo>
                  <a:pt x="735755" y="1821238"/>
                </a:lnTo>
                <a:lnTo>
                  <a:pt x="670872" y="1787923"/>
                </a:lnTo>
                <a:lnTo>
                  <a:pt x="666942" y="1740334"/>
                </a:lnTo>
                <a:lnTo>
                  <a:pt x="621498" y="1752509"/>
                </a:lnTo>
                <a:lnTo>
                  <a:pt x="585234" y="1733072"/>
                </a:lnTo>
                <a:lnTo>
                  <a:pt x="564858" y="1743836"/>
                </a:lnTo>
                <a:lnTo>
                  <a:pt x="534701" y="1733920"/>
                </a:lnTo>
                <a:lnTo>
                  <a:pt x="560822" y="1663579"/>
                </a:lnTo>
                <a:lnTo>
                  <a:pt x="554969" y="1643821"/>
                </a:lnTo>
                <a:lnTo>
                  <a:pt x="520981" y="1624845"/>
                </a:lnTo>
                <a:lnTo>
                  <a:pt x="518480" y="1561016"/>
                </a:lnTo>
                <a:lnTo>
                  <a:pt x="548833" y="1535729"/>
                </a:lnTo>
                <a:lnTo>
                  <a:pt x="526813" y="1495000"/>
                </a:lnTo>
                <a:lnTo>
                  <a:pt x="502384" y="1489165"/>
                </a:lnTo>
                <a:lnTo>
                  <a:pt x="443933" y="1429058"/>
                </a:lnTo>
                <a:lnTo>
                  <a:pt x="429848" y="1429559"/>
                </a:lnTo>
                <a:lnTo>
                  <a:pt x="430615" y="1451769"/>
                </a:lnTo>
                <a:lnTo>
                  <a:pt x="414093" y="1465657"/>
                </a:lnTo>
                <a:lnTo>
                  <a:pt x="387252" y="1437186"/>
                </a:lnTo>
                <a:lnTo>
                  <a:pt x="320178" y="1457916"/>
                </a:lnTo>
                <a:lnTo>
                  <a:pt x="287131" y="1430614"/>
                </a:lnTo>
                <a:lnTo>
                  <a:pt x="266681" y="1389557"/>
                </a:lnTo>
                <a:lnTo>
                  <a:pt x="297613" y="1351321"/>
                </a:lnTo>
                <a:lnTo>
                  <a:pt x="285815" y="1330332"/>
                </a:lnTo>
                <a:lnTo>
                  <a:pt x="266704" y="1329611"/>
                </a:lnTo>
                <a:lnTo>
                  <a:pt x="242781" y="1299246"/>
                </a:lnTo>
                <a:lnTo>
                  <a:pt x="197627" y="1279245"/>
                </a:lnTo>
                <a:lnTo>
                  <a:pt x="170751" y="1290749"/>
                </a:lnTo>
                <a:lnTo>
                  <a:pt x="130100" y="1269443"/>
                </a:lnTo>
                <a:lnTo>
                  <a:pt x="114402" y="1276836"/>
                </a:lnTo>
                <a:lnTo>
                  <a:pt x="45964" y="1256426"/>
                </a:lnTo>
                <a:lnTo>
                  <a:pt x="37963" y="1238822"/>
                </a:lnTo>
                <a:lnTo>
                  <a:pt x="53464" y="1219852"/>
                </a:lnTo>
                <a:lnTo>
                  <a:pt x="44415" y="1200647"/>
                </a:lnTo>
                <a:lnTo>
                  <a:pt x="4202" y="1182683"/>
                </a:lnTo>
                <a:lnTo>
                  <a:pt x="0" y="1165770"/>
                </a:lnTo>
                <a:lnTo>
                  <a:pt x="35426" y="1149563"/>
                </a:lnTo>
                <a:lnTo>
                  <a:pt x="41773" y="1119711"/>
                </a:lnTo>
                <a:lnTo>
                  <a:pt x="89492" y="1062405"/>
                </a:lnTo>
                <a:lnTo>
                  <a:pt x="72907" y="1039773"/>
                </a:lnTo>
                <a:lnTo>
                  <a:pt x="86113" y="988720"/>
                </a:lnTo>
                <a:lnTo>
                  <a:pt x="78406" y="963498"/>
                </a:lnTo>
                <a:lnTo>
                  <a:pt x="147377" y="972387"/>
                </a:lnTo>
                <a:lnTo>
                  <a:pt x="167403" y="941170"/>
                </a:lnTo>
                <a:lnTo>
                  <a:pt x="199708" y="923126"/>
                </a:lnTo>
                <a:lnTo>
                  <a:pt x="210897" y="932150"/>
                </a:lnTo>
                <a:lnTo>
                  <a:pt x="241250" y="898787"/>
                </a:lnTo>
                <a:lnTo>
                  <a:pt x="387136" y="895646"/>
                </a:lnTo>
                <a:lnTo>
                  <a:pt x="415056" y="858768"/>
                </a:lnTo>
                <a:lnTo>
                  <a:pt x="503464" y="835872"/>
                </a:lnTo>
                <a:lnTo>
                  <a:pt x="506374" y="819498"/>
                </a:lnTo>
                <a:lnTo>
                  <a:pt x="490731" y="812429"/>
                </a:lnTo>
                <a:lnTo>
                  <a:pt x="501821" y="800477"/>
                </a:lnTo>
                <a:lnTo>
                  <a:pt x="527292" y="806375"/>
                </a:lnTo>
                <a:lnTo>
                  <a:pt x="524869" y="783213"/>
                </a:lnTo>
                <a:lnTo>
                  <a:pt x="540695" y="764527"/>
                </a:lnTo>
                <a:lnTo>
                  <a:pt x="499590" y="743876"/>
                </a:lnTo>
                <a:lnTo>
                  <a:pt x="498804" y="724145"/>
                </a:lnTo>
                <a:lnTo>
                  <a:pt x="517889" y="688220"/>
                </a:lnTo>
                <a:lnTo>
                  <a:pt x="569079" y="650004"/>
                </a:lnTo>
                <a:lnTo>
                  <a:pt x="570635" y="599507"/>
                </a:lnTo>
                <a:lnTo>
                  <a:pt x="532746" y="557939"/>
                </a:lnTo>
                <a:lnTo>
                  <a:pt x="543921" y="538476"/>
                </a:lnTo>
                <a:lnTo>
                  <a:pt x="595933" y="516479"/>
                </a:lnTo>
                <a:close/>
                <a:moveTo>
                  <a:pt x="1271999" y="38569"/>
                </a:moveTo>
                <a:lnTo>
                  <a:pt x="1254320" y="48306"/>
                </a:lnTo>
                <a:lnTo>
                  <a:pt x="1271999" y="38569"/>
                </a:lnTo>
                <a:close/>
                <a:moveTo>
                  <a:pt x="1587562" y="317600"/>
                </a:moveTo>
                <a:lnTo>
                  <a:pt x="1590592" y="329874"/>
                </a:lnTo>
                <a:lnTo>
                  <a:pt x="1545525" y="349465"/>
                </a:lnTo>
                <a:lnTo>
                  <a:pt x="1495618" y="331700"/>
                </a:lnTo>
                <a:lnTo>
                  <a:pt x="1552710" y="291751"/>
                </a:lnTo>
                <a:lnTo>
                  <a:pt x="1587562" y="317600"/>
                </a:lnTo>
                <a:close/>
                <a:moveTo>
                  <a:pt x="1428531" y="156807"/>
                </a:moveTo>
                <a:lnTo>
                  <a:pt x="1438052" y="169355"/>
                </a:lnTo>
                <a:lnTo>
                  <a:pt x="1425526" y="160960"/>
                </a:lnTo>
                <a:lnTo>
                  <a:pt x="1409015" y="195918"/>
                </a:lnTo>
                <a:lnTo>
                  <a:pt x="1390020" y="156505"/>
                </a:lnTo>
                <a:lnTo>
                  <a:pt x="1401907" y="144902"/>
                </a:lnTo>
                <a:lnTo>
                  <a:pt x="1428531" y="156807"/>
                </a:lnTo>
                <a:close/>
                <a:moveTo>
                  <a:pt x="1537855" y="182889"/>
                </a:moveTo>
                <a:lnTo>
                  <a:pt x="1531288" y="190746"/>
                </a:lnTo>
                <a:lnTo>
                  <a:pt x="1509324" y="168460"/>
                </a:lnTo>
                <a:lnTo>
                  <a:pt x="1537855" y="182889"/>
                </a:lnTo>
                <a:close/>
                <a:moveTo>
                  <a:pt x="1277006" y="70933"/>
                </a:moveTo>
                <a:lnTo>
                  <a:pt x="1266512" y="103210"/>
                </a:lnTo>
                <a:lnTo>
                  <a:pt x="1258354" y="71907"/>
                </a:lnTo>
                <a:lnTo>
                  <a:pt x="1170805" y="58597"/>
                </a:lnTo>
                <a:lnTo>
                  <a:pt x="1202101" y="3732"/>
                </a:lnTo>
                <a:lnTo>
                  <a:pt x="1235327" y="0"/>
                </a:lnTo>
                <a:lnTo>
                  <a:pt x="1271351" y="23081"/>
                </a:lnTo>
                <a:lnTo>
                  <a:pt x="1244296" y="48991"/>
                </a:lnTo>
                <a:lnTo>
                  <a:pt x="1259152" y="58333"/>
                </a:lnTo>
                <a:lnTo>
                  <a:pt x="1273916" y="45584"/>
                </a:lnTo>
                <a:lnTo>
                  <a:pt x="1277006" y="70933"/>
                </a:lnTo>
                <a:close/>
                <a:moveTo>
                  <a:pt x="1556553" y="140755"/>
                </a:moveTo>
                <a:lnTo>
                  <a:pt x="1525148" y="115364"/>
                </a:lnTo>
                <a:lnTo>
                  <a:pt x="1556553" y="140755"/>
                </a:lnTo>
                <a:close/>
                <a:moveTo>
                  <a:pt x="1517242" y="112781"/>
                </a:moveTo>
                <a:lnTo>
                  <a:pt x="1478080" y="121583"/>
                </a:lnTo>
                <a:lnTo>
                  <a:pt x="1503244" y="102043"/>
                </a:lnTo>
                <a:lnTo>
                  <a:pt x="1526379" y="105885"/>
                </a:lnTo>
                <a:lnTo>
                  <a:pt x="1517242" y="112781"/>
                </a:lnTo>
                <a:close/>
                <a:moveTo>
                  <a:pt x="736326" y="562135"/>
                </a:moveTo>
                <a:lnTo>
                  <a:pt x="724582" y="567154"/>
                </a:lnTo>
                <a:lnTo>
                  <a:pt x="721548" y="550505"/>
                </a:lnTo>
                <a:lnTo>
                  <a:pt x="736326" y="562135"/>
                </a:lnTo>
                <a:close/>
                <a:moveTo>
                  <a:pt x="755556" y="541167"/>
                </a:moveTo>
                <a:lnTo>
                  <a:pt x="740291" y="560524"/>
                </a:lnTo>
                <a:lnTo>
                  <a:pt x="729541" y="552455"/>
                </a:lnTo>
                <a:lnTo>
                  <a:pt x="755556" y="541167"/>
                </a:lnTo>
                <a:close/>
                <a:moveTo>
                  <a:pt x="796088" y="395770"/>
                </a:moveTo>
                <a:lnTo>
                  <a:pt x="789071" y="375520"/>
                </a:lnTo>
                <a:lnTo>
                  <a:pt x="798966" y="367543"/>
                </a:lnTo>
                <a:lnTo>
                  <a:pt x="796088" y="395770"/>
                </a:lnTo>
                <a:close/>
                <a:moveTo>
                  <a:pt x="793366" y="363328"/>
                </a:moveTo>
                <a:lnTo>
                  <a:pt x="807726" y="319124"/>
                </a:lnTo>
                <a:lnTo>
                  <a:pt x="793366" y="363328"/>
                </a:lnTo>
                <a:close/>
                <a:moveTo>
                  <a:pt x="826908" y="306223"/>
                </a:moveTo>
                <a:lnTo>
                  <a:pt x="810438" y="316639"/>
                </a:lnTo>
                <a:lnTo>
                  <a:pt x="826908" y="306223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p"/>
          <p:cNvSpPr/>
          <p:nvPr/>
        </p:nvSpPr>
        <p:spPr>
          <a:xfrm>
            <a:off x="4572628" y="4169022"/>
            <a:ext cx="1470868" cy="1053266"/>
          </a:xfrm>
          <a:custGeom>
            <a:avLst/>
            <a:gdLst/>
            <a:ahLst/>
            <a:cxnLst/>
            <a:rect l="0" t="0" r="r" b="b"/>
            <a:pathLst>
              <a:path w="1470868" h="1053266">
                <a:moveTo>
                  <a:pt x="629593" y="405564"/>
                </a:moveTo>
                <a:lnTo>
                  <a:pt x="635361" y="415755"/>
                </a:lnTo>
                <a:lnTo>
                  <a:pt x="589361" y="398336"/>
                </a:lnTo>
                <a:lnTo>
                  <a:pt x="629593" y="405564"/>
                </a:lnTo>
                <a:close/>
                <a:moveTo>
                  <a:pt x="896442" y="518232"/>
                </a:moveTo>
                <a:lnTo>
                  <a:pt x="900023" y="528800"/>
                </a:lnTo>
                <a:lnTo>
                  <a:pt x="884940" y="517166"/>
                </a:lnTo>
                <a:lnTo>
                  <a:pt x="896442" y="518232"/>
                </a:lnTo>
                <a:close/>
                <a:moveTo>
                  <a:pt x="864596" y="479274"/>
                </a:moveTo>
                <a:lnTo>
                  <a:pt x="855424" y="484016"/>
                </a:lnTo>
                <a:lnTo>
                  <a:pt x="864596" y="479274"/>
                </a:lnTo>
                <a:close/>
                <a:moveTo>
                  <a:pt x="0" y="326210"/>
                </a:moveTo>
                <a:lnTo>
                  <a:pt x="52242" y="312767"/>
                </a:lnTo>
                <a:lnTo>
                  <a:pt x="57729" y="287514"/>
                </a:lnTo>
                <a:lnTo>
                  <a:pt x="83958" y="278765"/>
                </a:lnTo>
                <a:lnTo>
                  <a:pt x="101497" y="247949"/>
                </a:lnTo>
                <a:lnTo>
                  <a:pt x="83562" y="208971"/>
                </a:lnTo>
                <a:lnTo>
                  <a:pt x="94680" y="193976"/>
                </a:lnTo>
                <a:lnTo>
                  <a:pt x="166949" y="164041"/>
                </a:lnTo>
                <a:lnTo>
                  <a:pt x="191697" y="135553"/>
                </a:lnTo>
                <a:lnTo>
                  <a:pt x="205954" y="139706"/>
                </a:lnTo>
                <a:lnTo>
                  <a:pt x="208822" y="124518"/>
                </a:lnTo>
                <a:lnTo>
                  <a:pt x="231017" y="130066"/>
                </a:lnTo>
                <a:lnTo>
                  <a:pt x="216335" y="121635"/>
                </a:lnTo>
                <a:lnTo>
                  <a:pt x="253307" y="91679"/>
                </a:lnTo>
                <a:lnTo>
                  <a:pt x="260372" y="0"/>
                </a:lnTo>
                <a:lnTo>
                  <a:pt x="275825" y="47891"/>
                </a:lnTo>
                <a:lnTo>
                  <a:pt x="346448" y="132311"/>
                </a:lnTo>
                <a:lnTo>
                  <a:pt x="354993" y="158786"/>
                </a:lnTo>
                <a:lnTo>
                  <a:pt x="343265" y="178567"/>
                </a:lnTo>
                <a:lnTo>
                  <a:pt x="343229" y="228093"/>
                </a:lnTo>
                <a:lnTo>
                  <a:pt x="310586" y="276932"/>
                </a:lnTo>
                <a:lnTo>
                  <a:pt x="232525" y="219843"/>
                </a:lnTo>
                <a:lnTo>
                  <a:pt x="212565" y="235512"/>
                </a:lnTo>
                <a:lnTo>
                  <a:pt x="190488" y="228347"/>
                </a:lnTo>
                <a:lnTo>
                  <a:pt x="163584" y="242474"/>
                </a:lnTo>
                <a:lnTo>
                  <a:pt x="169457" y="305037"/>
                </a:lnTo>
                <a:lnTo>
                  <a:pt x="148844" y="369070"/>
                </a:lnTo>
                <a:lnTo>
                  <a:pt x="182507" y="392798"/>
                </a:lnTo>
                <a:lnTo>
                  <a:pt x="157163" y="400246"/>
                </a:lnTo>
                <a:lnTo>
                  <a:pt x="232997" y="428237"/>
                </a:lnTo>
                <a:lnTo>
                  <a:pt x="234384" y="444789"/>
                </a:lnTo>
                <a:lnTo>
                  <a:pt x="326554" y="387724"/>
                </a:lnTo>
                <a:lnTo>
                  <a:pt x="341141" y="362061"/>
                </a:lnTo>
                <a:lnTo>
                  <a:pt x="399595" y="388779"/>
                </a:lnTo>
                <a:lnTo>
                  <a:pt x="411171" y="418711"/>
                </a:lnTo>
                <a:lnTo>
                  <a:pt x="405055" y="391038"/>
                </a:lnTo>
                <a:lnTo>
                  <a:pt x="421060" y="354269"/>
                </a:lnTo>
                <a:lnTo>
                  <a:pt x="440275" y="390174"/>
                </a:lnTo>
                <a:lnTo>
                  <a:pt x="509314" y="405168"/>
                </a:lnTo>
                <a:lnTo>
                  <a:pt x="588652" y="397710"/>
                </a:lnTo>
                <a:lnTo>
                  <a:pt x="599835" y="414335"/>
                </a:lnTo>
                <a:lnTo>
                  <a:pt x="685638" y="432922"/>
                </a:lnTo>
                <a:lnTo>
                  <a:pt x="668038" y="441125"/>
                </a:lnTo>
                <a:lnTo>
                  <a:pt x="682666" y="456007"/>
                </a:lnTo>
                <a:lnTo>
                  <a:pt x="659550" y="459212"/>
                </a:lnTo>
                <a:lnTo>
                  <a:pt x="668739" y="476905"/>
                </a:lnTo>
                <a:lnTo>
                  <a:pt x="702124" y="472521"/>
                </a:lnTo>
                <a:lnTo>
                  <a:pt x="703180" y="445578"/>
                </a:lnTo>
                <a:lnTo>
                  <a:pt x="718510" y="442562"/>
                </a:lnTo>
                <a:lnTo>
                  <a:pt x="698352" y="442711"/>
                </a:lnTo>
                <a:lnTo>
                  <a:pt x="699549" y="432558"/>
                </a:lnTo>
                <a:lnTo>
                  <a:pt x="790647" y="441098"/>
                </a:lnTo>
                <a:lnTo>
                  <a:pt x="835106" y="457839"/>
                </a:lnTo>
                <a:lnTo>
                  <a:pt x="855066" y="478881"/>
                </a:lnTo>
                <a:lnTo>
                  <a:pt x="797649" y="449437"/>
                </a:lnTo>
                <a:lnTo>
                  <a:pt x="813393" y="476509"/>
                </a:lnTo>
                <a:lnTo>
                  <a:pt x="775680" y="490047"/>
                </a:lnTo>
                <a:lnTo>
                  <a:pt x="756615" y="536777"/>
                </a:lnTo>
                <a:lnTo>
                  <a:pt x="719609" y="515985"/>
                </a:lnTo>
                <a:lnTo>
                  <a:pt x="707000" y="531356"/>
                </a:lnTo>
                <a:lnTo>
                  <a:pt x="740538" y="563461"/>
                </a:lnTo>
                <a:lnTo>
                  <a:pt x="762254" y="557741"/>
                </a:lnTo>
                <a:lnTo>
                  <a:pt x="752826" y="575650"/>
                </a:lnTo>
                <a:lnTo>
                  <a:pt x="778647" y="572723"/>
                </a:lnTo>
                <a:lnTo>
                  <a:pt x="780887" y="606679"/>
                </a:lnTo>
                <a:lnTo>
                  <a:pt x="811870" y="578900"/>
                </a:lnTo>
                <a:lnTo>
                  <a:pt x="855190" y="574354"/>
                </a:lnTo>
                <a:lnTo>
                  <a:pt x="898712" y="585604"/>
                </a:lnTo>
                <a:lnTo>
                  <a:pt x="961755" y="653979"/>
                </a:lnTo>
                <a:lnTo>
                  <a:pt x="995868" y="638829"/>
                </a:lnTo>
                <a:lnTo>
                  <a:pt x="1014825" y="650485"/>
                </a:lnTo>
                <a:lnTo>
                  <a:pt x="1028235" y="637328"/>
                </a:lnTo>
                <a:lnTo>
                  <a:pt x="1046750" y="642571"/>
                </a:lnTo>
                <a:lnTo>
                  <a:pt x="1039131" y="671215"/>
                </a:lnTo>
                <a:lnTo>
                  <a:pt x="1052075" y="641567"/>
                </a:lnTo>
                <a:lnTo>
                  <a:pt x="1111879" y="662419"/>
                </a:lnTo>
                <a:lnTo>
                  <a:pt x="1087428" y="660858"/>
                </a:lnTo>
                <a:lnTo>
                  <a:pt x="1098999" y="707779"/>
                </a:lnTo>
                <a:lnTo>
                  <a:pt x="1064220" y="714235"/>
                </a:lnTo>
                <a:lnTo>
                  <a:pt x="1045088" y="745778"/>
                </a:lnTo>
                <a:lnTo>
                  <a:pt x="1070429" y="780804"/>
                </a:lnTo>
                <a:lnTo>
                  <a:pt x="1100182" y="772341"/>
                </a:lnTo>
                <a:lnTo>
                  <a:pt x="1113926" y="733010"/>
                </a:lnTo>
                <a:lnTo>
                  <a:pt x="1154664" y="752599"/>
                </a:lnTo>
                <a:lnTo>
                  <a:pt x="1201570" y="743212"/>
                </a:lnTo>
                <a:lnTo>
                  <a:pt x="1219054" y="708036"/>
                </a:lnTo>
                <a:lnTo>
                  <a:pt x="1217387" y="695087"/>
                </a:lnTo>
                <a:lnTo>
                  <a:pt x="1206673" y="703435"/>
                </a:lnTo>
                <a:lnTo>
                  <a:pt x="1202575" y="695013"/>
                </a:lnTo>
                <a:lnTo>
                  <a:pt x="1217987" y="665555"/>
                </a:lnTo>
                <a:lnTo>
                  <a:pt x="1221780" y="611240"/>
                </a:lnTo>
                <a:lnTo>
                  <a:pt x="1235604" y="601581"/>
                </a:lnTo>
                <a:lnTo>
                  <a:pt x="1259509" y="615598"/>
                </a:lnTo>
                <a:lnTo>
                  <a:pt x="1277255" y="594671"/>
                </a:lnTo>
                <a:lnTo>
                  <a:pt x="1293655" y="595916"/>
                </a:lnTo>
                <a:lnTo>
                  <a:pt x="1412995" y="711901"/>
                </a:lnTo>
                <a:lnTo>
                  <a:pt x="1457730" y="784094"/>
                </a:lnTo>
                <a:lnTo>
                  <a:pt x="1470868" y="822318"/>
                </a:lnTo>
                <a:lnTo>
                  <a:pt x="1459942" y="818137"/>
                </a:lnTo>
                <a:lnTo>
                  <a:pt x="1444113" y="839805"/>
                </a:lnTo>
                <a:lnTo>
                  <a:pt x="1469866" y="828631"/>
                </a:lnTo>
                <a:lnTo>
                  <a:pt x="1416983" y="851262"/>
                </a:lnTo>
                <a:lnTo>
                  <a:pt x="1405705" y="875397"/>
                </a:lnTo>
                <a:lnTo>
                  <a:pt x="1444568" y="911660"/>
                </a:lnTo>
                <a:lnTo>
                  <a:pt x="1443012" y="962156"/>
                </a:lnTo>
                <a:lnTo>
                  <a:pt x="1421450" y="976325"/>
                </a:lnTo>
                <a:lnTo>
                  <a:pt x="1359356" y="956232"/>
                </a:lnTo>
                <a:lnTo>
                  <a:pt x="1343459" y="980331"/>
                </a:lnTo>
                <a:lnTo>
                  <a:pt x="1285673" y="982868"/>
                </a:lnTo>
                <a:lnTo>
                  <a:pt x="1269147" y="1014792"/>
                </a:lnTo>
                <a:lnTo>
                  <a:pt x="1188077" y="1016464"/>
                </a:lnTo>
                <a:lnTo>
                  <a:pt x="1163946" y="1046183"/>
                </a:lnTo>
                <a:lnTo>
                  <a:pt x="1041039" y="1053266"/>
                </a:lnTo>
                <a:lnTo>
                  <a:pt x="944027" y="999957"/>
                </a:lnTo>
                <a:lnTo>
                  <a:pt x="948866" y="992607"/>
                </a:lnTo>
                <a:lnTo>
                  <a:pt x="588146" y="727383"/>
                </a:lnTo>
                <a:lnTo>
                  <a:pt x="507722" y="640004"/>
                </a:lnTo>
                <a:lnTo>
                  <a:pt x="454050" y="632009"/>
                </a:lnTo>
                <a:lnTo>
                  <a:pt x="435915" y="651332"/>
                </a:lnTo>
                <a:lnTo>
                  <a:pt x="215987" y="617456"/>
                </a:lnTo>
                <a:lnTo>
                  <a:pt x="169598" y="571565"/>
                </a:lnTo>
                <a:lnTo>
                  <a:pt x="102826" y="588692"/>
                </a:lnTo>
                <a:lnTo>
                  <a:pt x="74581" y="557686"/>
                </a:lnTo>
                <a:lnTo>
                  <a:pt x="0" y="326210"/>
                </a:lnTo>
                <a:close/>
                <a:moveTo>
                  <a:pt x="1131848" y="637899"/>
                </a:moveTo>
                <a:lnTo>
                  <a:pt x="1122016" y="595652"/>
                </a:lnTo>
                <a:lnTo>
                  <a:pt x="1131848" y="637899"/>
                </a:lnTo>
                <a:close/>
                <a:moveTo>
                  <a:pt x="658592" y="272538"/>
                </a:moveTo>
                <a:lnTo>
                  <a:pt x="634070" y="284334"/>
                </a:lnTo>
                <a:lnTo>
                  <a:pt x="651809" y="265746"/>
                </a:lnTo>
                <a:lnTo>
                  <a:pt x="596725" y="280236"/>
                </a:lnTo>
                <a:lnTo>
                  <a:pt x="559648" y="273247"/>
                </a:lnTo>
                <a:lnTo>
                  <a:pt x="520871" y="249190"/>
                </a:lnTo>
                <a:lnTo>
                  <a:pt x="523080" y="210053"/>
                </a:lnTo>
                <a:lnTo>
                  <a:pt x="574859" y="164017"/>
                </a:lnTo>
                <a:lnTo>
                  <a:pt x="632652" y="161091"/>
                </a:lnTo>
                <a:lnTo>
                  <a:pt x="650355" y="177564"/>
                </a:lnTo>
                <a:lnTo>
                  <a:pt x="658592" y="272538"/>
                </a:lnTo>
                <a:close/>
                <a:moveTo>
                  <a:pt x="1267699" y="589494"/>
                </a:moveTo>
                <a:lnTo>
                  <a:pt x="1239239" y="598651"/>
                </a:lnTo>
                <a:lnTo>
                  <a:pt x="1204141" y="569585"/>
                </a:lnTo>
                <a:lnTo>
                  <a:pt x="1214663" y="538709"/>
                </a:lnTo>
                <a:lnTo>
                  <a:pt x="1193633" y="512778"/>
                </a:lnTo>
                <a:lnTo>
                  <a:pt x="1189277" y="527839"/>
                </a:lnTo>
                <a:lnTo>
                  <a:pt x="1186828" y="494772"/>
                </a:lnTo>
                <a:lnTo>
                  <a:pt x="1198383" y="446328"/>
                </a:lnTo>
                <a:lnTo>
                  <a:pt x="1215521" y="468024"/>
                </a:lnTo>
                <a:lnTo>
                  <a:pt x="1213028" y="437441"/>
                </a:lnTo>
                <a:lnTo>
                  <a:pt x="1252957" y="436269"/>
                </a:lnTo>
                <a:lnTo>
                  <a:pt x="1252578" y="496964"/>
                </a:lnTo>
                <a:lnTo>
                  <a:pt x="1275108" y="563295"/>
                </a:lnTo>
                <a:lnTo>
                  <a:pt x="1267699" y="589494"/>
                </a:lnTo>
                <a:close/>
                <a:moveTo>
                  <a:pt x="769077" y="565296"/>
                </a:moveTo>
                <a:lnTo>
                  <a:pt x="755208" y="568774"/>
                </a:lnTo>
                <a:lnTo>
                  <a:pt x="769077" y="565296"/>
                </a:lnTo>
                <a:close/>
                <a:moveTo>
                  <a:pt x="752243" y="540041"/>
                </a:moveTo>
                <a:lnTo>
                  <a:pt x="744145" y="550906"/>
                </a:lnTo>
                <a:lnTo>
                  <a:pt x="752243" y="540041"/>
                </a:lnTo>
                <a:close/>
                <a:moveTo>
                  <a:pt x="537127" y="277493"/>
                </a:moveTo>
                <a:lnTo>
                  <a:pt x="525251" y="261860"/>
                </a:lnTo>
                <a:lnTo>
                  <a:pt x="537127" y="277493"/>
                </a:lnTo>
                <a:close/>
                <a:moveTo>
                  <a:pt x="822916" y="490778"/>
                </a:moveTo>
                <a:lnTo>
                  <a:pt x="824957" y="501322"/>
                </a:lnTo>
                <a:lnTo>
                  <a:pt x="822916" y="49077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map"/>
          <p:cNvSpPr/>
          <p:nvPr/>
        </p:nvSpPr>
        <p:spPr>
          <a:xfrm>
            <a:off x="2871375" y="4198587"/>
            <a:ext cx="86980" cy="147348"/>
          </a:xfrm>
          <a:custGeom>
            <a:avLst/>
            <a:gdLst/>
            <a:ahLst/>
            <a:cxnLst/>
            <a:rect l="0" t="0" r="r" b="b"/>
            <a:pathLst>
              <a:path w="86980" h="147348">
                <a:moveTo>
                  <a:pt x="27453" y="42739"/>
                </a:moveTo>
                <a:lnTo>
                  <a:pt x="36455" y="87283"/>
                </a:lnTo>
                <a:lnTo>
                  <a:pt x="57389" y="83696"/>
                </a:lnTo>
                <a:lnTo>
                  <a:pt x="51986" y="54993"/>
                </a:lnTo>
                <a:lnTo>
                  <a:pt x="69196" y="34100"/>
                </a:lnTo>
                <a:lnTo>
                  <a:pt x="49400" y="0"/>
                </a:lnTo>
                <a:lnTo>
                  <a:pt x="71228" y="2915"/>
                </a:lnTo>
                <a:lnTo>
                  <a:pt x="86980" y="73773"/>
                </a:lnTo>
                <a:lnTo>
                  <a:pt x="41976" y="147348"/>
                </a:lnTo>
                <a:lnTo>
                  <a:pt x="0" y="119852"/>
                </a:lnTo>
                <a:lnTo>
                  <a:pt x="13657" y="49046"/>
                </a:lnTo>
                <a:lnTo>
                  <a:pt x="27453" y="42739"/>
                </a:lnTo>
                <a:close/>
                <a:moveTo>
                  <a:pt x="39038" y="45933"/>
                </a:moveTo>
                <a:lnTo>
                  <a:pt x="37634" y="32447"/>
                </a:lnTo>
                <a:lnTo>
                  <a:pt x="39038" y="45933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p"/>
          <p:cNvSpPr/>
          <p:nvPr/>
        </p:nvSpPr>
        <p:spPr>
          <a:xfrm>
            <a:off x="3476772" y="2860752"/>
            <a:ext cx="3545288" cy="2611716"/>
          </a:xfrm>
          <a:custGeom>
            <a:avLst/>
            <a:gdLst/>
            <a:ahLst/>
            <a:cxnLst/>
            <a:rect l="0" t="0" r="r" b="b"/>
            <a:pathLst>
              <a:path w="3545288" h="2611716">
                <a:moveTo>
                  <a:pt x="369110" y="1460814"/>
                </a:moveTo>
                <a:lnTo>
                  <a:pt x="389756" y="1513370"/>
                </a:lnTo>
                <a:lnTo>
                  <a:pt x="387211" y="1540184"/>
                </a:lnTo>
                <a:lnTo>
                  <a:pt x="454950" y="1554787"/>
                </a:lnTo>
                <a:lnTo>
                  <a:pt x="475744" y="1519752"/>
                </a:lnTo>
                <a:lnTo>
                  <a:pt x="496575" y="1509221"/>
                </a:lnTo>
                <a:lnTo>
                  <a:pt x="497810" y="1487326"/>
                </a:lnTo>
                <a:lnTo>
                  <a:pt x="462247" y="1467916"/>
                </a:lnTo>
                <a:lnTo>
                  <a:pt x="481599" y="1381261"/>
                </a:lnTo>
                <a:lnTo>
                  <a:pt x="505610" y="1351795"/>
                </a:lnTo>
                <a:lnTo>
                  <a:pt x="529000" y="1370349"/>
                </a:lnTo>
                <a:lnTo>
                  <a:pt x="557379" y="1350413"/>
                </a:lnTo>
                <a:lnTo>
                  <a:pt x="573298" y="1368518"/>
                </a:lnTo>
                <a:lnTo>
                  <a:pt x="581103" y="1415892"/>
                </a:lnTo>
                <a:lnTo>
                  <a:pt x="572402" y="1459592"/>
                </a:lnTo>
                <a:lnTo>
                  <a:pt x="587451" y="1481646"/>
                </a:lnTo>
                <a:lnTo>
                  <a:pt x="578118" y="1490749"/>
                </a:lnTo>
                <a:lnTo>
                  <a:pt x="562805" y="1469032"/>
                </a:lnTo>
                <a:lnTo>
                  <a:pt x="542184" y="1483155"/>
                </a:lnTo>
                <a:lnTo>
                  <a:pt x="577017" y="1498581"/>
                </a:lnTo>
                <a:lnTo>
                  <a:pt x="586626" y="1488595"/>
                </a:lnTo>
                <a:lnTo>
                  <a:pt x="602483" y="1589176"/>
                </a:lnTo>
                <a:lnTo>
                  <a:pt x="628666" y="1604433"/>
                </a:lnTo>
                <a:lnTo>
                  <a:pt x="620894" y="1596720"/>
                </a:lnTo>
                <a:lnTo>
                  <a:pt x="635406" y="1591414"/>
                </a:lnTo>
                <a:lnTo>
                  <a:pt x="635367" y="1625463"/>
                </a:lnTo>
                <a:lnTo>
                  <a:pt x="649957" y="1648017"/>
                </a:lnTo>
                <a:lnTo>
                  <a:pt x="672268" y="1618480"/>
                </a:lnTo>
                <a:lnTo>
                  <a:pt x="682935" y="1620534"/>
                </a:lnTo>
                <a:lnTo>
                  <a:pt x="727169" y="1505455"/>
                </a:lnTo>
                <a:lnTo>
                  <a:pt x="753070" y="1484114"/>
                </a:lnTo>
                <a:lnTo>
                  <a:pt x="861720" y="1490400"/>
                </a:lnTo>
                <a:lnTo>
                  <a:pt x="935365" y="1520136"/>
                </a:lnTo>
                <a:lnTo>
                  <a:pt x="1009435" y="1506422"/>
                </a:lnTo>
                <a:lnTo>
                  <a:pt x="1023298" y="1542602"/>
                </a:lnTo>
                <a:lnTo>
                  <a:pt x="1009285" y="1545462"/>
                </a:lnTo>
                <a:lnTo>
                  <a:pt x="1052335" y="1582248"/>
                </a:lnTo>
                <a:lnTo>
                  <a:pt x="1046369" y="1627151"/>
                </a:lnTo>
                <a:lnTo>
                  <a:pt x="1008218" y="1622191"/>
                </a:lnTo>
                <a:lnTo>
                  <a:pt x="1002584" y="1632493"/>
                </a:lnTo>
                <a:lnTo>
                  <a:pt x="1001678" y="1649876"/>
                </a:lnTo>
                <a:lnTo>
                  <a:pt x="1013191" y="1628827"/>
                </a:lnTo>
                <a:lnTo>
                  <a:pt x="1046710" y="1641484"/>
                </a:lnTo>
                <a:lnTo>
                  <a:pt x="1020958" y="1700626"/>
                </a:lnTo>
                <a:lnTo>
                  <a:pt x="1061903" y="1652269"/>
                </a:lnTo>
                <a:lnTo>
                  <a:pt x="1095856" y="1634480"/>
                </a:lnTo>
                <a:lnTo>
                  <a:pt x="1172121" y="1869018"/>
                </a:lnTo>
                <a:lnTo>
                  <a:pt x="1203639" y="1898988"/>
                </a:lnTo>
                <a:lnTo>
                  <a:pt x="1220689" y="1884335"/>
                </a:lnTo>
                <a:lnTo>
                  <a:pt x="1266767" y="1880329"/>
                </a:lnTo>
                <a:lnTo>
                  <a:pt x="1311843" y="1925726"/>
                </a:lnTo>
                <a:lnTo>
                  <a:pt x="1201155" y="2043554"/>
                </a:lnTo>
                <a:lnTo>
                  <a:pt x="1241695" y="2072616"/>
                </a:lnTo>
                <a:lnTo>
                  <a:pt x="1218738" y="2147318"/>
                </a:lnTo>
                <a:lnTo>
                  <a:pt x="1230263" y="2182124"/>
                </a:lnTo>
                <a:lnTo>
                  <a:pt x="1186888" y="2212423"/>
                </a:lnTo>
                <a:lnTo>
                  <a:pt x="1154308" y="2163212"/>
                </a:lnTo>
                <a:lnTo>
                  <a:pt x="1129770" y="2172841"/>
                </a:lnTo>
                <a:lnTo>
                  <a:pt x="1104007" y="2141993"/>
                </a:lnTo>
                <a:lnTo>
                  <a:pt x="1080786" y="2153967"/>
                </a:lnTo>
                <a:lnTo>
                  <a:pt x="1061804" y="2136548"/>
                </a:lnTo>
                <a:lnTo>
                  <a:pt x="1038723" y="2148076"/>
                </a:lnTo>
                <a:lnTo>
                  <a:pt x="1028245" y="2134347"/>
                </a:lnTo>
                <a:lnTo>
                  <a:pt x="1037522" y="2115317"/>
                </a:lnTo>
                <a:lnTo>
                  <a:pt x="948650" y="2033874"/>
                </a:lnTo>
                <a:lnTo>
                  <a:pt x="924229" y="2025522"/>
                </a:lnTo>
                <a:lnTo>
                  <a:pt x="898673" y="1994551"/>
                </a:lnTo>
                <a:lnTo>
                  <a:pt x="861589" y="1986023"/>
                </a:lnTo>
                <a:lnTo>
                  <a:pt x="859810" y="2039187"/>
                </a:lnTo>
                <a:lnTo>
                  <a:pt x="881208" y="2081054"/>
                </a:lnTo>
                <a:lnTo>
                  <a:pt x="884895" y="2121556"/>
                </a:lnTo>
                <a:lnTo>
                  <a:pt x="872201" y="2157879"/>
                </a:lnTo>
                <a:lnTo>
                  <a:pt x="839507" y="2182163"/>
                </a:lnTo>
                <a:lnTo>
                  <a:pt x="850485" y="2243034"/>
                </a:lnTo>
                <a:lnTo>
                  <a:pt x="820650" y="2259387"/>
                </a:lnTo>
                <a:lnTo>
                  <a:pt x="782221" y="2256199"/>
                </a:lnTo>
                <a:lnTo>
                  <a:pt x="727957" y="2329695"/>
                </a:lnTo>
                <a:lnTo>
                  <a:pt x="733175" y="2342874"/>
                </a:lnTo>
                <a:lnTo>
                  <a:pt x="718291" y="2361413"/>
                </a:lnTo>
                <a:lnTo>
                  <a:pt x="730121" y="2374842"/>
                </a:lnTo>
                <a:lnTo>
                  <a:pt x="755732" y="2364465"/>
                </a:lnTo>
                <a:lnTo>
                  <a:pt x="789021" y="2396485"/>
                </a:lnTo>
                <a:lnTo>
                  <a:pt x="845731" y="2346172"/>
                </a:lnTo>
                <a:lnTo>
                  <a:pt x="860756" y="2366061"/>
                </a:lnTo>
                <a:lnTo>
                  <a:pt x="878060" y="2354758"/>
                </a:lnTo>
                <a:lnTo>
                  <a:pt x="889645" y="2362180"/>
                </a:lnTo>
                <a:lnTo>
                  <a:pt x="927607" y="2412217"/>
                </a:lnTo>
                <a:lnTo>
                  <a:pt x="756704" y="2526698"/>
                </a:lnTo>
                <a:lnTo>
                  <a:pt x="769783" y="2565317"/>
                </a:lnTo>
                <a:lnTo>
                  <a:pt x="707892" y="2611716"/>
                </a:lnTo>
                <a:lnTo>
                  <a:pt x="640141" y="2580971"/>
                </a:lnTo>
                <a:lnTo>
                  <a:pt x="609519" y="2601550"/>
                </a:lnTo>
                <a:lnTo>
                  <a:pt x="586841" y="2568931"/>
                </a:lnTo>
                <a:lnTo>
                  <a:pt x="599421" y="2552481"/>
                </a:lnTo>
                <a:lnTo>
                  <a:pt x="581161" y="2521439"/>
                </a:lnTo>
                <a:lnTo>
                  <a:pt x="556060" y="2499681"/>
                </a:lnTo>
                <a:lnTo>
                  <a:pt x="523688" y="2516822"/>
                </a:lnTo>
                <a:lnTo>
                  <a:pt x="515244" y="2509284"/>
                </a:lnTo>
                <a:lnTo>
                  <a:pt x="514644" y="2454502"/>
                </a:lnTo>
                <a:lnTo>
                  <a:pt x="487976" y="2452908"/>
                </a:lnTo>
                <a:lnTo>
                  <a:pt x="468942" y="2420711"/>
                </a:lnTo>
                <a:lnTo>
                  <a:pt x="483244" y="2395378"/>
                </a:lnTo>
                <a:lnTo>
                  <a:pt x="463225" y="2364401"/>
                </a:lnTo>
                <a:lnTo>
                  <a:pt x="413633" y="2393588"/>
                </a:lnTo>
                <a:lnTo>
                  <a:pt x="360000" y="2318461"/>
                </a:lnTo>
                <a:lnTo>
                  <a:pt x="372329" y="2302301"/>
                </a:lnTo>
                <a:lnTo>
                  <a:pt x="365340" y="2294912"/>
                </a:lnTo>
                <a:lnTo>
                  <a:pt x="340640" y="2284139"/>
                </a:lnTo>
                <a:lnTo>
                  <a:pt x="321668" y="2298044"/>
                </a:lnTo>
                <a:lnTo>
                  <a:pt x="301723" y="2289350"/>
                </a:lnTo>
                <a:lnTo>
                  <a:pt x="289935" y="2298393"/>
                </a:lnTo>
                <a:lnTo>
                  <a:pt x="273465" y="2269578"/>
                </a:lnTo>
                <a:lnTo>
                  <a:pt x="253714" y="2266820"/>
                </a:lnTo>
                <a:lnTo>
                  <a:pt x="260703" y="2241661"/>
                </a:lnTo>
                <a:lnTo>
                  <a:pt x="251498" y="2229154"/>
                </a:lnTo>
                <a:lnTo>
                  <a:pt x="223273" y="2223515"/>
                </a:lnTo>
                <a:lnTo>
                  <a:pt x="205957" y="2185295"/>
                </a:lnTo>
                <a:lnTo>
                  <a:pt x="216118" y="2173633"/>
                </a:lnTo>
                <a:lnTo>
                  <a:pt x="193316" y="2169231"/>
                </a:lnTo>
                <a:lnTo>
                  <a:pt x="191065" y="2149519"/>
                </a:lnTo>
                <a:lnTo>
                  <a:pt x="176804" y="2144980"/>
                </a:lnTo>
                <a:lnTo>
                  <a:pt x="143910" y="2167085"/>
                </a:lnTo>
                <a:lnTo>
                  <a:pt x="127856" y="2147162"/>
                </a:lnTo>
                <a:lnTo>
                  <a:pt x="128146" y="2110088"/>
                </a:lnTo>
                <a:lnTo>
                  <a:pt x="108583" y="2104033"/>
                </a:lnTo>
                <a:lnTo>
                  <a:pt x="109253" y="2086222"/>
                </a:lnTo>
                <a:lnTo>
                  <a:pt x="95174" y="2091360"/>
                </a:lnTo>
                <a:lnTo>
                  <a:pt x="64073" y="2070581"/>
                </a:lnTo>
                <a:lnTo>
                  <a:pt x="59902" y="2037142"/>
                </a:lnTo>
                <a:lnTo>
                  <a:pt x="34896" y="2025209"/>
                </a:lnTo>
                <a:lnTo>
                  <a:pt x="29267" y="2008704"/>
                </a:lnTo>
                <a:lnTo>
                  <a:pt x="21172" y="2016801"/>
                </a:lnTo>
                <a:lnTo>
                  <a:pt x="30408" y="1982565"/>
                </a:lnTo>
                <a:lnTo>
                  <a:pt x="0" y="1972738"/>
                </a:lnTo>
                <a:lnTo>
                  <a:pt x="1227" y="1944302"/>
                </a:lnTo>
                <a:lnTo>
                  <a:pt x="18911" y="1924932"/>
                </a:lnTo>
                <a:lnTo>
                  <a:pt x="6269" y="1916742"/>
                </a:lnTo>
                <a:lnTo>
                  <a:pt x="33976" y="1891307"/>
                </a:lnTo>
                <a:lnTo>
                  <a:pt x="25196" y="1874605"/>
                </a:lnTo>
                <a:lnTo>
                  <a:pt x="39845" y="1850773"/>
                </a:lnTo>
                <a:lnTo>
                  <a:pt x="88229" y="1803004"/>
                </a:lnTo>
                <a:lnTo>
                  <a:pt x="143255" y="1779050"/>
                </a:lnTo>
                <a:lnTo>
                  <a:pt x="167669" y="1738492"/>
                </a:lnTo>
                <a:lnTo>
                  <a:pt x="153974" y="1716468"/>
                </a:lnTo>
                <a:lnTo>
                  <a:pt x="195603" y="1701870"/>
                </a:lnTo>
                <a:lnTo>
                  <a:pt x="221644" y="1673155"/>
                </a:lnTo>
                <a:lnTo>
                  <a:pt x="194421" y="1614717"/>
                </a:lnTo>
                <a:lnTo>
                  <a:pt x="213882" y="1548933"/>
                </a:lnTo>
                <a:lnTo>
                  <a:pt x="249184" y="1538296"/>
                </a:lnTo>
                <a:lnTo>
                  <a:pt x="281400" y="1457638"/>
                </a:lnTo>
                <a:lnTo>
                  <a:pt x="322488" y="1489760"/>
                </a:lnTo>
                <a:lnTo>
                  <a:pt x="369110" y="1460814"/>
                </a:lnTo>
                <a:close/>
                <a:moveTo>
                  <a:pt x="2121521" y="1269450"/>
                </a:moveTo>
                <a:lnTo>
                  <a:pt x="2163695" y="1239052"/>
                </a:lnTo>
                <a:lnTo>
                  <a:pt x="2182909" y="1239957"/>
                </a:lnTo>
                <a:lnTo>
                  <a:pt x="2196064" y="1270495"/>
                </a:lnTo>
                <a:lnTo>
                  <a:pt x="2222620" y="1243427"/>
                </a:lnTo>
                <a:lnTo>
                  <a:pt x="2227480" y="1253297"/>
                </a:lnTo>
                <a:lnTo>
                  <a:pt x="2239633" y="1238183"/>
                </a:lnTo>
                <a:lnTo>
                  <a:pt x="2249481" y="1252695"/>
                </a:lnTo>
                <a:lnTo>
                  <a:pt x="2243759" y="1243230"/>
                </a:lnTo>
                <a:lnTo>
                  <a:pt x="2257527" y="1226646"/>
                </a:lnTo>
                <a:lnTo>
                  <a:pt x="2288539" y="1226962"/>
                </a:lnTo>
                <a:lnTo>
                  <a:pt x="2266963" y="1218563"/>
                </a:lnTo>
                <a:lnTo>
                  <a:pt x="2277289" y="1208997"/>
                </a:lnTo>
                <a:lnTo>
                  <a:pt x="2299076" y="1224758"/>
                </a:lnTo>
                <a:lnTo>
                  <a:pt x="2270871" y="1182498"/>
                </a:lnTo>
                <a:lnTo>
                  <a:pt x="2296515" y="1173588"/>
                </a:lnTo>
                <a:lnTo>
                  <a:pt x="2321499" y="1180301"/>
                </a:lnTo>
                <a:lnTo>
                  <a:pt x="2333140" y="1198148"/>
                </a:lnTo>
                <a:lnTo>
                  <a:pt x="2330753" y="1179427"/>
                </a:lnTo>
                <a:lnTo>
                  <a:pt x="2346790" y="1181481"/>
                </a:lnTo>
                <a:lnTo>
                  <a:pt x="2345299" y="1160008"/>
                </a:lnTo>
                <a:lnTo>
                  <a:pt x="2367389" y="1151031"/>
                </a:lnTo>
                <a:lnTo>
                  <a:pt x="2394805" y="1155799"/>
                </a:lnTo>
                <a:lnTo>
                  <a:pt x="2411068" y="1174865"/>
                </a:lnTo>
                <a:lnTo>
                  <a:pt x="2460384" y="1179796"/>
                </a:lnTo>
                <a:lnTo>
                  <a:pt x="2506675" y="1258011"/>
                </a:lnTo>
                <a:lnTo>
                  <a:pt x="2502836" y="1277062"/>
                </a:lnTo>
                <a:lnTo>
                  <a:pt x="2461068" y="1259546"/>
                </a:lnTo>
                <a:lnTo>
                  <a:pt x="2487582" y="1279010"/>
                </a:lnTo>
                <a:lnTo>
                  <a:pt x="2480645" y="1287352"/>
                </a:lnTo>
                <a:lnTo>
                  <a:pt x="2441497" y="1267170"/>
                </a:lnTo>
                <a:lnTo>
                  <a:pt x="2471318" y="1287871"/>
                </a:lnTo>
                <a:lnTo>
                  <a:pt x="2454504" y="1307215"/>
                </a:lnTo>
                <a:lnTo>
                  <a:pt x="2418473" y="1284406"/>
                </a:lnTo>
                <a:lnTo>
                  <a:pt x="2425217" y="1319813"/>
                </a:lnTo>
                <a:lnTo>
                  <a:pt x="2413032" y="1304356"/>
                </a:lnTo>
                <a:lnTo>
                  <a:pt x="2396574" y="1326020"/>
                </a:lnTo>
                <a:lnTo>
                  <a:pt x="2385209" y="1307325"/>
                </a:lnTo>
                <a:lnTo>
                  <a:pt x="2385311" y="1332856"/>
                </a:lnTo>
                <a:lnTo>
                  <a:pt x="2363493" y="1320926"/>
                </a:lnTo>
                <a:lnTo>
                  <a:pt x="2378150" y="1335421"/>
                </a:lnTo>
                <a:lnTo>
                  <a:pt x="2359661" y="1350906"/>
                </a:lnTo>
                <a:lnTo>
                  <a:pt x="2357824" y="1372445"/>
                </a:lnTo>
                <a:lnTo>
                  <a:pt x="2312140" y="1397699"/>
                </a:lnTo>
                <a:lnTo>
                  <a:pt x="2322092" y="1412314"/>
                </a:lnTo>
                <a:lnTo>
                  <a:pt x="2282240" y="1524752"/>
                </a:lnTo>
                <a:lnTo>
                  <a:pt x="2287236" y="1615068"/>
                </a:lnTo>
                <a:lnTo>
                  <a:pt x="2302981" y="1657452"/>
                </a:lnTo>
                <a:lnTo>
                  <a:pt x="2293902" y="1647881"/>
                </a:lnTo>
                <a:lnTo>
                  <a:pt x="2280504" y="1668531"/>
                </a:lnTo>
                <a:lnTo>
                  <a:pt x="2257084" y="1628259"/>
                </a:lnTo>
                <a:lnTo>
                  <a:pt x="2271250" y="1669519"/>
                </a:lnTo>
                <a:lnTo>
                  <a:pt x="2242143" y="1635215"/>
                </a:lnTo>
                <a:lnTo>
                  <a:pt x="2250368" y="1613620"/>
                </a:lnTo>
                <a:lnTo>
                  <a:pt x="2232525" y="1603046"/>
                </a:lnTo>
                <a:lnTo>
                  <a:pt x="2224369" y="1613456"/>
                </a:lnTo>
                <a:lnTo>
                  <a:pt x="2236063" y="1620330"/>
                </a:lnTo>
                <a:lnTo>
                  <a:pt x="2235882" y="1642932"/>
                </a:lnTo>
                <a:lnTo>
                  <a:pt x="2224455" y="1640364"/>
                </a:lnTo>
                <a:lnTo>
                  <a:pt x="2232696" y="1635557"/>
                </a:lnTo>
                <a:lnTo>
                  <a:pt x="2217902" y="1608422"/>
                </a:lnTo>
                <a:lnTo>
                  <a:pt x="2212158" y="1620395"/>
                </a:lnTo>
                <a:lnTo>
                  <a:pt x="2206626" y="1593896"/>
                </a:lnTo>
                <a:lnTo>
                  <a:pt x="2204162" y="1619324"/>
                </a:lnTo>
                <a:lnTo>
                  <a:pt x="2192473" y="1570594"/>
                </a:lnTo>
                <a:lnTo>
                  <a:pt x="2185335" y="1586863"/>
                </a:lnTo>
                <a:lnTo>
                  <a:pt x="2176892" y="1574824"/>
                </a:lnTo>
                <a:lnTo>
                  <a:pt x="2158752" y="1589206"/>
                </a:lnTo>
                <a:lnTo>
                  <a:pt x="2156639" y="1525568"/>
                </a:lnTo>
                <a:lnTo>
                  <a:pt x="2144996" y="1536763"/>
                </a:lnTo>
                <a:lnTo>
                  <a:pt x="2149505" y="1560422"/>
                </a:lnTo>
                <a:lnTo>
                  <a:pt x="2140126" y="1523512"/>
                </a:lnTo>
                <a:lnTo>
                  <a:pt x="2131784" y="1527734"/>
                </a:lnTo>
                <a:lnTo>
                  <a:pt x="2124035" y="1500239"/>
                </a:lnTo>
                <a:lnTo>
                  <a:pt x="2112562" y="1483535"/>
                </a:lnTo>
                <a:lnTo>
                  <a:pt x="2106750" y="1490183"/>
                </a:lnTo>
                <a:lnTo>
                  <a:pt x="2102089" y="1472174"/>
                </a:lnTo>
                <a:lnTo>
                  <a:pt x="2119397" y="1491025"/>
                </a:lnTo>
                <a:lnTo>
                  <a:pt x="2137616" y="1448588"/>
                </a:lnTo>
                <a:lnTo>
                  <a:pt x="2152531" y="1469837"/>
                </a:lnTo>
                <a:lnTo>
                  <a:pt x="2156746" y="1455031"/>
                </a:lnTo>
                <a:lnTo>
                  <a:pt x="2176579" y="1473507"/>
                </a:lnTo>
                <a:lnTo>
                  <a:pt x="2168634" y="1458517"/>
                </a:lnTo>
                <a:lnTo>
                  <a:pt x="2180647" y="1450681"/>
                </a:lnTo>
                <a:lnTo>
                  <a:pt x="2158604" y="1451630"/>
                </a:lnTo>
                <a:lnTo>
                  <a:pt x="2154360" y="1423129"/>
                </a:lnTo>
                <a:lnTo>
                  <a:pt x="2200371" y="1415056"/>
                </a:lnTo>
                <a:lnTo>
                  <a:pt x="2157925" y="1415119"/>
                </a:lnTo>
                <a:lnTo>
                  <a:pt x="2166574" y="1388976"/>
                </a:lnTo>
                <a:lnTo>
                  <a:pt x="2185723" y="1384099"/>
                </a:lnTo>
                <a:lnTo>
                  <a:pt x="2156234" y="1388209"/>
                </a:lnTo>
                <a:lnTo>
                  <a:pt x="2161060" y="1374384"/>
                </a:lnTo>
                <a:lnTo>
                  <a:pt x="2142139" y="1383109"/>
                </a:lnTo>
                <a:lnTo>
                  <a:pt x="2147920" y="1370334"/>
                </a:lnTo>
                <a:lnTo>
                  <a:pt x="2137886" y="1362233"/>
                </a:lnTo>
                <a:lnTo>
                  <a:pt x="2153957" y="1337152"/>
                </a:lnTo>
                <a:lnTo>
                  <a:pt x="2129748" y="1353567"/>
                </a:lnTo>
                <a:lnTo>
                  <a:pt x="2135686" y="1332643"/>
                </a:lnTo>
                <a:lnTo>
                  <a:pt x="2123358" y="1348169"/>
                </a:lnTo>
                <a:lnTo>
                  <a:pt x="2100623" y="1333592"/>
                </a:lnTo>
                <a:lnTo>
                  <a:pt x="2099178" y="1306549"/>
                </a:lnTo>
                <a:lnTo>
                  <a:pt x="2121521" y="1269450"/>
                </a:lnTo>
                <a:close/>
                <a:moveTo>
                  <a:pt x="2681141" y="1072913"/>
                </a:moveTo>
                <a:lnTo>
                  <a:pt x="2665551" y="1059948"/>
                </a:lnTo>
                <a:lnTo>
                  <a:pt x="2670188" y="1041678"/>
                </a:lnTo>
                <a:lnTo>
                  <a:pt x="2643748" y="1021601"/>
                </a:lnTo>
                <a:lnTo>
                  <a:pt x="2694302" y="1027843"/>
                </a:lnTo>
                <a:lnTo>
                  <a:pt x="2680089" y="1018919"/>
                </a:lnTo>
                <a:lnTo>
                  <a:pt x="2692558" y="1007748"/>
                </a:lnTo>
                <a:lnTo>
                  <a:pt x="2666412" y="997860"/>
                </a:lnTo>
                <a:lnTo>
                  <a:pt x="2672003" y="977120"/>
                </a:lnTo>
                <a:lnTo>
                  <a:pt x="2696671" y="972242"/>
                </a:lnTo>
                <a:lnTo>
                  <a:pt x="2701304" y="1005533"/>
                </a:lnTo>
                <a:lnTo>
                  <a:pt x="2754798" y="977656"/>
                </a:lnTo>
                <a:lnTo>
                  <a:pt x="2776520" y="1008082"/>
                </a:lnTo>
                <a:lnTo>
                  <a:pt x="2783515" y="977436"/>
                </a:lnTo>
                <a:lnTo>
                  <a:pt x="2818589" y="986109"/>
                </a:lnTo>
                <a:lnTo>
                  <a:pt x="2822646" y="967732"/>
                </a:lnTo>
                <a:lnTo>
                  <a:pt x="2851606" y="977589"/>
                </a:lnTo>
                <a:lnTo>
                  <a:pt x="2903688" y="971776"/>
                </a:lnTo>
                <a:lnTo>
                  <a:pt x="2947328" y="988809"/>
                </a:lnTo>
                <a:lnTo>
                  <a:pt x="2940996" y="973395"/>
                </a:lnTo>
                <a:lnTo>
                  <a:pt x="2955402" y="971761"/>
                </a:lnTo>
                <a:lnTo>
                  <a:pt x="2980017" y="985339"/>
                </a:lnTo>
                <a:lnTo>
                  <a:pt x="2954728" y="990708"/>
                </a:lnTo>
                <a:lnTo>
                  <a:pt x="2965022" y="999004"/>
                </a:lnTo>
                <a:lnTo>
                  <a:pt x="2992077" y="994506"/>
                </a:lnTo>
                <a:lnTo>
                  <a:pt x="2985646" y="982203"/>
                </a:lnTo>
                <a:lnTo>
                  <a:pt x="3004018" y="969755"/>
                </a:lnTo>
                <a:lnTo>
                  <a:pt x="3057058" y="1004984"/>
                </a:lnTo>
                <a:lnTo>
                  <a:pt x="3053931" y="1021332"/>
                </a:lnTo>
                <a:lnTo>
                  <a:pt x="3073512" y="1015186"/>
                </a:lnTo>
                <a:lnTo>
                  <a:pt x="3075401" y="1028747"/>
                </a:lnTo>
                <a:lnTo>
                  <a:pt x="3118239" y="1027239"/>
                </a:lnTo>
                <a:lnTo>
                  <a:pt x="3159640" y="1046050"/>
                </a:lnTo>
                <a:lnTo>
                  <a:pt x="3211994" y="1037630"/>
                </a:lnTo>
                <a:lnTo>
                  <a:pt x="3230311" y="1055576"/>
                </a:lnTo>
                <a:lnTo>
                  <a:pt x="3242023" y="1023260"/>
                </a:lnTo>
                <a:lnTo>
                  <a:pt x="3328786" y="1020395"/>
                </a:lnTo>
                <a:lnTo>
                  <a:pt x="3367272" y="1046878"/>
                </a:lnTo>
                <a:lnTo>
                  <a:pt x="3374759" y="1068459"/>
                </a:lnTo>
                <a:lnTo>
                  <a:pt x="3358397" y="1115617"/>
                </a:lnTo>
                <a:lnTo>
                  <a:pt x="3309051" y="1144101"/>
                </a:lnTo>
                <a:lnTo>
                  <a:pt x="3132149" y="1139314"/>
                </a:lnTo>
                <a:lnTo>
                  <a:pt x="3058327" y="1129952"/>
                </a:lnTo>
                <a:lnTo>
                  <a:pt x="3058009" y="1114964"/>
                </a:lnTo>
                <a:lnTo>
                  <a:pt x="3036713" y="1126330"/>
                </a:lnTo>
                <a:lnTo>
                  <a:pt x="2948336" y="1114110"/>
                </a:lnTo>
                <a:lnTo>
                  <a:pt x="2925343" y="1130053"/>
                </a:lnTo>
                <a:lnTo>
                  <a:pt x="2926014" y="1109489"/>
                </a:lnTo>
                <a:lnTo>
                  <a:pt x="2874492" y="1136847"/>
                </a:lnTo>
                <a:lnTo>
                  <a:pt x="2876237" y="1119651"/>
                </a:lnTo>
                <a:lnTo>
                  <a:pt x="2859539" y="1130445"/>
                </a:lnTo>
                <a:lnTo>
                  <a:pt x="2837926" y="1117138"/>
                </a:lnTo>
                <a:lnTo>
                  <a:pt x="2863201" y="1150597"/>
                </a:lnTo>
                <a:lnTo>
                  <a:pt x="2835234" y="1146240"/>
                </a:lnTo>
                <a:lnTo>
                  <a:pt x="2828892" y="1163615"/>
                </a:lnTo>
                <a:lnTo>
                  <a:pt x="2800190" y="1134078"/>
                </a:lnTo>
                <a:lnTo>
                  <a:pt x="2804983" y="1159816"/>
                </a:lnTo>
                <a:lnTo>
                  <a:pt x="2790613" y="1171442"/>
                </a:lnTo>
                <a:lnTo>
                  <a:pt x="2776130" y="1130372"/>
                </a:lnTo>
                <a:lnTo>
                  <a:pt x="2775546" y="1149806"/>
                </a:lnTo>
                <a:lnTo>
                  <a:pt x="2767169" y="1142773"/>
                </a:lnTo>
                <a:lnTo>
                  <a:pt x="2749996" y="1173594"/>
                </a:lnTo>
                <a:lnTo>
                  <a:pt x="2721635" y="1125146"/>
                </a:lnTo>
                <a:lnTo>
                  <a:pt x="2725750" y="1161099"/>
                </a:lnTo>
                <a:lnTo>
                  <a:pt x="2711495" y="1189956"/>
                </a:lnTo>
                <a:lnTo>
                  <a:pt x="2696124" y="1193278"/>
                </a:lnTo>
                <a:lnTo>
                  <a:pt x="2690590" y="1178891"/>
                </a:lnTo>
                <a:lnTo>
                  <a:pt x="2693563" y="1196232"/>
                </a:lnTo>
                <a:lnTo>
                  <a:pt x="2677970" y="1198275"/>
                </a:lnTo>
                <a:lnTo>
                  <a:pt x="2677766" y="1184875"/>
                </a:lnTo>
                <a:lnTo>
                  <a:pt x="2659711" y="1206727"/>
                </a:lnTo>
                <a:lnTo>
                  <a:pt x="2648204" y="1156570"/>
                </a:lnTo>
                <a:lnTo>
                  <a:pt x="2644515" y="1173077"/>
                </a:lnTo>
                <a:lnTo>
                  <a:pt x="2631060" y="1166241"/>
                </a:lnTo>
                <a:lnTo>
                  <a:pt x="2643203" y="1210037"/>
                </a:lnTo>
                <a:lnTo>
                  <a:pt x="2616780" y="1231589"/>
                </a:lnTo>
                <a:lnTo>
                  <a:pt x="2613134" y="1203416"/>
                </a:lnTo>
                <a:lnTo>
                  <a:pt x="2580469" y="1170182"/>
                </a:lnTo>
                <a:lnTo>
                  <a:pt x="2609288" y="1204468"/>
                </a:lnTo>
                <a:lnTo>
                  <a:pt x="2605106" y="1235425"/>
                </a:lnTo>
                <a:lnTo>
                  <a:pt x="2581338" y="1243002"/>
                </a:lnTo>
                <a:lnTo>
                  <a:pt x="2566873" y="1205077"/>
                </a:lnTo>
                <a:lnTo>
                  <a:pt x="2570658" y="1248589"/>
                </a:lnTo>
                <a:lnTo>
                  <a:pt x="2536870" y="1262018"/>
                </a:lnTo>
                <a:lnTo>
                  <a:pt x="2534528" y="1250140"/>
                </a:lnTo>
                <a:lnTo>
                  <a:pt x="2523666" y="1265941"/>
                </a:lnTo>
                <a:lnTo>
                  <a:pt x="2498783" y="1239018"/>
                </a:lnTo>
                <a:lnTo>
                  <a:pt x="2506343" y="1210118"/>
                </a:lnTo>
                <a:lnTo>
                  <a:pt x="2492265" y="1229284"/>
                </a:lnTo>
                <a:lnTo>
                  <a:pt x="2461326" y="1175440"/>
                </a:lnTo>
                <a:lnTo>
                  <a:pt x="2419778" y="1169298"/>
                </a:lnTo>
                <a:lnTo>
                  <a:pt x="2415331" y="1155376"/>
                </a:lnTo>
                <a:lnTo>
                  <a:pt x="2443321" y="1154754"/>
                </a:lnTo>
                <a:lnTo>
                  <a:pt x="2436959" y="1143621"/>
                </a:lnTo>
                <a:lnTo>
                  <a:pt x="2509711" y="1153839"/>
                </a:lnTo>
                <a:lnTo>
                  <a:pt x="2472679" y="1127779"/>
                </a:lnTo>
                <a:lnTo>
                  <a:pt x="2450682" y="1133301"/>
                </a:lnTo>
                <a:lnTo>
                  <a:pt x="2440036" y="1089273"/>
                </a:lnTo>
                <a:lnTo>
                  <a:pt x="2512933" y="1100754"/>
                </a:lnTo>
                <a:lnTo>
                  <a:pt x="2509002" y="1087004"/>
                </a:lnTo>
                <a:lnTo>
                  <a:pt x="2543776" y="1080463"/>
                </a:lnTo>
                <a:lnTo>
                  <a:pt x="2572964" y="1117525"/>
                </a:lnTo>
                <a:lnTo>
                  <a:pt x="2556040" y="1069712"/>
                </a:lnTo>
                <a:lnTo>
                  <a:pt x="2585588" y="1089415"/>
                </a:lnTo>
                <a:lnTo>
                  <a:pt x="2573880" y="1062902"/>
                </a:lnTo>
                <a:lnTo>
                  <a:pt x="2588133" y="1055600"/>
                </a:lnTo>
                <a:lnTo>
                  <a:pt x="2630067" y="1078920"/>
                </a:lnTo>
                <a:lnTo>
                  <a:pt x="2607280" y="1054131"/>
                </a:lnTo>
                <a:lnTo>
                  <a:pt x="2616005" y="1031649"/>
                </a:lnTo>
                <a:lnTo>
                  <a:pt x="2681141" y="1072913"/>
                </a:lnTo>
                <a:close/>
                <a:moveTo>
                  <a:pt x="1063073" y="1507359"/>
                </a:moveTo>
                <a:lnTo>
                  <a:pt x="1052517" y="1516530"/>
                </a:lnTo>
                <a:lnTo>
                  <a:pt x="1053699" y="1494106"/>
                </a:lnTo>
                <a:lnTo>
                  <a:pt x="1063073" y="1507359"/>
                </a:lnTo>
                <a:close/>
                <a:moveTo>
                  <a:pt x="2258301" y="1662984"/>
                </a:moveTo>
                <a:lnTo>
                  <a:pt x="2249607" y="1669094"/>
                </a:lnTo>
                <a:lnTo>
                  <a:pt x="2249372" y="1645794"/>
                </a:lnTo>
                <a:lnTo>
                  <a:pt x="2258301" y="1662984"/>
                </a:lnTo>
                <a:close/>
                <a:moveTo>
                  <a:pt x="2138448" y="1421247"/>
                </a:moveTo>
                <a:lnTo>
                  <a:pt x="2099684" y="1446595"/>
                </a:lnTo>
                <a:lnTo>
                  <a:pt x="2111400" y="1407914"/>
                </a:lnTo>
                <a:lnTo>
                  <a:pt x="2103963" y="1365193"/>
                </a:lnTo>
                <a:lnTo>
                  <a:pt x="2129449" y="1382892"/>
                </a:lnTo>
                <a:lnTo>
                  <a:pt x="2136850" y="1375958"/>
                </a:lnTo>
                <a:lnTo>
                  <a:pt x="2135797" y="1403932"/>
                </a:lnTo>
                <a:lnTo>
                  <a:pt x="2134996" y="1380923"/>
                </a:lnTo>
                <a:lnTo>
                  <a:pt x="2128730" y="1389346"/>
                </a:lnTo>
                <a:lnTo>
                  <a:pt x="2138448" y="1421247"/>
                </a:lnTo>
                <a:close/>
                <a:moveTo>
                  <a:pt x="3006445" y="246950"/>
                </a:moveTo>
                <a:lnTo>
                  <a:pt x="2969407" y="209904"/>
                </a:lnTo>
                <a:lnTo>
                  <a:pt x="3010534" y="221245"/>
                </a:lnTo>
                <a:lnTo>
                  <a:pt x="3006445" y="246950"/>
                </a:lnTo>
                <a:close/>
                <a:moveTo>
                  <a:pt x="2979755" y="200610"/>
                </a:moveTo>
                <a:lnTo>
                  <a:pt x="2974806" y="175244"/>
                </a:lnTo>
                <a:lnTo>
                  <a:pt x="2999644" y="187298"/>
                </a:lnTo>
                <a:lnTo>
                  <a:pt x="2979755" y="200610"/>
                </a:lnTo>
                <a:close/>
                <a:moveTo>
                  <a:pt x="3205938" y="279891"/>
                </a:moveTo>
                <a:lnTo>
                  <a:pt x="3201054" y="263176"/>
                </a:lnTo>
                <a:lnTo>
                  <a:pt x="3215847" y="266078"/>
                </a:lnTo>
                <a:lnTo>
                  <a:pt x="3241044" y="280422"/>
                </a:lnTo>
                <a:lnTo>
                  <a:pt x="3245998" y="300643"/>
                </a:lnTo>
                <a:lnTo>
                  <a:pt x="3205938" y="279891"/>
                </a:lnTo>
                <a:close/>
                <a:moveTo>
                  <a:pt x="2929004" y="59631"/>
                </a:moveTo>
                <a:lnTo>
                  <a:pt x="2903236" y="52011"/>
                </a:lnTo>
                <a:lnTo>
                  <a:pt x="2915898" y="37360"/>
                </a:lnTo>
                <a:lnTo>
                  <a:pt x="2895991" y="28044"/>
                </a:lnTo>
                <a:lnTo>
                  <a:pt x="2891087" y="0"/>
                </a:lnTo>
                <a:lnTo>
                  <a:pt x="2985227" y="49317"/>
                </a:lnTo>
                <a:lnTo>
                  <a:pt x="3006237" y="89431"/>
                </a:lnTo>
                <a:lnTo>
                  <a:pt x="2994093" y="106389"/>
                </a:lnTo>
                <a:lnTo>
                  <a:pt x="2982542" y="63783"/>
                </a:lnTo>
                <a:lnTo>
                  <a:pt x="2963572" y="61715"/>
                </a:lnTo>
                <a:lnTo>
                  <a:pt x="2956102" y="73339"/>
                </a:lnTo>
                <a:lnTo>
                  <a:pt x="2929004" y="59631"/>
                </a:lnTo>
                <a:close/>
                <a:moveTo>
                  <a:pt x="3423653" y="400322"/>
                </a:moveTo>
                <a:lnTo>
                  <a:pt x="3405777" y="421303"/>
                </a:lnTo>
                <a:lnTo>
                  <a:pt x="3353706" y="425386"/>
                </a:lnTo>
                <a:lnTo>
                  <a:pt x="3336719" y="398652"/>
                </a:lnTo>
                <a:lnTo>
                  <a:pt x="3311023" y="393436"/>
                </a:lnTo>
                <a:lnTo>
                  <a:pt x="3304963" y="371424"/>
                </a:lnTo>
                <a:lnTo>
                  <a:pt x="3344158" y="344790"/>
                </a:lnTo>
                <a:lnTo>
                  <a:pt x="3361758" y="364591"/>
                </a:lnTo>
                <a:lnTo>
                  <a:pt x="3409792" y="377815"/>
                </a:lnTo>
                <a:lnTo>
                  <a:pt x="3423653" y="400322"/>
                </a:lnTo>
                <a:close/>
                <a:moveTo>
                  <a:pt x="3290242" y="317267"/>
                </a:moveTo>
                <a:lnTo>
                  <a:pt x="3284927" y="305815"/>
                </a:lnTo>
                <a:lnTo>
                  <a:pt x="3319493" y="316642"/>
                </a:lnTo>
                <a:lnTo>
                  <a:pt x="3322063" y="331970"/>
                </a:lnTo>
                <a:lnTo>
                  <a:pt x="3290242" y="317267"/>
                </a:lnTo>
                <a:close/>
                <a:moveTo>
                  <a:pt x="3217288" y="263139"/>
                </a:moveTo>
                <a:lnTo>
                  <a:pt x="3184753" y="249277"/>
                </a:lnTo>
                <a:lnTo>
                  <a:pt x="3166173" y="217238"/>
                </a:lnTo>
                <a:lnTo>
                  <a:pt x="3207302" y="234117"/>
                </a:lnTo>
                <a:lnTo>
                  <a:pt x="3217288" y="263139"/>
                </a:lnTo>
                <a:close/>
                <a:moveTo>
                  <a:pt x="3090377" y="170617"/>
                </a:moveTo>
                <a:lnTo>
                  <a:pt x="3050813" y="172405"/>
                </a:lnTo>
                <a:lnTo>
                  <a:pt x="3011261" y="145163"/>
                </a:lnTo>
                <a:lnTo>
                  <a:pt x="3004712" y="157477"/>
                </a:lnTo>
                <a:lnTo>
                  <a:pt x="2975261" y="132872"/>
                </a:lnTo>
                <a:lnTo>
                  <a:pt x="2959939" y="136953"/>
                </a:lnTo>
                <a:lnTo>
                  <a:pt x="2960897" y="162489"/>
                </a:lnTo>
                <a:lnTo>
                  <a:pt x="2948451" y="143432"/>
                </a:lnTo>
                <a:lnTo>
                  <a:pt x="2932091" y="151673"/>
                </a:lnTo>
                <a:lnTo>
                  <a:pt x="2908657" y="133155"/>
                </a:lnTo>
                <a:lnTo>
                  <a:pt x="2935132" y="123031"/>
                </a:lnTo>
                <a:lnTo>
                  <a:pt x="2903783" y="108190"/>
                </a:lnTo>
                <a:lnTo>
                  <a:pt x="2903098" y="81725"/>
                </a:lnTo>
                <a:lnTo>
                  <a:pt x="2924064" y="86891"/>
                </a:lnTo>
                <a:lnTo>
                  <a:pt x="2921458" y="97128"/>
                </a:lnTo>
                <a:lnTo>
                  <a:pt x="2948950" y="120244"/>
                </a:lnTo>
                <a:lnTo>
                  <a:pt x="2942363" y="97996"/>
                </a:lnTo>
                <a:lnTo>
                  <a:pt x="2959912" y="112722"/>
                </a:lnTo>
                <a:lnTo>
                  <a:pt x="2963058" y="103646"/>
                </a:lnTo>
                <a:lnTo>
                  <a:pt x="2942812" y="86076"/>
                </a:lnTo>
                <a:lnTo>
                  <a:pt x="2980265" y="101159"/>
                </a:lnTo>
                <a:lnTo>
                  <a:pt x="2998426" y="128032"/>
                </a:lnTo>
                <a:lnTo>
                  <a:pt x="3031927" y="119911"/>
                </a:lnTo>
                <a:lnTo>
                  <a:pt x="3015682" y="110264"/>
                </a:lnTo>
                <a:lnTo>
                  <a:pt x="3018024" y="96478"/>
                </a:lnTo>
                <a:lnTo>
                  <a:pt x="3067951" y="111866"/>
                </a:lnTo>
                <a:lnTo>
                  <a:pt x="3071210" y="119994"/>
                </a:lnTo>
                <a:lnTo>
                  <a:pt x="3054747" y="114299"/>
                </a:lnTo>
                <a:lnTo>
                  <a:pt x="3083372" y="128343"/>
                </a:lnTo>
                <a:lnTo>
                  <a:pt x="3083307" y="141046"/>
                </a:lnTo>
                <a:lnTo>
                  <a:pt x="3050252" y="137485"/>
                </a:lnTo>
                <a:lnTo>
                  <a:pt x="3085277" y="154374"/>
                </a:lnTo>
                <a:lnTo>
                  <a:pt x="3090377" y="170617"/>
                </a:lnTo>
                <a:close/>
                <a:moveTo>
                  <a:pt x="3327965" y="298329"/>
                </a:moveTo>
                <a:lnTo>
                  <a:pt x="3311149" y="303362"/>
                </a:lnTo>
                <a:lnTo>
                  <a:pt x="3303132" y="280132"/>
                </a:lnTo>
                <a:lnTo>
                  <a:pt x="3315357" y="277861"/>
                </a:lnTo>
                <a:lnTo>
                  <a:pt x="3327965" y="298329"/>
                </a:lnTo>
                <a:close/>
                <a:moveTo>
                  <a:pt x="3274721" y="286738"/>
                </a:moveTo>
                <a:lnTo>
                  <a:pt x="3256687" y="233718"/>
                </a:lnTo>
                <a:lnTo>
                  <a:pt x="3306934" y="303752"/>
                </a:lnTo>
                <a:lnTo>
                  <a:pt x="3274721" y="286738"/>
                </a:lnTo>
                <a:close/>
                <a:moveTo>
                  <a:pt x="3199395" y="211316"/>
                </a:moveTo>
                <a:lnTo>
                  <a:pt x="3213838" y="199536"/>
                </a:lnTo>
                <a:lnTo>
                  <a:pt x="3229159" y="232180"/>
                </a:lnTo>
                <a:lnTo>
                  <a:pt x="3247201" y="239717"/>
                </a:lnTo>
                <a:lnTo>
                  <a:pt x="3277158" y="307603"/>
                </a:lnTo>
                <a:lnTo>
                  <a:pt x="3249341" y="303443"/>
                </a:lnTo>
                <a:lnTo>
                  <a:pt x="3221531" y="233394"/>
                </a:lnTo>
                <a:lnTo>
                  <a:pt x="3199395" y="211316"/>
                </a:lnTo>
                <a:close/>
                <a:moveTo>
                  <a:pt x="3087534" y="103637"/>
                </a:moveTo>
                <a:lnTo>
                  <a:pt x="3098137" y="94762"/>
                </a:lnTo>
                <a:lnTo>
                  <a:pt x="3105016" y="112414"/>
                </a:lnTo>
                <a:lnTo>
                  <a:pt x="3087534" y="103637"/>
                </a:lnTo>
                <a:close/>
                <a:moveTo>
                  <a:pt x="3316434" y="224848"/>
                </a:moveTo>
                <a:lnTo>
                  <a:pt x="3302887" y="210371"/>
                </a:lnTo>
                <a:lnTo>
                  <a:pt x="3314593" y="207301"/>
                </a:lnTo>
                <a:lnTo>
                  <a:pt x="3342986" y="220769"/>
                </a:lnTo>
                <a:lnTo>
                  <a:pt x="3354758" y="254481"/>
                </a:lnTo>
                <a:lnTo>
                  <a:pt x="3316434" y="224848"/>
                </a:lnTo>
                <a:close/>
                <a:moveTo>
                  <a:pt x="3493941" y="306791"/>
                </a:moveTo>
                <a:lnTo>
                  <a:pt x="3483522" y="295991"/>
                </a:lnTo>
                <a:lnTo>
                  <a:pt x="3503295" y="301630"/>
                </a:lnTo>
                <a:lnTo>
                  <a:pt x="3535320" y="330564"/>
                </a:lnTo>
                <a:lnTo>
                  <a:pt x="3519721" y="332515"/>
                </a:lnTo>
                <a:lnTo>
                  <a:pt x="3493941" y="306791"/>
                </a:lnTo>
                <a:close/>
                <a:moveTo>
                  <a:pt x="3369991" y="215138"/>
                </a:moveTo>
                <a:lnTo>
                  <a:pt x="3357464" y="207282"/>
                </a:lnTo>
                <a:lnTo>
                  <a:pt x="3368502" y="197223"/>
                </a:lnTo>
                <a:lnTo>
                  <a:pt x="3412186" y="227420"/>
                </a:lnTo>
                <a:lnTo>
                  <a:pt x="3369991" y="215138"/>
                </a:lnTo>
                <a:close/>
                <a:moveTo>
                  <a:pt x="2890907" y="958480"/>
                </a:moveTo>
                <a:lnTo>
                  <a:pt x="2871603" y="956636"/>
                </a:lnTo>
                <a:lnTo>
                  <a:pt x="2890907" y="958480"/>
                </a:lnTo>
                <a:close/>
                <a:moveTo>
                  <a:pt x="3251737" y="432150"/>
                </a:moveTo>
                <a:lnTo>
                  <a:pt x="3250269" y="419808"/>
                </a:lnTo>
                <a:lnTo>
                  <a:pt x="3280831" y="426962"/>
                </a:lnTo>
                <a:lnTo>
                  <a:pt x="3283641" y="451274"/>
                </a:lnTo>
                <a:lnTo>
                  <a:pt x="3258914" y="448020"/>
                </a:lnTo>
                <a:lnTo>
                  <a:pt x="3251737" y="432150"/>
                </a:lnTo>
                <a:close/>
                <a:moveTo>
                  <a:pt x="3155876" y="340194"/>
                </a:moveTo>
                <a:lnTo>
                  <a:pt x="3175116" y="336937"/>
                </a:lnTo>
                <a:lnTo>
                  <a:pt x="3185278" y="319658"/>
                </a:lnTo>
                <a:lnTo>
                  <a:pt x="3221019" y="344708"/>
                </a:lnTo>
                <a:lnTo>
                  <a:pt x="3197702" y="375220"/>
                </a:lnTo>
                <a:lnTo>
                  <a:pt x="3155876" y="340194"/>
                </a:lnTo>
                <a:close/>
                <a:moveTo>
                  <a:pt x="3067229" y="254271"/>
                </a:moveTo>
                <a:lnTo>
                  <a:pt x="3062661" y="232658"/>
                </a:lnTo>
                <a:lnTo>
                  <a:pt x="3097230" y="235743"/>
                </a:lnTo>
                <a:lnTo>
                  <a:pt x="3113509" y="275722"/>
                </a:lnTo>
                <a:lnTo>
                  <a:pt x="3092688" y="277512"/>
                </a:lnTo>
                <a:lnTo>
                  <a:pt x="3067229" y="254271"/>
                </a:lnTo>
                <a:close/>
                <a:moveTo>
                  <a:pt x="3216446" y="380034"/>
                </a:moveTo>
                <a:lnTo>
                  <a:pt x="3227920" y="325242"/>
                </a:lnTo>
                <a:lnTo>
                  <a:pt x="3274600" y="361146"/>
                </a:lnTo>
                <a:lnTo>
                  <a:pt x="3290972" y="391700"/>
                </a:lnTo>
                <a:lnTo>
                  <a:pt x="3248140" y="376140"/>
                </a:lnTo>
                <a:lnTo>
                  <a:pt x="3250310" y="395395"/>
                </a:lnTo>
                <a:lnTo>
                  <a:pt x="3235893" y="382094"/>
                </a:lnTo>
                <a:lnTo>
                  <a:pt x="3227966" y="394170"/>
                </a:lnTo>
                <a:lnTo>
                  <a:pt x="3216446" y="380034"/>
                </a:lnTo>
                <a:close/>
                <a:moveTo>
                  <a:pt x="3129772" y="251125"/>
                </a:moveTo>
                <a:lnTo>
                  <a:pt x="3144842" y="237754"/>
                </a:lnTo>
                <a:lnTo>
                  <a:pt x="3152470" y="264027"/>
                </a:lnTo>
                <a:lnTo>
                  <a:pt x="3139970" y="269069"/>
                </a:lnTo>
                <a:lnTo>
                  <a:pt x="3129772" y="251125"/>
                </a:lnTo>
                <a:close/>
                <a:moveTo>
                  <a:pt x="3377601" y="333314"/>
                </a:moveTo>
                <a:lnTo>
                  <a:pt x="3428750" y="354912"/>
                </a:lnTo>
                <a:lnTo>
                  <a:pt x="3392049" y="362021"/>
                </a:lnTo>
                <a:lnTo>
                  <a:pt x="3367301" y="336047"/>
                </a:lnTo>
                <a:lnTo>
                  <a:pt x="3377601" y="333314"/>
                </a:lnTo>
                <a:close/>
                <a:moveTo>
                  <a:pt x="3446918" y="402598"/>
                </a:moveTo>
                <a:lnTo>
                  <a:pt x="3501666" y="414774"/>
                </a:lnTo>
                <a:lnTo>
                  <a:pt x="3522842" y="397361"/>
                </a:lnTo>
                <a:lnTo>
                  <a:pt x="3545288" y="419309"/>
                </a:lnTo>
                <a:lnTo>
                  <a:pt x="3544761" y="437300"/>
                </a:lnTo>
                <a:lnTo>
                  <a:pt x="3537542" y="449917"/>
                </a:lnTo>
                <a:lnTo>
                  <a:pt x="3491010" y="452695"/>
                </a:lnTo>
                <a:lnTo>
                  <a:pt x="3443799" y="434417"/>
                </a:lnTo>
                <a:lnTo>
                  <a:pt x="3432837" y="406519"/>
                </a:lnTo>
                <a:lnTo>
                  <a:pt x="3446918" y="402598"/>
                </a:lnTo>
                <a:close/>
                <a:moveTo>
                  <a:pt x="3300554" y="251143"/>
                </a:moveTo>
                <a:lnTo>
                  <a:pt x="3324105" y="266459"/>
                </a:lnTo>
                <a:lnTo>
                  <a:pt x="3295517" y="261523"/>
                </a:lnTo>
                <a:lnTo>
                  <a:pt x="3286967" y="247965"/>
                </a:lnTo>
                <a:lnTo>
                  <a:pt x="3300554" y="251143"/>
                </a:lnTo>
                <a:close/>
                <a:moveTo>
                  <a:pt x="3249269" y="213791"/>
                </a:moveTo>
                <a:lnTo>
                  <a:pt x="3254358" y="196012"/>
                </a:lnTo>
                <a:lnTo>
                  <a:pt x="3283029" y="228553"/>
                </a:lnTo>
                <a:lnTo>
                  <a:pt x="3285243" y="208932"/>
                </a:lnTo>
                <a:lnTo>
                  <a:pt x="3325287" y="253252"/>
                </a:lnTo>
                <a:lnTo>
                  <a:pt x="3276493" y="238093"/>
                </a:lnTo>
                <a:lnTo>
                  <a:pt x="3249269" y="213791"/>
                </a:lnTo>
                <a:close/>
                <a:moveTo>
                  <a:pt x="3347544" y="264349"/>
                </a:moveTo>
                <a:lnTo>
                  <a:pt x="3367645" y="265055"/>
                </a:lnTo>
                <a:lnTo>
                  <a:pt x="3373262" y="281061"/>
                </a:lnTo>
                <a:lnTo>
                  <a:pt x="3347544" y="264349"/>
                </a:lnTo>
                <a:close/>
                <a:moveTo>
                  <a:pt x="3471821" y="300669"/>
                </a:moveTo>
                <a:lnTo>
                  <a:pt x="3477352" y="311437"/>
                </a:lnTo>
                <a:lnTo>
                  <a:pt x="3471821" y="300669"/>
                </a:lnTo>
                <a:close/>
                <a:moveTo>
                  <a:pt x="652522" y="1639446"/>
                </a:moveTo>
                <a:lnTo>
                  <a:pt x="638240" y="1624449"/>
                </a:lnTo>
                <a:lnTo>
                  <a:pt x="636492" y="1588721"/>
                </a:lnTo>
                <a:lnTo>
                  <a:pt x="656993" y="1608306"/>
                </a:lnTo>
                <a:lnTo>
                  <a:pt x="652522" y="1639446"/>
                </a:lnTo>
                <a:close/>
                <a:moveTo>
                  <a:pt x="658519" y="1602608"/>
                </a:moveTo>
                <a:lnTo>
                  <a:pt x="658729" y="1592711"/>
                </a:lnTo>
                <a:lnTo>
                  <a:pt x="673416" y="1609583"/>
                </a:lnTo>
                <a:lnTo>
                  <a:pt x="656239" y="1630272"/>
                </a:lnTo>
                <a:lnTo>
                  <a:pt x="658519" y="1602608"/>
                </a:lnTo>
                <a:close/>
                <a:moveTo>
                  <a:pt x="2153596" y="1416186"/>
                </a:moveTo>
                <a:lnTo>
                  <a:pt x="2150864" y="1399374"/>
                </a:lnTo>
                <a:lnTo>
                  <a:pt x="2153596" y="1416186"/>
                </a:lnTo>
                <a:close/>
                <a:moveTo>
                  <a:pt x="3240166" y="435670"/>
                </a:moveTo>
                <a:lnTo>
                  <a:pt x="3222900" y="420563"/>
                </a:lnTo>
                <a:lnTo>
                  <a:pt x="3238847" y="423423"/>
                </a:lnTo>
                <a:lnTo>
                  <a:pt x="3240166" y="435670"/>
                </a:lnTo>
                <a:close/>
                <a:moveTo>
                  <a:pt x="3305808" y="435299"/>
                </a:moveTo>
                <a:lnTo>
                  <a:pt x="3297252" y="428371"/>
                </a:lnTo>
                <a:lnTo>
                  <a:pt x="3305808" y="435299"/>
                </a:lnTo>
                <a:close/>
                <a:moveTo>
                  <a:pt x="3131371" y="287426"/>
                </a:moveTo>
                <a:lnTo>
                  <a:pt x="3114921" y="292234"/>
                </a:lnTo>
                <a:lnTo>
                  <a:pt x="3122336" y="279855"/>
                </a:lnTo>
                <a:lnTo>
                  <a:pt x="3131371" y="287426"/>
                </a:lnTo>
                <a:close/>
                <a:moveTo>
                  <a:pt x="3168164" y="310238"/>
                </a:moveTo>
                <a:lnTo>
                  <a:pt x="3143966" y="304917"/>
                </a:lnTo>
                <a:lnTo>
                  <a:pt x="3168164" y="310238"/>
                </a:lnTo>
                <a:close/>
                <a:moveTo>
                  <a:pt x="3160954" y="286721"/>
                </a:moveTo>
                <a:lnTo>
                  <a:pt x="3167371" y="296090"/>
                </a:lnTo>
                <a:lnTo>
                  <a:pt x="3160954" y="286721"/>
                </a:lnTo>
                <a:close/>
                <a:moveTo>
                  <a:pt x="3157973" y="281267"/>
                </a:moveTo>
                <a:lnTo>
                  <a:pt x="3140049" y="275403"/>
                </a:lnTo>
                <a:lnTo>
                  <a:pt x="3155465" y="270843"/>
                </a:lnTo>
                <a:lnTo>
                  <a:pt x="3157973" y="281267"/>
                </a:lnTo>
                <a:close/>
                <a:moveTo>
                  <a:pt x="3160334" y="276964"/>
                </a:moveTo>
                <a:lnTo>
                  <a:pt x="3159452" y="266710"/>
                </a:lnTo>
                <a:lnTo>
                  <a:pt x="3170962" y="279041"/>
                </a:lnTo>
                <a:lnTo>
                  <a:pt x="3160334" y="276964"/>
                </a:lnTo>
                <a:close/>
                <a:moveTo>
                  <a:pt x="3373223" y="304602"/>
                </a:moveTo>
                <a:lnTo>
                  <a:pt x="3350828" y="287924"/>
                </a:lnTo>
                <a:lnTo>
                  <a:pt x="3373223" y="304602"/>
                </a:lnTo>
                <a:close/>
                <a:moveTo>
                  <a:pt x="3405448" y="312040"/>
                </a:moveTo>
                <a:lnTo>
                  <a:pt x="3384322" y="295041"/>
                </a:lnTo>
                <a:lnTo>
                  <a:pt x="3405448" y="312040"/>
                </a:lnTo>
                <a:close/>
                <a:moveTo>
                  <a:pt x="3361714" y="231575"/>
                </a:moveTo>
                <a:lnTo>
                  <a:pt x="3374741" y="233954"/>
                </a:lnTo>
                <a:lnTo>
                  <a:pt x="3361714" y="231575"/>
                </a:lnTo>
                <a:close/>
                <a:moveTo>
                  <a:pt x="15326" y="1890347"/>
                </a:moveTo>
                <a:lnTo>
                  <a:pt x="15127" y="1899892"/>
                </a:lnTo>
                <a:lnTo>
                  <a:pt x="15326" y="1890347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map"/>
          <p:cNvSpPr/>
          <p:nvPr/>
        </p:nvSpPr>
        <p:spPr>
          <a:xfrm>
            <a:off x="6865327" y="3512676"/>
            <a:ext cx="2188828" cy="5257225"/>
          </a:xfrm>
          <a:custGeom>
            <a:avLst/>
            <a:gdLst/>
            <a:ahLst/>
            <a:cxnLst/>
            <a:rect l="0" t="0" r="r" b="b"/>
            <a:pathLst>
              <a:path w="2188828" h="5257225">
                <a:moveTo>
                  <a:pt x="171817" y="1318683"/>
                </a:moveTo>
                <a:lnTo>
                  <a:pt x="227233" y="1340021"/>
                </a:lnTo>
                <a:lnTo>
                  <a:pt x="287713" y="1409633"/>
                </a:lnTo>
                <a:lnTo>
                  <a:pt x="274582" y="1414874"/>
                </a:lnTo>
                <a:lnTo>
                  <a:pt x="321205" y="1489724"/>
                </a:lnTo>
                <a:lnTo>
                  <a:pt x="391008" y="1492432"/>
                </a:lnTo>
                <a:lnTo>
                  <a:pt x="412372" y="1513129"/>
                </a:lnTo>
                <a:lnTo>
                  <a:pt x="385226" y="1559088"/>
                </a:lnTo>
                <a:lnTo>
                  <a:pt x="333108" y="1570586"/>
                </a:lnTo>
                <a:lnTo>
                  <a:pt x="315795" y="1619907"/>
                </a:lnTo>
                <a:lnTo>
                  <a:pt x="318759" y="1659525"/>
                </a:lnTo>
                <a:lnTo>
                  <a:pt x="288533" y="1690701"/>
                </a:lnTo>
                <a:lnTo>
                  <a:pt x="288114" y="1758089"/>
                </a:lnTo>
                <a:lnTo>
                  <a:pt x="293423" y="1690863"/>
                </a:lnTo>
                <a:lnTo>
                  <a:pt x="314141" y="1688667"/>
                </a:lnTo>
                <a:lnTo>
                  <a:pt x="334644" y="1638902"/>
                </a:lnTo>
                <a:lnTo>
                  <a:pt x="346512" y="1631947"/>
                </a:lnTo>
                <a:lnTo>
                  <a:pt x="352919" y="1642568"/>
                </a:lnTo>
                <a:lnTo>
                  <a:pt x="358172" y="1628403"/>
                </a:lnTo>
                <a:lnTo>
                  <a:pt x="366955" y="1652539"/>
                </a:lnTo>
                <a:lnTo>
                  <a:pt x="345111" y="1717688"/>
                </a:lnTo>
                <a:lnTo>
                  <a:pt x="305500" y="1766590"/>
                </a:lnTo>
                <a:lnTo>
                  <a:pt x="334403" y="1792250"/>
                </a:lnTo>
                <a:lnTo>
                  <a:pt x="331112" y="1746496"/>
                </a:lnTo>
                <a:lnTo>
                  <a:pt x="367573" y="1754410"/>
                </a:lnTo>
                <a:lnTo>
                  <a:pt x="388645" y="1732837"/>
                </a:lnTo>
                <a:lnTo>
                  <a:pt x="388502" y="1630261"/>
                </a:lnTo>
                <a:lnTo>
                  <a:pt x="376037" y="1612241"/>
                </a:lnTo>
                <a:lnTo>
                  <a:pt x="428265" y="1530245"/>
                </a:lnTo>
                <a:lnTo>
                  <a:pt x="422094" y="1490403"/>
                </a:lnTo>
                <a:lnTo>
                  <a:pt x="384146" y="1473612"/>
                </a:lnTo>
                <a:lnTo>
                  <a:pt x="365417" y="1429452"/>
                </a:lnTo>
                <a:lnTo>
                  <a:pt x="374774" y="1397549"/>
                </a:lnTo>
                <a:lnTo>
                  <a:pt x="322139" y="1369588"/>
                </a:lnTo>
                <a:lnTo>
                  <a:pt x="303122" y="1329189"/>
                </a:lnTo>
                <a:lnTo>
                  <a:pt x="330271" y="1258633"/>
                </a:lnTo>
                <a:lnTo>
                  <a:pt x="315914" y="1231322"/>
                </a:lnTo>
                <a:lnTo>
                  <a:pt x="325072" y="1226613"/>
                </a:lnTo>
                <a:lnTo>
                  <a:pt x="308474" y="1215409"/>
                </a:lnTo>
                <a:lnTo>
                  <a:pt x="328737" y="1213125"/>
                </a:lnTo>
                <a:lnTo>
                  <a:pt x="317455" y="1190071"/>
                </a:lnTo>
                <a:lnTo>
                  <a:pt x="348776" y="1167496"/>
                </a:lnTo>
                <a:lnTo>
                  <a:pt x="339253" y="1165939"/>
                </a:lnTo>
                <a:lnTo>
                  <a:pt x="344934" y="1152625"/>
                </a:lnTo>
                <a:lnTo>
                  <a:pt x="505989" y="1182851"/>
                </a:lnTo>
                <a:lnTo>
                  <a:pt x="580682" y="1181122"/>
                </a:lnTo>
                <a:lnTo>
                  <a:pt x="612782" y="1197662"/>
                </a:lnTo>
                <a:lnTo>
                  <a:pt x="625227" y="1181408"/>
                </a:lnTo>
                <a:lnTo>
                  <a:pt x="650053" y="1178199"/>
                </a:lnTo>
                <a:lnTo>
                  <a:pt x="707366" y="1188814"/>
                </a:lnTo>
                <a:lnTo>
                  <a:pt x="700580" y="1203887"/>
                </a:lnTo>
                <a:lnTo>
                  <a:pt x="623845" y="1241140"/>
                </a:lnTo>
                <a:lnTo>
                  <a:pt x="621000" y="1267082"/>
                </a:lnTo>
                <a:lnTo>
                  <a:pt x="659521" y="1312366"/>
                </a:lnTo>
                <a:lnTo>
                  <a:pt x="662044" y="1334500"/>
                </a:lnTo>
                <a:lnTo>
                  <a:pt x="658778" y="1304326"/>
                </a:lnTo>
                <a:lnTo>
                  <a:pt x="624615" y="1266437"/>
                </a:lnTo>
                <a:lnTo>
                  <a:pt x="629614" y="1239609"/>
                </a:lnTo>
                <a:lnTo>
                  <a:pt x="703446" y="1234020"/>
                </a:lnTo>
                <a:lnTo>
                  <a:pt x="739405" y="1191433"/>
                </a:lnTo>
                <a:lnTo>
                  <a:pt x="718032" y="1196167"/>
                </a:lnTo>
                <a:lnTo>
                  <a:pt x="705186" y="1159911"/>
                </a:lnTo>
                <a:lnTo>
                  <a:pt x="728189" y="1161745"/>
                </a:lnTo>
                <a:lnTo>
                  <a:pt x="704043" y="1153163"/>
                </a:lnTo>
                <a:lnTo>
                  <a:pt x="697244" y="1122690"/>
                </a:lnTo>
                <a:lnTo>
                  <a:pt x="662319" y="1108478"/>
                </a:lnTo>
                <a:lnTo>
                  <a:pt x="663588" y="1092582"/>
                </a:lnTo>
                <a:lnTo>
                  <a:pt x="681159" y="1105037"/>
                </a:lnTo>
                <a:lnTo>
                  <a:pt x="672484" y="1084709"/>
                </a:lnTo>
                <a:lnTo>
                  <a:pt x="694877" y="1083218"/>
                </a:lnTo>
                <a:lnTo>
                  <a:pt x="717617" y="1099867"/>
                </a:lnTo>
                <a:lnTo>
                  <a:pt x="702222" y="1112104"/>
                </a:lnTo>
                <a:lnTo>
                  <a:pt x="715838" y="1107626"/>
                </a:lnTo>
                <a:lnTo>
                  <a:pt x="715784" y="1120301"/>
                </a:lnTo>
                <a:lnTo>
                  <a:pt x="720170" y="1104147"/>
                </a:lnTo>
                <a:lnTo>
                  <a:pt x="732718" y="1108753"/>
                </a:lnTo>
                <a:lnTo>
                  <a:pt x="699853" y="1074736"/>
                </a:lnTo>
                <a:lnTo>
                  <a:pt x="714331" y="1069155"/>
                </a:lnTo>
                <a:lnTo>
                  <a:pt x="662888" y="1045462"/>
                </a:lnTo>
                <a:lnTo>
                  <a:pt x="685009" y="1032645"/>
                </a:lnTo>
                <a:lnTo>
                  <a:pt x="684949" y="1018018"/>
                </a:lnTo>
                <a:lnTo>
                  <a:pt x="725013" y="1062846"/>
                </a:lnTo>
                <a:lnTo>
                  <a:pt x="718023" y="1044859"/>
                </a:lnTo>
                <a:lnTo>
                  <a:pt x="734302" y="1044340"/>
                </a:lnTo>
                <a:lnTo>
                  <a:pt x="757847" y="1010759"/>
                </a:lnTo>
                <a:lnTo>
                  <a:pt x="748268" y="1001840"/>
                </a:lnTo>
                <a:lnTo>
                  <a:pt x="761848" y="1000855"/>
                </a:lnTo>
                <a:lnTo>
                  <a:pt x="767030" y="1015010"/>
                </a:lnTo>
                <a:lnTo>
                  <a:pt x="781030" y="1000851"/>
                </a:lnTo>
                <a:lnTo>
                  <a:pt x="738298" y="984177"/>
                </a:lnTo>
                <a:lnTo>
                  <a:pt x="746478" y="970519"/>
                </a:lnTo>
                <a:lnTo>
                  <a:pt x="791548" y="990001"/>
                </a:lnTo>
                <a:lnTo>
                  <a:pt x="868279" y="933150"/>
                </a:lnTo>
                <a:lnTo>
                  <a:pt x="889581" y="947282"/>
                </a:lnTo>
                <a:lnTo>
                  <a:pt x="887744" y="936534"/>
                </a:lnTo>
                <a:lnTo>
                  <a:pt x="909257" y="937226"/>
                </a:lnTo>
                <a:lnTo>
                  <a:pt x="905500" y="926800"/>
                </a:lnTo>
                <a:lnTo>
                  <a:pt x="954201" y="917911"/>
                </a:lnTo>
                <a:lnTo>
                  <a:pt x="988077" y="927871"/>
                </a:lnTo>
                <a:lnTo>
                  <a:pt x="996090" y="912150"/>
                </a:lnTo>
                <a:lnTo>
                  <a:pt x="1115900" y="894574"/>
                </a:lnTo>
                <a:lnTo>
                  <a:pt x="1091443" y="885949"/>
                </a:lnTo>
                <a:lnTo>
                  <a:pt x="1083869" y="898770"/>
                </a:lnTo>
                <a:lnTo>
                  <a:pt x="1078665" y="879886"/>
                </a:lnTo>
                <a:lnTo>
                  <a:pt x="1058012" y="892182"/>
                </a:lnTo>
                <a:lnTo>
                  <a:pt x="1072882" y="860245"/>
                </a:lnTo>
                <a:lnTo>
                  <a:pt x="1088210" y="859892"/>
                </a:lnTo>
                <a:lnTo>
                  <a:pt x="1086517" y="875634"/>
                </a:lnTo>
                <a:lnTo>
                  <a:pt x="1115261" y="871238"/>
                </a:lnTo>
                <a:lnTo>
                  <a:pt x="1101108" y="856867"/>
                </a:lnTo>
                <a:lnTo>
                  <a:pt x="1134625" y="861740"/>
                </a:lnTo>
                <a:lnTo>
                  <a:pt x="1137863" y="873572"/>
                </a:lnTo>
                <a:lnTo>
                  <a:pt x="1152404" y="864032"/>
                </a:lnTo>
                <a:lnTo>
                  <a:pt x="1144871" y="856024"/>
                </a:lnTo>
                <a:lnTo>
                  <a:pt x="1208252" y="864138"/>
                </a:lnTo>
                <a:lnTo>
                  <a:pt x="1223374" y="874768"/>
                </a:lnTo>
                <a:lnTo>
                  <a:pt x="1190957" y="904756"/>
                </a:lnTo>
                <a:lnTo>
                  <a:pt x="1198765" y="910721"/>
                </a:lnTo>
                <a:lnTo>
                  <a:pt x="1238856" y="886301"/>
                </a:lnTo>
                <a:lnTo>
                  <a:pt x="1234784" y="910195"/>
                </a:lnTo>
                <a:lnTo>
                  <a:pt x="1253490" y="908253"/>
                </a:lnTo>
                <a:lnTo>
                  <a:pt x="1275183" y="883349"/>
                </a:lnTo>
                <a:lnTo>
                  <a:pt x="1271165" y="902055"/>
                </a:lnTo>
                <a:lnTo>
                  <a:pt x="1303129" y="893607"/>
                </a:lnTo>
                <a:lnTo>
                  <a:pt x="1293884" y="877618"/>
                </a:lnTo>
                <a:lnTo>
                  <a:pt x="1320279" y="876956"/>
                </a:lnTo>
                <a:lnTo>
                  <a:pt x="1311200" y="867828"/>
                </a:lnTo>
                <a:lnTo>
                  <a:pt x="1353017" y="848334"/>
                </a:lnTo>
                <a:lnTo>
                  <a:pt x="1347764" y="858560"/>
                </a:lnTo>
                <a:lnTo>
                  <a:pt x="1373353" y="855852"/>
                </a:lnTo>
                <a:lnTo>
                  <a:pt x="1366139" y="865680"/>
                </a:lnTo>
                <a:lnTo>
                  <a:pt x="1389862" y="867398"/>
                </a:lnTo>
                <a:lnTo>
                  <a:pt x="1385512" y="877366"/>
                </a:lnTo>
                <a:lnTo>
                  <a:pt x="1398661" y="885133"/>
                </a:lnTo>
                <a:lnTo>
                  <a:pt x="1389290" y="930167"/>
                </a:lnTo>
                <a:lnTo>
                  <a:pt x="1405903" y="905516"/>
                </a:lnTo>
                <a:lnTo>
                  <a:pt x="1404735" y="877361"/>
                </a:lnTo>
                <a:lnTo>
                  <a:pt x="1390786" y="847884"/>
                </a:lnTo>
                <a:lnTo>
                  <a:pt x="1363184" y="832665"/>
                </a:lnTo>
                <a:lnTo>
                  <a:pt x="1355303" y="806889"/>
                </a:lnTo>
                <a:lnTo>
                  <a:pt x="1425454" y="816492"/>
                </a:lnTo>
                <a:lnTo>
                  <a:pt x="1451695" y="803330"/>
                </a:lnTo>
                <a:lnTo>
                  <a:pt x="1459812" y="816664"/>
                </a:lnTo>
                <a:lnTo>
                  <a:pt x="1519820" y="827761"/>
                </a:lnTo>
                <a:lnTo>
                  <a:pt x="1452971" y="800854"/>
                </a:lnTo>
                <a:lnTo>
                  <a:pt x="1469466" y="765618"/>
                </a:lnTo>
                <a:lnTo>
                  <a:pt x="1451698" y="754271"/>
                </a:lnTo>
                <a:lnTo>
                  <a:pt x="1454007" y="731656"/>
                </a:lnTo>
                <a:lnTo>
                  <a:pt x="1467483" y="729788"/>
                </a:lnTo>
                <a:lnTo>
                  <a:pt x="1467191" y="711420"/>
                </a:lnTo>
                <a:lnTo>
                  <a:pt x="1555912" y="617793"/>
                </a:lnTo>
                <a:lnTo>
                  <a:pt x="1574108" y="621283"/>
                </a:lnTo>
                <a:lnTo>
                  <a:pt x="1604724" y="602465"/>
                </a:lnTo>
                <a:lnTo>
                  <a:pt x="1605314" y="612797"/>
                </a:lnTo>
                <a:lnTo>
                  <a:pt x="1625901" y="606089"/>
                </a:lnTo>
                <a:lnTo>
                  <a:pt x="1654314" y="630618"/>
                </a:lnTo>
                <a:lnTo>
                  <a:pt x="1678504" y="624158"/>
                </a:lnTo>
                <a:lnTo>
                  <a:pt x="1700486" y="654381"/>
                </a:lnTo>
                <a:lnTo>
                  <a:pt x="1675972" y="656653"/>
                </a:lnTo>
                <a:lnTo>
                  <a:pt x="1663756" y="678657"/>
                </a:lnTo>
                <a:lnTo>
                  <a:pt x="1604417" y="707595"/>
                </a:lnTo>
                <a:lnTo>
                  <a:pt x="1686987" y="692434"/>
                </a:lnTo>
                <a:lnTo>
                  <a:pt x="1666866" y="720411"/>
                </a:lnTo>
                <a:lnTo>
                  <a:pt x="1730318" y="703000"/>
                </a:lnTo>
                <a:lnTo>
                  <a:pt x="1763887" y="720846"/>
                </a:lnTo>
                <a:lnTo>
                  <a:pt x="1730826" y="758254"/>
                </a:lnTo>
                <a:lnTo>
                  <a:pt x="1728072" y="784905"/>
                </a:lnTo>
                <a:lnTo>
                  <a:pt x="1717060" y="778555"/>
                </a:lnTo>
                <a:lnTo>
                  <a:pt x="1719513" y="794097"/>
                </a:lnTo>
                <a:lnTo>
                  <a:pt x="1787480" y="782683"/>
                </a:lnTo>
                <a:lnTo>
                  <a:pt x="1788393" y="748971"/>
                </a:lnTo>
                <a:lnTo>
                  <a:pt x="1856468" y="736470"/>
                </a:lnTo>
                <a:lnTo>
                  <a:pt x="1889377" y="743093"/>
                </a:lnTo>
                <a:lnTo>
                  <a:pt x="1936022" y="724003"/>
                </a:lnTo>
                <a:lnTo>
                  <a:pt x="1939535" y="736790"/>
                </a:lnTo>
                <a:lnTo>
                  <a:pt x="1960017" y="733000"/>
                </a:lnTo>
                <a:lnTo>
                  <a:pt x="1958925" y="745516"/>
                </a:lnTo>
                <a:lnTo>
                  <a:pt x="1996549" y="762130"/>
                </a:lnTo>
                <a:lnTo>
                  <a:pt x="1982709" y="786548"/>
                </a:lnTo>
                <a:lnTo>
                  <a:pt x="1999812" y="764473"/>
                </a:lnTo>
                <a:lnTo>
                  <a:pt x="2026820" y="779531"/>
                </a:lnTo>
                <a:lnTo>
                  <a:pt x="2027383" y="796949"/>
                </a:lnTo>
                <a:lnTo>
                  <a:pt x="2017940" y="797461"/>
                </a:lnTo>
                <a:lnTo>
                  <a:pt x="2038066" y="809852"/>
                </a:lnTo>
                <a:lnTo>
                  <a:pt x="2027128" y="828253"/>
                </a:lnTo>
                <a:lnTo>
                  <a:pt x="2045582" y="821722"/>
                </a:lnTo>
                <a:lnTo>
                  <a:pt x="2047139" y="804662"/>
                </a:lnTo>
                <a:lnTo>
                  <a:pt x="2060411" y="810229"/>
                </a:lnTo>
                <a:lnTo>
                  <a:pt x="2037999" y="790191"/>
                </a:lnTo>
                <a:lnTo>
                  <a:pt x="2053447" y="786018"/>
                </a:lnTo>
                <a:lnTo>
                  <a:pt x="2077564" y="851141"/>
                </a:lnTo>
                <a:lnTo>
                  <a:pt x="2089383" y="834427"/>
                </a:lnTo>
                <a:lnTo>
                  <a:pt x="2097586" y="847317"/>
                </a:lnTo>
                <a:lnTo>
                  <a:pt x="2091738" y="902358"/>
                </a:lnTo>
                <a:lnTo>
                  <a:pt x="2090897" y="882592"/>
                </a:lnTo>
                <a:lnTo>
                  <a:pt x="2062902" y="883486"/>
                </a:lnTo>
                <a:lnTo>
                  <a:pt x="2021861" y="863126"/>
                </a:lnTo>
                <a:lnTo>
                  <a:pt x="2052306" y="880740"/>
                </a:lnTo>
                <a:lnTo>
                  <a:pt x="2054366" y="906768"/>
                </a:lnTo>
                <a:lnTo>
                  <a:pt x="2073808" y="886898"/>
                </a:lnTo>
                <a:lnTo>
                  <a:pt x="2078241" y="903291"/>
                </a:lnTo>
                <a:lnTo>
                  <a:pt x="2101880" y="913517"/>
                </a:lnTo>
                <a:lnTo>
                  <a:pt x="2102765" y="944142"/>
                </a:lnTo>
                <a:lnTo>
                  <a:pt x="2075663" y="1000055"/>
                </a:lnTo>
                <a:lnTo>
                  <a:pt x="2041719" y="1026235"/>
                </a:lnTo>
                <a:lnTo>
                  <a:pt x="2028645" y="1064981"/>
                </a:lnTo>
                <a:lnTo>
                  <a:pt x="2008793" y="1064479"/>
                </a:lnTo>
                <a:lnTo>
                  <a:pt x="1989709" y="1092414"/>
                </a:lnTo>
                <a:lnTo>
                  <a:pt x="1958125" y="1106493"/>
                </a:lnTo>
                <a:lnTo>
                  <a:pt x="1955028" y="1128474"/>
                </a:lnTo>
                <a:lnTo>
                  <a:pt x="1921991" y="1143518"/>
                </a:lnTo>
                <a:lnTo>
                  <a:pt x="1943827" y="1141901"/>
                </a:lnTo>
                <a:lnTo>
                  <a:pt x="1942373" y="1160890"/>
                </a:lnTo>
                <a:lnTo>
                  <a:pt x="1898747" y="1198620"/>
                </a:lnTo>
                <a:lnTo>
                  <a:pt x="1856382" y="1270391"/>
                </a:lnTo>
                <a:lnTo>
                  <a:pt x="1806092" y="1279133"/>
                </a:lnTo>
                <a:lnTo>
                  <a:pt x="1790980" y="1329196"/>
                </a:lnTo>
                <a:lnTo>
                  <a:pt x="1751648" y="1344759"/>
                </a:lnTo>
                <a:lnTo>
                  <a:pt x="1742869" y="1393054"/>
                </a:lnTo>
                <a:lnTo>
                  <a:pt x="1702745" y="1438014"/>
                </a:lnTo>
                <a:lnTo>
                  <a:pt x="1726228" y="1435648"/>
                </a:lnTo>
                <a:lnTo>
                  <a:pt x="1755143" y="1400727"/>
                </a:lnTo>
                <a:lnTo>
                  <a:pt x="1792520" y="1418461"/>
                </a:lnTo>
                <a:lnTo>
                  <a:pt x="1817567" y="1411603"/>
                </a:lnTo>
                <a:lnTo>
                  <a:pt x="1765409" y="1395428"/>
                </a:lnTo>
                <a:lnTo>
                  <a:pt x="1768157" y="1357871"/>
                </a:lnTo>
                <a:lnTo>
                  <a:pt x="1793899" y="1363919"/>
                </a:lnTo>
                <a:lnTo>
                  <a:pt x="1878932" y="1340268"/>
                </a:lnTo>
                <a:lnTo>
                  <a:pt x="1873034" y="1327069"/>
                </a:lnTo>
                <a:lnTo>
                  <a:pt x="1925646" y="1305078"/>
                </a:lnTo>
                <a:lnTo>
                  <a:pt x="1923059" y="1291064"/>
                </a:lnTo>
                <a:lnTo>
                  <a:pt x="1935838" y="1298660"/>
                </a:lnTo>
                <a:lnTo>
                  <a:pt x="1920249" y="1276895"/>
                </a:lnTo>
                <a:lnTo>
                  <a:pt x="1951348" y="1289954"/>
                </a:lnTo>
                <a:lnTo>
                  <a:pt x="2012027" y="1239262"/>
                </a:lnTo>
                <a:lnTo>
                  <a:pt x="2022679" y="1256009"/>
                </a:lnTo>
                <a:lnTo>
                  <a:pt x="1998094" y="1291102"/>
                </a:lnTo>
                <a:lnTo>
                  <a:pt x="1977286" y="1295545"/>
                </a:lnTo>
                <a:lnTo>
                  <a:pt x="2004673" y="1312386"/>
                </a:lnTo>
                <a:lnTo>
                  <a:pt x="1996543" y="1329765"/>
                </a:lnTo>
                <a:lnTo>
                  <a:pt x="2017426" y="1329547"/>
                </a:lnTo>
                <a:lnTo>
                  <a:pt x="2028111" y="1349242"/>
                </a:lnTo>
                <a:lnTo>
                  <a:pt x="2016986" y="1378691"/>
                </a:lnTo>
                <a:lnTo>
                  <a:pt x="2025508" y="1417066"/>
                </a:lnTo>
                <a:lnTo>
                  <a:pt x="2065546" y="1439174"/>
                </a:lnTo>
                <a:lnTo>
                  <a:pt x="2056686" y="1464807"/>
                </a:lnTo>
                <a:lnTo>
                  <a:pt x="2086655" y="1470283"/>
                </a:lnTo>
                <a:lnTo>
                  <a:pt x="2103974" y="1498290"/>
                </a:lnTo>
                <a:lnTo>
                  <a:pt x="2117865" y="1497770"/>
                </a:lnTo>
                <a:lnTo>
                  <a:pt x="2140700" y="1624374"/>
                </a:lnTo>
                <a:lnTo>
                  <a:pt x="2188828" y="1645400"/>
                </a:lnTo>
                <a:lnTo>
                  <a:pt x="2168646" y="1692647"/>
                </a:lnTo>
                <a:lnTo>
                  <a:pt x="2156226" y="1684378"/>
                </a:lnTo>
                <a:lnTo>
                  <a:pt x="2117009" y="1728568"/>
                </a:lnTo>
                <a:lnTo>
                  <a:pt x="2069368" y="1746217"/>
                </a:lnTo>
                <a:lnTo>
                  <a:pt x="2046763" y="1780251"/>
                </a:lnTo>
                <a:lnTo>
                  <a:pt x="2062307" y="1815008"/>
                </a:lnTo>
                <a:lnTo>
                  <a:pt x="2021835" y="1829896"/>
                </a:lnTo>
                <a:lnTo>
                  <a:pt x="2005659" y="1862258"/>
                </a:lnTo>
                <a:lnTo>
                  <a:pt x="2024635" y="1892106"/>
                </a:lnTo>
                <a:lnTo>
                  <a:pt x="2013475" y="1940514"/>
                </a:lnTo>
                <a:lnTo>
                  <a:pt x="1950270" y="1934008"/>
                </a:lnTo>
                <a:lnTo>
                  <a:pt x="1930290" y="1968295"/>
                </a:lnTo>
                <a:lnTo>
                  <a:pt x="1862272" y="2005320"/>
                </a:lnTo>
                <a:lnTo>
                  <a:pt x="1836144" y="1998252"/>
                </a:lnTo>
                <a:lnTo>
                  <a:pt x="1817917" y="2028081"/>
                </a:lnTo>
                <a:lnTo>
                  <a:pt x="1877726" y="2123549"/>
                </a:lnTo>
                <a:lnTo>
                  <a:pt x="1899330" y="2398105"/>
                </a:lnTo>
                <a:lnTo>
                  <a:pt x="1891465" y="2417793"/>
                </a:lnTo>
                <a:lnTo>
                  <a:pt x="1878253" y="2412007"/>
                </a:lnTo>
                <a:lnTo>
                  <a:pt x="1848728" y="2436171"/>
                </a:lnTo>
                <a:lnTo>
                  <a:pt x="1839076" y="2459711"/>
                </a:lnTo>
                <a:lnTo>
                  <a:pt x="1813734" y="2465570"/>
                </a:lnTo>
                <a:lnTo>
                  <a:pt x="1853282" y="2485596"/>
                </a:lnTo>
                <a:lnTo>
                  <a:pt x="1851489" y="2504926"/>
                </a:lnTo>
                <a:lnTo>
                  <a:pt x="1864179" y="2502159"/>
                </a:lnTo>
                <a:lnTo>
                  <a:pt x="1879717" y="2559964"/>
                </a:lnTo>
                <a:lnTo>
                  <a:pt x="1865202" y="2579824"/>
                </a:lnTo>
                <a:lnTo>
                  <a:pt x="1869150" y="2612589"/>
                </a:lnTo>
                <a:lnTo>
                  <a:pt x="1886756" y="2619500"/>
                </a:lnTo>
                <a:lnTo>
                  <a:pt x="1898997" y="2645101"/>
                </a:lnTo>
                <a:lnTo>
                  <a:pt x="1900993" y="2706961"/>
                </a:lnTo>
                <a:lnTo>
                  <a:pt x="1945109" y="2733898"/>
                </a:lnTo>
                <a:lnTo>
                  <a:pt x="1937562" y="2758191"/>
                </a:lnTo>
                <a:lnTo>
                  <a:pt x="1921481" y="2756480"/>
                </a:lnTo>
                <a:lnTo>
                  <a:pt x="1909084" y="2773308"/>
                </a:lnTo>
                <a:lnTo>
                  <a:pt x="1915133" y="2791936"/>
                </a:lnTo>
                <a:lnTo>
                  <a:pt x="1878562" y="2827042"/>
                </a:lnTo>
                <a:lnTo>
                  <a:pt x="1899472" y="2857739"/>
                </a:lnTo>
                <a:lnTo>
                  <a:pt x="1877765" y="2852886"/>
                </a:lnTo>
                <a:lnTo>
                  <a:pt x="1883365" y="2866302"/>
                </a:lnTo>
                <a:lnTo>
                  <a:pt x="1871616" y="2871358"/>
                </a:lnTo>
                <a:lnTo>
                  <a:pt x="1864747" y="2911750"/>
                </a:lnTo>
                <a:lnTo>
                  <a:pt x="1872989" y="2929964"/>
                </a:lnTo>
                <a:lnTo>
                  <a:pt x="1898807" y="2927526"/>
                </a:lnTo>
                <a:lnTo>
                  <a:pt x="1900252" y="2941563"/>
                </a:lnTo>
                <a:lnTo>
                  <a:pt x="1935347" y="2930679"/>
                </a:lnTo>
                <a:lnTo>
                  <a:pt x="1935757" y="2918141"/>
                </a:lnTo>
                <a:lnTo>
                  <a:pt x="1998287" y="2960729"/>
                </a:lnTo>
                <a:lnTo>
                  <a:pt x="2019609" y="2949878"/>
                </a:lnTo>
                <a:lnTo>
                  <a:pt x="2051056" y="2969392"/>
                </a:lnTo>
                <a:lnTo>
                  <a:pt x="2065046" y="2955044"/>
                </a:lnTo>
                <a:lnTo>
                  <a:pt x="2082193" y="2989990"/>
                </a:lnTo>
                <a:lnTo>
                  <a:pt x="2031782" y="3005224"/>
                </a:lnTo>
                <a:lnTo>
                  <a:pt x="2024064" y="3030684"/>
                </a:lnTo>
                <a:lnTo>
                  <a:pt x="2001149" y="3015906"/>
                </a:lnTo>
                <a:lnTo>
                  <a:pt x="1984687" y="3029361"/>
                </a:lnTo>
                <a:lnTo>
                  <a:pt x="1953674" y="3014013"/>
                </a:lnTo>
                <a:lnTo>
                  <a:pt x="1963070" y="3039866"/>
                </a:lnTo>
                <a:lnTo>
                  <a:pt x="1946213" y="3106054"/>
                </a:lnTo>
                <a:lnTo>
                  <a:pt x="1966666" y="3127777"/>
                </a:lnTo>
                <a:lnTo>
                  <a:pt x="1963169" y="3141120"/>
                </a:lnTo>
                <a:lnTo>
                  <a:pt x="1943371" y="3138876"/>
                </a:lnTo>
                <a:lnTo>
                  <a:pt x="1944141" y="3177223"/>
                </a:lnTo>
                <a:lnTo>
                  <a:pt x="1921788" y="3189292"/>
                </a:lnTo>
                <a:lnTo>
                  <a:pt x="1960303" y="3257214"/>
                </a:lnTo>
                <a:lnTo>
                  <a:pt x="1986290" y="3268302"/>
                </a:lnTo>
                <a:lnTo>
                  <a:pt x="1952441" y="3334132"/>
                </a:lnTo>
                <a:lnTo>
                  <a:pt x="1963110" y="3338774"/>
                </a:lnTo>
                <a:lnTo>
                  <a:pt x="1963295" y="3376135"/>
                </a:lnTo>
                <a:lnTo>
                  <a:pt x="1923068" y="3417010"/>
                </a:lnTo>
                <a:lnTo>
                  <a:pt x="1929293" y="3443656"/>
                </a:lnTo>
                <a:lnTo>
                  <a:pt x="1918371" y="3456978"/>
                </a:lnTo>
                <a:lnTo>
                  <a:pt x="1881904" y="3476504"/>
                </a:lnTo>
                <a:lnTo>
                  <a:pt x="1872804" y="3498385"/>
                </a:lnTo>
                <a:lnTo>
                  <a:pt x="1832975" y="3514642"/>
                </a:lnTo>
                <a:lnTo>
                  <a:pt x="1854467" y="3544017"/>
                </a:lnTo>
                <a:lnTo>
                  <a:pt x="1821110" y="3566499"/>
                </a:lnTo>
                <a:lnTo>
                  <a:pt x="1824648" y="3600506"/>
                </a:lnTo>
                <a:lnTo>
                  <a:pt x="1810192" y="3611007"/>
                </a:lnTo>
                <a:lnTo>
                  <a:pt x="1823471" y="3626102"/>
                </a:lnTo>
                <a:lnTo>
                  <a:pt x="1818187" y="3647651"/>
                </a:lnTo>
                <a:lnTo>
                  <a:pt x="1834094" y="3690538"/>
                </a:lnTo>
                <a:lnTo>
                  <a:pt x="1855772" y="3707829"/>
                </a:lnTo>
                <a:lnTo>
                  <a:pt x="1910090" y="3713484"/>
                </a:lnTo>
                <a:lnTo>
                  <a:pt x="1917236" y="3788155"/>
                </a:lnTo>
                <a:lnTo>
                  <a:pt x="1874464" y="3793436"/>
                </a:lnTo>
                <a:lnTo>
                  <a:pt x="1855563" y="3821591"/>
                </a:lnTo>
                <a:lnTo>
                  <a:pt x="1875215" y="3862478"/>
                </a:lnTo>
                <a:lnTo>
                  <a:pt x="1898759" y="3867128"/>
                </a:lnTo>
                <a:lnTo>
                  <a:pt x="1915029" y="3928776"/>
                </a:lnTo>
                <a:lnTo>
                  <a:pt x="1866357" y="3974985"/>
                </a:lnTo>
                <a:lnTo>
                  <a:pt x="1873179" y="4005131"/>
                </a:lnTo>
                <a:lnTo>
                  <a:pt x="1837298" y="4025572"/>
                </a:lnTo>
                <a:lnTo>
                  <a:pt x="1812758" y="3998151"/>
                </a:lnTo>
                <a:lnTo>
                  <a:pt x="1779602" y="4004369"/>
                </a:lnTo>
                <a:lnTo>
                  <a:pt x="1780917" y="3974161"/>
                </a:lnTo>
                <a:lnTo>
                  <a:pt x="1752551" y="3972739"/>
                </a:lnTo>
                <a:lnTo>
                  <a:pt x="1729798" y="3951401"/>
                </a:lnTo>
                <a:lnTo>
                  <a:pt x="1716300" y="3924912"/>
                </a:lnTo>
                <a:lnTo>
                  <a:pt x="1722941" y="3909700"/>
                </a:lnTo>
                <a:lnTo>
                  <a:pt x="1693017" y="3900312"/>
                </a:lnTo>
                <a:lnTo>
                  <a:pt x="1677035" y="3920249"/>
                </a:lnTo>
                <a:lnTo>
                  <a:pt x="1648126" y="3926693"/>
                </a:lnTo>
                <a:lnTo>
                  <a:pt x="1637962" y="3948166"/>
                </a:lnTo>
                <a:lnTo>
                  <a:pt x="1650512" y="4012994"/>
                </a:lnTo>
                <a:lnTo>
                  <a:pt x="1620505" y="4050985"/>
                </a:lnTo>
                <a:lnTo>
                  <a:pt x="1574408" y="4070671"/>
                </a:lnTo>
                <a:lnTo>
                  <a:pt x="1558892" y="4107947"/>
                </a:lnTo>
                <a:lnTo>
                  <a:pt x="1536343" y="4109535"/>
                </a:lnTo>
                <a:lnTo>
                  <a:pt x="1519266" y="4128479"/>
                </a:lnTo>
                <a:lnTo>
                  <a:pt x="1511373" y="4169744"/>
                </a:lnTo>
                <a:lnTo>
                  <a:pt x="1490156" y="4172624"/>
                </a:lnTo>
                <a:lnTo>
                  <a:pt x="1489517" y="4211770"/>
                </a:lnTo>
                <a:lnTo>
                  <a:pt x="1505343" y="4244029"/>
                </a:lnTo>
                <a:lnTo>
                  <a:pt x="1484899" y="4261947"/>
                </a:lnTo>
                <a:lnTo>
                  <a:pt x="1450687" y="4234918"/>
                </a:lnTo>
                <a:lnTo>
                  <a:pt x="1414969" y="4136880"/>
                </a:lnTo>
                <a:lnTo>
                  <a:pt x="1381870" y="4135493"/>
                </a:lnTo>
                <a:lnTo>
                  <a:pt x="1354144" y="4188634"/>
                </a:lnTo>
                <a:lnTo>
                  <a:pt x="1308835" y="4202114"/>
                </a:lnTo>
                <a:lnTo>
                  <a:pt x="1287835" y="4188853"/>
                </a:lnTo>
                <a:lnTo>
                  <a:pt x="1208496" y="4183466"/>
                </a:lnTo>
                <a:lnTo>
                  <a:pt x="1145671" y="4323172"/>
                </a:lnTo>
                <a:lnTo>
                  <a:pt x="1172178" y="4341699"/>
                </a:lnTo>
                <a:lnTo>
                  <a:pt x="1157806" y="4367777"/>
                </a:lnTo>
                <a:lnTo>
                  <a:pt x="1186666" y="4374459"/>
                </a:lnTo>
                <a:lnTo>
                  <a:pt x="1182943" y="4415168"/>
                </a:lnTo>
                <a:lnTo>
                  <a:pt x="1195572" y="4418426"/>
                </a:lnTo>
                <a:lnTo>
                  <a:pt x="1194902" y="4443243"/>
                </a:lnTo>
                <a:lnTo>
                  <a:pt x="1163206" y="4447471"/>
                </a:lnTo>
                <a:lnTo>
                  <a:pt x="1163185" y="4482334"/>
                </a:lnTo>
                <a:lnTo>
                  <a:pt x="1138798" y="4508163"/>
                </a:lnTo>
                <a:lnTo>
                  <a:pt x="1115931" y="4497842"/>
                </a:lnTo>
                <a:lnTo>
                  <a:pt x="1096994" y="4541765"/>
                </a:lnTo>
                <a:lnTo>
                  <a:pt x="1076335" y="4557894"/>
                </a:lnTo>
                <a:lnTo>
                  <a:pt x="1088194" y="4640095"/>
                </a:lnTo>
                <a:lnTo>
                  <a:pt x="1065442" y="4652181"/>
                </a:lnTo>
                <a:lnTo>
                  <a:pt x="1050503" y="4695185"/>
                </a:lnTo>
                <a:lnTo>
                  <a:pt x="1063157" y="4715090"/>
                </a:lnTo>
                <a:lnTo>
                  <a:pt x="1044508" y="4788625"/>
                </a:lnTo>
                <a:lnTo>
                  <a:pt x="990848" y="4775509"/>
                </a:lnTo>
                <a:lnTo>
                  <a:pt x="973717" y="4806727"/>
                </a:lnTo>
                <a:lnTo>
                  <a:pt x="953083" y="4806403"/>
                </a:lnTo>
                <a:lnTo>
                  <a:pt x="943537" y="4826760"/>
                </a:lnTo>
                <a:lnTo>
                  <a:pt x="984589" y="4865290"/>
                </a:lnTo>
                <a:lnTo>
                  <a:pt x="983127" y="4881561"/>
                </a:lnTo>
                <a:lnTo>
                  <a:pt x="1029332" y="4942613"/>
                </a:lnTo>
                <a:lnTo>
                  <a:pt x="1048427" y="4952072"/>
                </a:lnTo>
                <a:lnTo>
                  <a:pt x="1044798" y="4967197"/>
                </a:lnTo>
                <a:lnTo>
                  <a:pt x="1020943" y="4974389"/>
                </a:lnTo>
                <a:lnTo>
                  <a:pt x="1002267" y="4953646"/>
                </a:lnTo>
                <a:lnTo>
                  <a:pt x="981759" y="4983390"/>
                </a:lnTo>
                <a:lnTo>
                  <a:pt x="945892" y="4968264"/>
                </a:lnTo>
                <a:lnTo>
                  <a:pt x="904561" y="4993082"/>
                </a:lnTo>
                <a:lnTo>
                  <a:pt x="890729" y="4976504"/>
                </a:lnTo>
                <a:lnTo>
                  <a:pt x="866958" y="4989456"/>
                </a:lnTo>
                <a:lnTo>
                  <a:pt x="832676" y="4985897"/>
                </a:lnTo>
                <a:lnTo>
                  <a:pt x="814649" y="4998543"/>
                </a:lnTo>
                <a:lnTo>
                  <a:pt x="826332" y="5012350"/>
                </a:lnTo>
                <a:lnTo>
                  <a:pt x="800670" y="5070987"/>
                </a:lnTo>
                <a:lnTo>
                  <a:pt x="759246" y="5080351"/>
                </a:lnTo>
                <a:lnTo>
                  <a:pt x="695002" y="5190836"/>
                </a:lnTo>
                <a:lnTo>
                  <a:pt x="658886" y="5203383"/>
                </a:lnTo>
                <a:lnTo>
                  <a:pt x="596675" y="5251630"/>
                </a:lnTo>
                <a:lnTo>
                  <a:pt x="555353" y="5257225"/>
                </a:lnTo>
                <a:lnTo>
                  <a:pt x="496678" y="5248236"/>
                </a:lnTo>
                <a:lnTo>
                  <a:pt x="399745" y="5208343"/>
                </a:lnTo>
                <a:lnTo>
                  <a:pt x="370512" y="5210900"/>
                </a:lnTo>
                <a:lnTo>
                  <a:pt x="361768" y="5179618"/>
                </a:lnTo>
                <a:lnTo>
                  <a:pt x="335530" y="5154689"/>
                </a:lnTo>
                <a:lnTo>
                  <a:pt x="367565" y="5107858"/>
                </a:lnTo>
                <a:lnTo>
                  <a:pt x="454776" y="5042951"/>
                </a:lnTo>
                <a:lnTo>
                  <a:pt x="454707" y="5003858"/>
                </a:lnTo>
                <a:lnTo>
                  <a:pt x="490493" y="4993245"/>
                </a:lnTo>
                <a:lnTo>
                  <a:pt x="515266" y="4960187"/>
                </a:lnTo>
                <a:lnTo>
                  <a:pt x="477860" y="4925354"/>
                </a:lnTo>
                <a:lnTo>
                  <a:pt x="469431" y="4867746"/>
                </a:lnTo>
                <a:lnTo>
                  <a:pt x="489829" y="4825537"/>
                </a:lnTo>
                <a:lnTo>
                  <a:pt x="467495" y="4742053"/>
                </a:lnTo>
                <a:lnTo>
                  <a:pt x="438702" y="4712246"/>
                </a:lnTo>
                <a:lnTo>
                  <a:pt x="449142" y="4682905"/>
                </a:lnTo>
                <a:lnTo>
                  <a:pt x="429074" y="4672669"/>
                </a:lnTo>
                <a:lnTo>
                  <a:pt x="427777" y="4658732"/>
                </a:lnTo>
                <a:lnTo>
                  <a:pt x="403146" y="4661640"/>
                </a:lnTo>
                <a:lnTo>
                  <a:pt x="404550" y="4634568"/>
                </a:lnTo>
                <a:lnTo>
                  <a:pt x="384281" y="4622304"/>
                </a:lnTo>
                <a:lnTo>
                  <a:pt x="383113" y="4606175"/>
                </a:lnTo>
                <a:lnTo>
                  <a:pt x="322968" y="4625014"/>
                </a:lnTo>
                <a:lnTo>
                  <a:pt x="315079" y="4613483"/>
                </a:lnTo>
                <a:lnTo>
                  <a:pt x="294352" y="4626091"/>
                </a:lnTo>
                <a:lnTo>
                  <a:pt x="274922" y="4619859"/>
                </a:lnTo>
                <a:lnTo>
                  <a:pt x="257766" y="4560939"/>
                </a:lnTo>
                <a:lnTo>
                  <a:pt x="227321" y="4526422"/>
                </a:lnTo>
                <a:lnTo>
                  <a:pt x="325839" y="4464175"/>
                </a:lnTo>
                <a:lnTo>
                  <a:pt x="313326" y="4452404"/>
                </a:lnTo>
                <a:lnTo>
                  <a:pt x="298924" y="4377213"/>
                </a:lnTo>
                <a:lnTo>
                  <a:pt x="256607" y="4343467"/>
                </a:lnTo>
                <a:lnTo>
                  <a:pt x="252195" y="4315147"/>
                </a:lnTo>
                <a:lnTo>
                  <a:pt x="279743" y="4296532"/>
                </a:lnTo>
                <a:lnTo>
                  <a:pt x="271818" y="4272707"/>
                </a:lnTo>
                <a:lnTo>
                  <a:pt x="289356" y="4227924"/>
                </a:lnTo>
                <a:lnTo>
                  <a:pt x="271150" y="4218119"/>
                </a:lnTo>
                <a:lnTo>
                  <a:pt x="346846" y="4137999"/>
                </a:lnTo>
                <a:lnTo>
                  <a:pt x="370168" y="4137399"/>
                </a:lnTo>
                <a:lnTo>
                  <a:pt x="377971" y="4086015"/>
                </a:lnTo>
                <a:lnTo>
                  <a:pt x="264275" y="4029882"/>
                </a:lnTo>
                <a:lnTo>
                  <a:pt x="256671" y="3955690"/>
                </a:lnTo>
                <a:lnTo>
                  <a:pt x="314563" y="3887678"/>
                </a:lnTo>
                <a:lnTo>
                  <a:pt x="358581" y="3874401"/>
                </a:lnTo>
                <a:lnTo>
                  <a:pt x="347770" y="3821995"/>
                </a:lnTo>
                <a:lnTo>
                  <a:pt x="281225" y="3815078"/>
                </a:lnTo>
                <a:lnTo>
                  <a:pt x="258890" y="3735624"/>
                </a:lnTo>
                <a:lnTo>
                  <a:pt x="229407" y="3725813"/>
                </a:lnTo>
                <a:lnTo>
                  <a:pt x="226484" y="3688746"/>
                </a:lnTo>
                <a:lnTo>
                  <a:pt x="187407" y="3668353"/>
                </a:lnTo>
                <a:lnTo>
                  <a:pt x="11485" y="3639242"/>
                </a:lnTo>
                <a:lnTo>
                  <a:pt x="0" y="3623217"/>
                </a:lnTo>
                <a:lnTo>
                  <a:pt x="38937" y="3556787"/>
                </a:lnTo>
                <a:lnTo>
                  <a:pt x="13209" y="3458381"/>
                </a:lnTo>
                <a:lnTo>
                  <a:pt x="153436" y="3407419"/>
                </a:lnTo>
                <a:lnTo>
                  <a:pt x="154907" y="3389066"/>
                </a:lnTo>
                <a:lnTo>
                  <a:pt x="186181" y="3379187"/>
                </a:lnTo>
                <a:lnTo>
                  <a:pt x="180976" y="3355263"/>
                </a:lnTo>
                <a:lnTo>
                  <a:pt x="90322" y="3294474"/>
                </a:lnTo>
                <a:lnTo>
                  <a:pt x="84291" y="3223043"/>
                </a:lnTo>
                <a:lnTo>
                  <a:pt x="204682" y="3106805"/>
                </a:lnTo>
                <a:lnTo>
                  <a:pt x="215782" y="3082376"/>
                </a:lnTo>
                <a:lnTo>
                  <a:pt x="209186" y="3066742"/>
                </a:lnTo>
                <a:lnTo>
                  <a:pt x="233853" y="3032197"/>
                </a:lnTo>
                <a:lnTo>
                  <a:pt x="212956" y="3029678"/>
                </a:lnTo>
                <a:lnTo>
                  <a:pt x="209951" y="2997163"/>
                </a:lnTo>
                <a:lnTo>
                  <a:pt x="191258" y="2979954"/>
                </a:lnTo>
                <a:lnTo>
                  <a:pt x="212900" y="2972426"/>
                </a:lnTo>
                <a:lnTo>
                  <a:pt x="245190" y="2925495"/>
                </a:lnTo>
                <a:lnTo>
                  <a:pt x="283546" y="2910445"/>
                </a:lnTo>
                <a:lnTo>
                  <a:pt x="297371" y="2872687"/>
                </a:lnTo>
                <a:lnTo>
                  <a:pt x="289608" y="2836309"/>
                </a:lnTo>
                <a:lnTo>
                  <a:pt x="301485" y="2778811"/>
                </a:lnTo>
                <a:lnTo>
                  <a:pt x="282003" y="2764717"/>
                </a:lnTo>
                <a:lnTo>
                  <a:pt x="248201" y="2772314"/>
                </a:lnTo>
                <a:lnTo>
                  <a:pt x="234073" y="2755412"/>
                </a:lnTo>
                <a:lnTo>
                  <a:pt x="236850" y="2736266"/>
                </a:lnTo>
                <a:lnTo>
                  <a:pt x="187349" y="2728438"/>
                </a:lnTo>
                <a:lnTo>
                  <a:pt x="197598" y="2694955"/>
                </a:lnTo>
                <a:lnTo>
                  <a:pt x="226188" y="2665153"/>
                </a:lnTo>
                <a:lnTo>
                  <a:pt x="228795" y="2627208"/>
                </a:lnTo>
                <a:lnTo>
                  <a:pt x="209810" y="2603814"/>
                </a:lnTo>
                <a:lnTo>
                  <a:pt x="222783" y="2590043"/>
                </a:lnTo>
                <a:lnTo>
                  <a:pt x="205983" y="2565523"/>
                </a:lnTo>
                <a:lnTo>
                  <a:pt x="169344" y="2551027"/>
                </a:lnTo>
                <a:lnTo>
                  <a:pt x="163611" y="2503473"/>
                </a:lnTo>
                <a:lnTo>
                  <a:pt x="186941" y="2485317"/>
                </a:lnTo>
                <a:lnTo>
                  <a:pt x="167282" y="2424815"/>
                </a:lnTo>
                <a:lnTo>
                  <a:pt x="191010" y="2391567"/>
                </a:lnTo>
                <a:lnTo>
                  <a:pt x="182650" y="2352170"/>
                </a:lnTo>
                <a:lnTo>
                  <a:pt x="134013" y="2272665"/>
                </a:lnTo>
                <a:lnTo>
                  <a:pt x="154888" y="2261773"/>
                </a:lnTo>
                <a:lnTo>
                  <a:pt x="151649" y="2244189"/>
                </a:lnTo>
                <a:lnTo>
                  <a:pt x="166578" y="2226430"/>
                </a:lnTo>
                <a:lnTo>
                  <a:pt x="150853" y="2208084"/>
                </a:lnTo>
                <a:lnTo>
                  <a:pt x="155699" y="2187575"/>
                </a:lnTo>
                <a:lnTo>
                  <a:pt x="139720" y="2145513"/>
                </a:lnTo>
                <a:lnTo>
                  <a:pt x="184177" y="2153377"/>
                </a:lnTo>
                <a:lnTo>
                  <a:pt x="196988" y="2113284"/>
                </a:lnTo>
                <a:lnTo>
                  <a:pt x="223329" y="2097357"/>
                </a:lnTo>
                <a:lnTo>
                  <a:pt x="230649" y="2062843"/>
                </a:lnTo>
                <a:lnTo>
                  <a:pt x="220566" y="2044255"/>
                </a:lnTo>
                <a:lnTo>
                  <a:pt x="262505" y="2038117"/>
                </a:lnTo>
                <a:lnTo>
                  <a:pt x="237598" y="2001750"/>
                </a:lnTo>
                <a:lnTo>
                  <a:pt x="233207" y="1959406"/>
                </a:lnTo>
                <a:lnTo>
                  <a:pt x="246632" y="1941341"/>
                </a:lnTo>
                <a:lnTo>
                  <a:pt x="208632" y="1924646"/>
                </a:lnTo>
                <a:lnTo>
                  <a:pt x="221617" y="1899509"/>
                </a:lnTo>
                <a:lnTo>
                  <a:pt x="210603" y="1878261"/>
                </a:lnTo>
                <a:lnTo>
                  <a:pt x="194928" y="1906425"/>
                </a:lnTo>
                <a:lnTo>
                  <a:pt x="152886" y="1906603"/>
                </a:lnTo>
                <a:lnTo>
                  <a:pt x="142936" y="1885067"/>
                </a:lnTo>
                <a:lnTo>
                  <a:pt x="89496" y="1861481"/>
                </a:lnTo>
                <a:lnTo>
                  <a:pt x="82161" y="1801382"/>
                </a:lnTo>
                <a:lnTo>
                  <a:pt x="54828" y="1784375"/>
                </a:lnTo>
                <a:lnTo>
                  <a:pt x="64130" y="1779761"/>
                </a:lnTo>
                <a:lnTo>
                  <a:pt x="56256" y="1750582"/>
                </a:lnTo>
                <a:lnTo>
                  <a:pt x="94983" y="1730692"/>
                </a:lnTo>
                <a:lnTo>
                  <a:pt x="98887" y="1713500"/>
                </a:lnTo>
                <a:lnTo>
                  <a:pt x="106991" y="1722795"/>
                </a:lnTo>
                <a:lnTo>
                  <a:pt x="165926" y="1680195"/>
                </a:lnTo>
                <a:lnTo>
                  <a:pt x="203524" y="1691349"/>
                </a:lnTo>
                <a:lnTo>
                  <a:pt x="195485" y="1676466"/>
                </a:lnTo>
                <a:lnTo>
                  <a:pt x="212245" y="1652505"/>
                </a:lnTo>
                <a:lnTo>
                  <a:pt x="219341" y="1579311"/>
                </a:lnTo>
                <a:lnTo>
                  <a:pt x="188547" y="1556164"/>
                </a:lnTo>
                <a:lnTo>
                  <a:pt x="155586" y="1511093"/>
                </a:lnTo>
                <a:lnTo>
                  <a:pt x="155764" y="1493511"/>
                </a:lnTo>
                <a:lnTo>
                  <a:pt x="179531" y="1464231"/>
                </a:lnTo>
                <a:lnTo>
                  <a:pt x="224577" y="1468378"/>
                </a:lnTo>
                <a:lnTo>
                  <a:pt x="229305" y="1438990"/>
                </a:lnTo>
                <a:lnTo>
                  <a:pt x="249700" y="1434183"/>
                </a:lnTo>
                <a:lnTo>
                  <a:pt x="221535" y="1394580"/>
                </a:lnTo>
                <a:lnTo>
                  <a:pt x="180422" y="1370799"/>
                </a:lnTo>
                <a:lnTo>
                  <a:pt x="168290" y="1349789"/>
                </a:lnTo>
                <a:lnTo>
                  <a:pt x="171817" y="1318683"/>
                </a:lnTo>
                <a:close/>
                <a:moveTo>
                  <a:pt x="691458" y="1216606"/>
                </a:moveTo>
                <a:lnTo>
                  <a:pt x="682613" y="1230538"/>
                </a:lnTo>
                <a:lnTo>
                  <a:pt x="661202" y="1228709"/>
                </a:lnTo>
                <a:lnTo>
                  <a:pt x="691458" y="1216606"/>
                </a:lnTo>
                <a:close/>
                <a:moveTo>
                  <a:pt x="1270915" y="875676"/>
                </a:moveTo>
                <a:lnTo>
                  <a:pt x="1264879" y="889113"/>
                </a:lnTo>
                <a:lnTo>
                  <a:pt x="1247574" y="890079"/>
                </a:lnTo>
                <a:lnTo>
                  <a:pt x="1270915" y="875676"/>
                </a:lnTo>
                <a:close/>
                <a:moveTo>
                  <a:pt x="1174568" y="856454"/>
                </a:moveTo>
                <a:lnTo>
                  <a:pt x="1171515" y="847130"/>
                </a:lnTo>
                <a:lnTo>
                  <a:pt x="1174568" y="856454"/>
                </a:lnTo>
                <a:close/>
                <a:moveTo>
                  <a:pt x="1167109" y="838831"/>
                </a:moveTo>
                <a:lnTo>
                  <a:pt x="1158701" y="852739"/>
                </a:lnTo>
                <a:lnTo>
                  <a:pt x="1137641" y="846682"/>
                </a:lnTo>
                <a:lnTo>
                  <a:pt x="1167109" y="838831"/>
                </a:lnTo>
                <a:close/>
                <a:moveTo>
                  <a:pt x="1244367" y="832276"/>
                </a:moveTo>
                <a:lnTo>
                  <a:pt x="1249318" y="840361"/>
                </a:lnTo>
                <a:lnTo>
                  <a:pt x="1235015" y="832825"/>
                </a:lnTo>
                <a:lnTo>
                  <a:pt x="1244367" y="832276"/>
                </a:lnTo>
                <a:close/>
                <a:moveTo>
                  <a:pt x="1259342" y="847130"/>
                </a:moveTo>
                <a:lnTo>
                  <a:pt x="1250150" y="854658"/>
                </a:lnTo>
                <a:lnTo>
                  <a:pt x="1258025" y="830585"/>
                </a:lnTo>
                <a:lnTo>
                  <a:pt x="1268428" y="838966"/>
                </a:lnTo>
                <a:lnTo>
                  <a:pt x="1259342" y="847130"/>
                </a:lnTo>
                <a:close/>
                <a:moveTo>
                  <a:pt x="1131054" y="782333"/>
                </a:moveTo>
                <a:lnTo>
                  <a:pt x="1116856" y="782312"/>
                </a:lnTo>
                <a:lnTo>
                  <a:pt x="1131054" y="782333"/>
                </a:lnTo>
                <a:close/>
                <a:moveTo>
                  <a:pt x="1184675" y="774099"/>
                </a:moveTo>
                <a:lnTo>
                  <a:pt x="1163123" y="777209"/>
                </a:lnTo>
                <a:lnTo>
                  <a:pt x="1178372" y="765761"/>
                </a:lnTo>
                <a:lnTo>
                  <a:pt x="1184675" y="774099"/>
                </a:lnTo>
                <a:close/>
                <a:moveTo>
                  <a:pt x="2006858" y="1226044"/>
                </a:moveTo>
                <a:lnTo>
                  <a:pt x="1947457" y="1253767"/>
                </a:lnTo>
                <a:lnTo>
                  <a:pt x="1932674" y="1232318"/>
                </a:lnTo>
                <a:lnTo>
                  <a:pt x="1954014" y="1191025"/>
                </a:lnTo>
                <a:lnTo>
                  <a:pt x="2007354" y="1201250"/>
                </a:lnTo>
                <a:lnTo>
                  <a:pt x="2012942" y="1178980"/>
                </a:lnTo>
                <a:lnTo>
                  <a:pt x="2034331" y="1171750"/>
                </a:lnTo>
                <a:lnTo>
                  <a:pt x="2018308" y="1187296"/>
                </a:lnTo>
                <a:lnTo>
                  <a:pt x="2026113" y="1206736"/>
                </a:lnTo>
                <a:lnTo>
                  <a:pt x="2006858" y="1226044"/>
                </a:lnTo>
                <a:close/>
                <a:moveTo>
                  <a:pt x="1139597" y="531076"/>
                </a:moveTo>
                <a:lnTo>
                  <a:pt x="1128347" y="523583"/>
                </a:lnTo>
                <a:lnTo>
                  <a:pt x="1139597" y="531076"/>
                </a:lnTo>
                <a:close/>
                <a:moveTo>
                  <a:pt x="1094052" y="375496"/>
                </a:moveTo>
                <a:lnTo>
                  <a:pt x="1104692" y="381842"/>
                </a:lnTo>
                <a:lnTo>
                  <a:pt x="1094052" y="375496"/>
                </a:lnTo>
                <a:close/>
                <a:moveTo>
                  <a:pt x="1121233" y="331026"/>
                </a:moveTo>
                <a:lnTo>
                  <a:pt x="1104566" y="329920"/>
                </a:lnTo>
                <a:lnTo>
                  <a:pt x="1121233" y="331026"/>
                </a:lnTo>
                <a:close/>
                <a:moveTo>
                  <a:pt x="1093624" y="322919"/>
                </a:moveTo>
                <a:lnTo>
                  <a:pt x="1089875" y="333278"/>
                </a:lnTo>
                <a:lnTo>
                  <a:pt x="1071650" y="325447"/>
                </a:lnTo>
                <a:lnTo>
                  <a:pt x="1093624" y="322919"/>
                </a:lnTo>
                <a:close/>
                <a:moveTo>
                  <a:pt x="1055982" y="313422"/>
                </a:moveTo>
                <a:lnTo>
                  <a:pt x="1033928" y="298637"/>
                </a:lnTo>
                <a:lnTo>
                  <a:pt x="1055982" y="313422"/>
                </a:lnTo>
                <a:close/>
                <a:moveTo>
                  <a:pt x="1418907" y="306851"/>
                </a:moveTo>
                <a:lnTo>
                  <a:pt x="1408456" y="320109"/>
                </a:lnTo>
                <a:lnTo>
                  <a:pt x="1408571" y="305740"/>
                </a:lnTo>
                <a:lnTo>
                  <a:pt x="1418907" y="306851"/>
                </a:lnTo>
                <a:close/>
                <a:moveTo>
                  <a:pt x="1183923" y="245286"/>
                </a:moveTo>
                <a:lnTo>
                  <a:pt x="1167337" y="251948"/>
                </a:lnTo>
                <a:lnTo>
                  <a:pt x="1183923" y="245286"/>
                </a:lnTo>
                <a:close/>
                <a:moveTo>
                  <a:pt x="251164" y="1272615"/>
                </a:moveTo>
                <a:lnTo>
                  <a:pt x="238571" y="1280506"/>
                </a:lnTo>
                <a:lnTo>
                  <a:pt x="200730" y="1247780"/>
                </a:lnTo>
                <a:lnTo>
                  <a:pt x="247355" y="1210230"/>
                </a:lnTo>
                <a:lnTo>
                  <a:pt x="258159" y="1245893"/>
                </a:lnTo>
                <a:lnTo>
                  <a:pt x="251164" y="1272615"/>
                </a:lnTo>
                <a:close/>
                <a:moveTo>
                  <a:pt x="567237" y="1132850"/>
                </a:moveTo>
                <a:lnTo>
                  <a:pt x="565998" y="1143717"/>
                </a:lnTo>
                <a:lnTo>
                  <a:pt x="541854" y="1128997"/>
                </a:lnTo>
                <a:lnTo>
                  <a:pt x="567237" y="1132850"/>
                </a:lnTo>
                <a:close/>
                <a:moveTo>
                  <a:pt x="526972" y="1104950"/>
                </a:moveTo>
                <a:lnTo>
                  <a:pt x="519243" y="1118063"/>
                </a:lnTo>
                <a:lnTo>
                  <a:pt x="489110" y="1100232"/>
                </a:lnTo>
                <a:lnTo>
                  <a:pt x="526972" y="1104950"/>
                </a:lnTo>
                <a:close/>
                <a:moveTo>
                  <a:pt x="479203" y="1085359"/>
                </a:moveTo>
                <a:lnTo>
                  <a:pt x="477185" y="1104087"/>
                </a:lnTo>
                <a:lnTo>
                  <a:pt x="463569" y="1092208"/>
                </a:lnTo>
                <a:lnTo>
                  <a:pt x="479203" y="1085359"/>
                </a:lnTo>
                <a:close/>
                <a:moveTo>
                  <a:pt x="613083" y="1057393"/>
                </a:moveTo>
                <a:lnTo>
                  <a:pt x="594156" y="1061593"/>
                </a:lnTo>
                <a:lnTo>
                  <a:pt x="601719" y="1074159"/>
                </a:lnTo>
                <a:lnTo>
                  <a:pt x="586036" y="1062610"/>
                </a:lnTo>
                <a:lnTo>
                  <a:pt x="613083" y="1057393"/>
                </a:lnTo>
                <a:close/>
                <a:moveTo>
                  <a:pt x="650253" y="1053525"/>
                </a:moveTo>
                <a:lnTo>
                  <a:pt x="644314" y="1071525"/>
                </a:lnTo>
                <a:lnTo>
                  <a:pt x="631564" y="1066641"/>
                </a:lnTo>
                <a:lnTo>
                  <a:pt x="631093" y="1051730"/>
                </a:lnTo>
                <a:lnTo>
                  <a:pt x="650253" y="1053525"/>
                </a:lnTo>
                <a:close/>
                <a:moveTo>
                  <a:pt x="677553" y="1062671"/>
                </a:moveTo>
                <a:lnTo>
                  <a:pt x="678978" y="1073852"/>
                </a:lnTo>
                <a:lnTo>
                  <a:pt x="652742" y="1072140"/>
                </a:lnTo>
                <a:lnTo>
                  <a:pt x="663936" y="1056454"/>
                </a:lnTo>
                <a:lnTo>
                  <a:pt x="677553" y="1062671"/>
                </a:lnTo>
                <a:close/>
                <a:moveTo>
                  <a:pt x="348059" y="969433"/>
                </a:moveTo>
                <a:lnTo>
                  <a:pt x="337461" y="981375"/>
                </a:lnTo>
                <a:lnTo>
                  <a:pt x="324873" y="961069"/>
                </a:lnTo>
                <a:lnTo>
                  <a:pt x="332482" y="966541"/>
                </a:lnTo>
                <a:lnTo>
                  <a:pt x="332311" y="954306"/>
                </a:lnTo>
                <a:lnTo>
                  <a:pt x="348059" y="969433"/>
                </a:lnTo>
                <a:close/>
                <a:moveTo>
                  <a:pt x="640415" y="1021463"/>
                </a:moveTo>
                <a:lnTo>
                  <a:pt x="656705" y="1013001"/>
                </a:lnTo>
                <a:lnTo>
                  <a:pt x="664536" y="1029096"/>
                </a:lnTo>
                <a:lnTo>
                  <a:pt x="640415" y="1021463"/>
                </a:lnTo>
                <a:close/>
                <a:moveTo>
                  <a:pt x="741129" y="999388"/>
                </a:moveTo>
                <a:lnTo>
                  <a:pt x="739131" y="1016481"/>
                </a:lnTo>
                <a:lnTo>
                  <a:pt x="720519" y="1011948"/>
                </a:lnTo>
                <a:lnTo>
                  <a:pt x="729949" y="1027043"/>
                </a:lnTo>
                <a:lnTo>
                  <a:pt x="696560" y="1005809"/>
                </a:lnTo>
                <a:lnTo>
                  <a:pt x="741129" y="999388"/>
                </a:lnTo>
                <a:close/>
                <a:moveTo>
                  <a:pt x="515608" y="880636"/>
                </a:moveTo>
                <a:lnTo>
                  <a:pt x="495653" y="910096"/>
                </a:lnTo>
                <a:lnTo>
                  <a:pt x="494791" y="885484"/>
                </a:lnTo>
                <a:lnTo>
                  <a:pt x="484051" y="889358"/>
                </a:lnTo>
                <a:lnTo>
                  <a:pt x="478247" y="872809"/>
                </a:lnTo>
                <a:lnTo>
                  <a:pt x="495538" y="859848"/>
                </a:lnTo>
                <a:lnTo>
                  <a:pt x="491276" y="872831"/>
                </a:lnTo>
                <a:lnTo>
                  <a:pt x="501636" y="873743"/>
                </a:lnTo>
                <a:lnTo>
                  <a:pt x="503939" y="857058"/>
                </a:lnTo>
                <a:lnTo>
                  <a:pt x="518530" y="856230"/>
                </a:lnTo>
                <a:lnTo>
                  <a:pt x="507479" y="866480"/>
                </a:lnTo>
                <a:lnTo>
                  <a:pt x="515608" y="880636"/>
                </a:lnTo>
                <a:close/>
                <a:moveTo>
                  <a:pt x="531697" y="795494"/>
                </a:moveTo>
                <a:lnTo>
                  <a:pt x="506927" y="781481"/>
                </a:lnTo>
                <a:lnTo>
                  <a:pt x="531697" y="795494"/>
                </a:lnTo>
                <a:close/>
                <a:moveTo>
                  <a:pt x="590718" y="799222"/>
                </a:moveTo>
                <a:lnTo>
                  <a:pt x="542471" y="783960"/>
                </a:lnTo>
                <a:lnTo>
                  <a:pt x="590718" y="799222"/>
                </a:lnTo>
                <a:close/>
                <a:moveTo>
                  <a:pt x="1247114" y="844795"/>
                </a:moveTo>
                <a:lnTo>
                  <a:pt x="1243835" y="862934"/>
                </a:lnTo>
                <a:lnTo>
                  <a:pt x="1237544" y="843542"/>
                </a:lnTo>
                <a:lnTo>
                  <a:pt x="1227159" y="854083"/>
                </a:lnTo>
                <a:lnTo>
                  <a:pt x="1231083" y="870971"/>
                </a:lnTo>
                <a:lnTo>
                  <a:pt x="1179459" y="848834"/>
                </a:lnTo>
                <a:lnTo>
                  <a:pt x="1184346" y="837475"/>
                </a:lnTo>
                <a:lnTo>
                  <a:pt x="1247114" y="844795"/>
                </a:lnTo>
                <a:close/>
                <a:moveTo>
                  <a:pt x="2051911" y="769938"/>
                </a:moveTo>
                <a:lnTo>
                  <a:pt x="2047963" y="757021"/>
                </a:lnTo>
                <a:lnTo>
                  <a:pt x="2051911" y="769938"/>
                </a:lnTo>
                <a:close/>
                <a:moveTo>
                  <a:pt x="1981363" y="742981"/>
                </a:moveTo>
                <a:lnTo>
                  <a:pt x="2007603" y="734762"/>
                </a:lnTo>
                <a:lnTo>
                  <a:pt x="2016455" y="763038"/>
                </a:lnTo>
                <a:lnTo>
                  <a:pt x="1981363" y="742981"/>
                </a:lnTo>
                <a:close/>
                <a:moveTo>
                  <a:pt x="1242379" y="774229"/>
                </a:moveTo>
                <a:lnTo>
                  <a:pt x="1213881" y="785029"/>
                </a:lnTo>
                <a:lnTo>
                  <a:pt x="1242379" y="774229"/>
                </a:lnTo>
                <a:close/>
                <a:moveTo>
                  <a:pt x="1203065" y="774202"/>
                </a:moveTo>
                <a:lnTo>
                  <a:pt x="1192249" y="768978"/>
                </a:lnTo>
                <a:lnTo>
                  <a:pt x="1203065" y="774202"/>
                </a:lnTo>
                <a:close/>
                <a:moveTo>
                  <a:pt x="1290030" y="783156"/>
                </a:moveTo>
                <a:lnTo>
                  <a:pt x="1293903" y="793793"/>
                </a:lnTo>
                <a:lnTo>
                  <a:pt x="1282049" y="789570"/>
                </a:lnTo>
                <a:lnTo>
                  <a:pt x="1287677" y="771769"/>
                </a:lnTo>
                <a:lnTo>
                  <a:pt x="1290030" y="783156"/>
                </a:lnTo>
                <a:close/>
                <a:moveTo>
                  <a:pt x="1249314" y="690376"/>
                </a:moveTo>
                <a:lnTo>
                  <a:pt x="1233797" y="724662"/>
                </a:lnTo>
                <a:lnTo>
                  <a:pt x="1187914" y="721598"/>
                </a:lnTo>
                <a:lnTo>
                  <a:pt x="1249314" y="690376"/>
                </a:lnTo>
                <a:close/>
                <a:moveTo>
                  <a:pt x="1678427" y="670903"/>
                </a:moveTo>
                <a:lnTo>
                  <a:pt x="1688786" y="668888"/>
                </a:lnTo>
                <a:lnTo>
                  <a:pt x="1678427" y="670903"/>
                </a:lnTo>
                <a:close/>
                <a:moveTo>
                  <a:pt x="934903" y="646127"/>
                </a:moveTo>
                <a:lnTo>
                  <a:pt x="934701" y="665195"/>
                </a:lnTo>
                <a:lnTo>
                  <a:pt x="913742" y="664771"/>
                </a:lnTo>
                <a:lnTo>
                  <a:pt x="915996" y="640268"/>
                </a:lnTo>
                <a:lnTo>
                  <a:pt x="934903" y="646127"/>
                </a:lnTo>
                <a:close/>
                <a:moveTo>
                  <a:pt x="1767892" y="654066"/>
                </a:moveTo>
                <a:lnTo>
                  <a:pt x="1744703" y="672095"/>
                </a:lnTo>
                <a:lnTo>
                  <a:pt x="1751279" y="650836"/>
                </a:lnTo>
                <a:lnTo>
                  <a:pt x="1767892" y="654066"/>
                </a:lnTo>
                <a:close/>
                <a:moveTo>
                  <a:pt x="1725375" y="639657"/>
                </a:moveTo>
                <a:lnTo>
                  <a:pt x="1710854" y="650079"/>
                </a:lnTo>
                <a:lnTo>
                  <a:pt x="1725375" y="639657"/>
                </a:lnTo>
                <a:close/>
                <a:moveTo>
                  <a:pt x="1751349" y="525562"/>
                </a:moveTo>
                <a:lnTo>
                  <a:pt x="1741664" y="540054"/>
                </a:lnTo>
                <a:lnTo>
                  <a:pt x="1693755" y="532552"/>
                </a:lnTo>
                <a:lnTo>
                  <a:pt x="1734308" y="518920"/>
                </a:lnTo>
                <a:lnTo>
                  <a:pt x="1751349" y="525562"/>
                </a:lnTo>
                <a:close/>
                <a:moveTo>
                  <a:pt x="1697942" y="512619"/>
                </a:moveTo>
                <a:lnTo>
                  <a:pt x="1674693" y="520275"/>
                </a:lnTo>
                <a:lnTo>
                  <a:pt x="1693886" y="498953"/>
                </a:lnTo>
                <a:lnTo>
                  <a:pt x="1707313" y="503038"/>
                </a:lnTo>
                <a:lnTo>
                  <a:pt x="1697942" y="512619"/>
                </a:lnTo>
                <a:close/>
                <a:moveTo>
                  <a:pt x="1644838" y="465338"/>
                </a:moveTo>
                <a:lnTo>
                  <a:pt x="1620462" y="506034"/>
                </a:lnTo>
                <a:lnTo>
                  <a:pt x="1543489" y="523073"/>
                </a:lnTo>
                <a:lnTo>
                  <a:pt x="1528415" y="538261"/>
                </a:lnTo>
                <a:lnTo>
                  <a:pt x="1525691" y="528705"/>
                </a:lnTo>
                <a:lnTo>
                  <a:pt x="1464187" y="535498"/>
                </a:lnTo>
                <a:lnTo>
                  <a:pt x="1412415" y="572783"/>
                </a:lnTo>
                <a:lnTo>
                  <a:pt x="1382635" y="572964"/>
                </a:lnTo>
                <a:lnTo>
                  <a:pt x="1378168" y="559887"/>
                </a:lnTo>
                <a:lnTo>
                  <a:pt x="1412924" y="512349"/>
                </a:lnTo>
                <a:lnTo>
                  <a:pt x="1427270" y="448430"/>
                </a:lnTo>
                <a:lnTo>
                  <a:pt x="1460741" y="446595"/>
                </a:lnTo>
                <a:lnTo>
                  <a:pt x="1444095" y="430963"/>
                </a:lnTo>
                <a:lnTo>
                  <a:pt x="1454141" y="404897"/>
                </a:lnTo>
                <a:lnTo>
                  <a:pt x="1479588" y="411260"/>
                </a:lnTo>
                <a:lnTo>
                  <a:pt x="1452424" y="400125"/>
                </a:lnTo>
                <a:lnTo>
                  <a:pt x="1454558" y="389298"/>
                </a:lnTo>
                <a:lnTo>
                  <a:pt x="1479082" y="353530"/>
                </a:lnTo>
                <a:lnTo>
                  <a:pt x="1504569" y="371471"/>
                </a:lnTo>
                <a:lnTo>
                  <a:pt x="1505949" y="342346"/>
                </a:lnTo>
                <a:lnTo>
                  <a:pt x="1541944" y="359615"/>
                </a:lnTo>
                <a:lnTo>
                  <a:pt x="1512375" y="435707"/>
                </a:lnTo>
                <a:lnTo>
                  <a:pt x="1533948" y="398429"/>
                </a:lnTo>
                <a:lnTo>
                  <a:pt x="1562655" y="379731"/>
                </a:lnTo>
                <a:lnTo>
                  <a:pt x="1599500" y="408995"/>
                </a:lnTo>
                <a:lnTo>
                  <a:pt x="1606721" y="438206"/>
                </a:lnTo>
                <a:lnTo>
                  <a:pt x="1613573" y="425597"/>
                </a:lnTo>
                <a:lnTo>
                  <a:pt x="1631789" y="431107"/>
                </a:lnTo>
                <a:lnTo>
                  <a:pt x="1644838" y="465338"/>
                </a:lnTo>
                <a:close/>
                <a:moveTo>
                  <a:pt x="506151" y="180076"/>
                </a:moveTo>
                <a:lnTo>
                  <a:pt x="468258" y="173921"/>
                </a:lnTo>
                <a:lnTo>
                  <a:pt x="452152" y="140693"/>
                </a:lnTo>
                <a:lnTo>
                  <a:pt x="506151" y="180076"/>
                </a:lnTo>
                <a:close/>
                <a:moveTo>
                  <a:pt x="1154705" y="256892"/>
                </a:moveTo>
                <a:lnTo>
                  <a:pt x="1158404" y="268767"/>
                </a:lnTo>
                <a:lnTo>
                  <a:pt x="1128314" y="286963"/>
                </a:lnTo>
                <a:lnTo>
                  <a:pt x="1081926" y="287290"/>
                </a:lnTo>
                <a:lnTo>
                  <a:pt x="1099462" y="277594"/>
                </a:lnTo>
                <a:lnTo>
                  <a:pt x="1050911" y="257481"/>
                </a:lnTo>
                <a:lnTo>
                  <a:pt x="1061267" y="248615"/>
                </a:lnTo>
                <a:lnTo>
                  <a:pt x="1046861" y="225308"/>
                </a:lnTo>
                <a:lnTo>
                  <a:pt x="1154705" y="256892"/>
                </a:lnTo>
                <a:close/>
                <a:moveTo>
                  <a:pt x="1405934" y="403676"/>
                </a:moveTo>
                <a:lnTo>
                  <a:pt x="1407588" y="418386"/>
                </a:lnTo>
                <a:lnTo>
                  <a:pt x="1385353" y="437376"/>
                </a:lnTo>
                <a:lnTo>
                  <a:pt x="1301465" y="436243"/>
                </a:lnTo>
                <a:lnTo>
                  <a:pt x="1275231" y="408532"/>
                </a:lnTo>
                <a:lnTo>
                  <a:pt x="1228760" y="404563"/>
                </a:lnTo>
                <a:lnTo>
                  <a:pt x="1220217" y="386569"/>
                </a:lnTo>
                <a:lnTo>
                  <a:pt x="1192802" y="391513"/>
                </a:lnTo>
                <a:lnTo>
                  <a:pt x="1174412" y="362099"/>
                </a:lnTo>
                <a:lnTo>
                  <a:pt x="1176437" y="327125"/>
                </a:lnTo>
                <a:lnTo>
                  <a:pt x="1150887" y="327799"/>
                </a:lnTo>
                <a:lnTo>
                  <a:pt x="1163443" y="323751"/>
                </a:lnTo>
                <a:lnTo>
                  <a:pt x="1151766" y="315356"/>
                </a:lnTo>
                <a:lnTo>
                  <a:pt x="1160449" y="306866"/>
                </a:lnTo>
                <a:lnTo>
                  <a:pt x="1131622" y="329121"/>
                </a:lnTo>
                <a:lnTo>
                  <a:pt x="1134597" y="317140"/>
                </a:lnTo>
                <a:lnTo>
                  <a:pt x="1117787" y="309909"/>
                </a:lnTo>
                <a:lnTo>
                  <a:pt x="1135144" y="312235"/>
                </a:lnTo>
                <a:lnTo>
                  <a:pt x="1195920" y="277953"/>
                </a:lnTo>
                <a:lnTo>
                  <a:pt x="1178173" y="264175"/>
                </a:lnTo>
                <a:lnTo>
                  <a:pt x="1209666" y="236157"/>
                </a:lnTo>
                <a:lnTo>
                  <a:pt x="1220338" y="249190"/>
                </a:lnTo>
                <a:lnTo>
                  <a:pt x="1231614" y="236669"/>
                </a:lnTo>
                <a:lnTo>
                  <a:pt x="1320847" y="235554"/>
                </a:lnTo>
                <a:lnTo>
                  <a:pt x="1334390" y="249651"/>
                </a:lnTo>
                <a:lnTo>
                  <a:pt x="1298571" y="301504"/>
                </a:lnTo>
                <a:lnTo>
                  <a:pt x="1327161" y="272271"/>
                </a:lnTo>
                <a:lnTo>
                  <a:pt x="1345252" y="276375"/>
                </a:lnTo>
                <a:lnTo>
                  <a:pt x="1351392" y="250670"/>
                </a:lnTo>
                <a:lnTo>
                  <a:pt x="1378717" y="251473"/>
                </a:lnTo>
                <a:lnTo>
                  <a:pt x="1413872" y="291342"/>
                </a:lnTo>
                <a:lnTo>
                  <a:pt x="1403309" y="297463"/>
                </a:lnTo>
                <a:lnTo>
                  <a:pt x="1396876" y="362230"/>
                </a:lnTo>
                <a:lnTo>
                  <a:pt x="1388202" y="372032"/>
                </a:lnTo>
                <a:lnTo>
                  <a:pt x="1370551" y="364456"/>
                </a:lnTo>
                <a:lnTo>
                  <a:pt x="1405934" y="403676"/>
                </a:lnTo>
                <a:close/>
                <a:moveTo>
                  <a:pt x="654149" y="4988"/>
                </a:moveTo>
                <a:lnTo>
                  <a:pt x="675739" y="16520"/>
                </a:lnTo>
                <a:lnTo>
                  <a:pt x="668477" y="26114"/>
                </a:lnTo>
                <a:lnTo>
                  <a:pt x="618831" y="16204"/>
                </a:lnTo>
                <a:lnTo>
                  <a:pt x="631960" y="0"/>
                </a:lnTo>
                <a:lnTo>
                  <a:pt x="654149" y="4988"/>
                </a:lnTo>
                <a:close/>
                <a:moveTo>
                  <a:pt x="1093280" y="73336"/>
                </a:moveTo>
                <a:lnTo>
                  <a:pt x="1078042" y="85060"/>
                </a:lnTo>
                <a:lnTo>
                  <a:pt x="1032014" y="62132"/>
                </a:lnTo>
                <a:lnTo>
                  <a:pt x="1093280" y="73336"/>
                </a:lnTo>
                <a:close/>
                <a:moveTo>
                  <a:pt x="1324002" y="149828"/>
                </a:moveTo>
                <a:lnTo>
                  <a:pt x="1332607" y="153022"/>
                </a:lnTo>
                <a:lnTo>
                  <a:pt x="1322547" y="160931"/>
                </a:lnTo>
                <a:lnTo>
                  <a:pt x="1299821" y="159754"/>
                </a:lnTo>
                <a:lnTo>
                  <a:pt x="1294695" y="179673"/>
                </a:lnTo>
                <a:lnTo>
                  <a:pt x="1309256" y="209125"/>
                </a:lnTo>
                <a:lnTo>
                  <a:pt x="1299448" y="222380"/>
                </a:lnTo>
                <a:lnTo>
                  <a:pt x="1193207" y="230966"/>
                </a:lnTo>
                <a:lnTo>
                  <a:pt x="1160442" y="248002"/>
                </a:lnTo>
                <a:lnTo>
                  <a:pt x="1096288" y="215261"/>
                </a:lnTo>
                <a:lnTo>
                  <a:pt x="1128758" y="218871"/>
                </a:lnTo>
                <a:lnTo>
                  <a:pt x="1099922" y="198403"/>
                </a:lnTo>
                <a:lnTo>
                  <a:pt x="1144825" y="200355"/>
                </a:lnTo>
                <a:lnTo>
                  <a:pt x="1073435" y="192264"/>
                </a:lnTo>
                <a:lnTo>
                  <a:pt x="1084182" y="182509"/>
                </a:lnTo>
                <a:lnTo>
                  <a:pt x="1121930" y="185971"/>
                </a:lnTo>
                <a:lnTo>
                  <a:pt x="1094264" y="172759"/>
                </a:lnTo>
                <a:lnTo>
                  <a:pt x="1129385" y="168545"/>
                </a:lnTo>
                <a:lnTo>
                  <a:pt x="1152786" y="130572"/>
                </a:lnTo>
                <a:lnTo>
                  <a:pt x="1124009" y="133859"/>
                </a:lnTo>
                <a:lnTo>
                  <a:pt x="1131357" y="116700"/>
                </a:lnTo>
                <a:lnTo>
                  <a:pt x="1150039" y="111261"/>
                </a:lnTo>
                <a:lnTo>
                  <a:pt x="1147341" y="101818"/>
                </a:lnTo>
                <a:lnTo>
                  <a:pt x="1243809" y="78316"/>
                </a:lnTo>
                <a:lnTo>
                  <a:pt x="1227708" y="70179"/>
                </a:lnTo>
                <a:lnTo>
                  <a:pt x="1252985" y="69451"/>
                </a:lnTo>
                <a:lnTo>
                  <a:pt x="1287671" y="118779"/>
                </a:lnTo>
                <a:lnTo>
                  <a:pt x="1324706" y="137363"/>
                </a:lnTo>
                <a:lnTo>
                  <a:pt x="1324002" y="149828"/>
                </a:lnTo>
                <a:close/>
                <a:moveTo>
                  <a:pt x="1050425" y="604791"/>
                </a:moveTo>
                <a:lnTo>
                  <a:pt x="1041532" y="603944"/>
                </a:lnTo>
                <a:lnTo>
                  <a:pt x="1050425" y="604791"/>
                </a:lnTo>
                <a:close/>
                <a:moveTo>
                  <a:pt x="373995" y="1668500"/>
                </a:moveTo>
                <a:lnTo>
                  <a:pt x="381071" y="1682773"/>
                </a:lnTo>
                <a:lnTo>
                  <a:pt x="358467" y="1731578"/>
                </a:lnTo>
                <a:lnTo>
                  <a:pt x="341367" y="1742444"/>
                </a:lnTo>
                <a:lnTo>
                  <a:pt x="373995" y="1668500"/>
                </a:lnTo>
                <a:close/>
                <a:moveTo>
                  <a:pt x="1298731" y="766030"/>
                </a:moveTo>
                <a:lnTo>
                  <a:pt x="1275652" y="765576"/>
                </a:lnTo>
                <a:lnTo>
                  <a:pt x="1298731" y="766030"/>
                </a:lnTo>
                <a:close/>
                <a:moveTo>
                  <a:pt x="901874" y="663908"/>
                </a:moveTo>
                <a:lnTo>
                  <a:pt x="887089" y="687192"/>
                </a:lnTo>
                <a:lnTo>
                  <a:pt x="882591" y="670719"/>
                </a:lnTo>
                <a:lnTo>
                  <a:pt x="901874" y="66390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p"/>
          <p:cNvSpPr/>
          <p:nvPr/>
        </p:nvSpPr>
        <p:spPr>
          <a:xfrm>
            <a:off x="1594263" y="6789390"/>
            <a:ext cx="655466" cy="700324"/>
          </a:xfrm>
          <a:custGeom>
            <a:avLst/>
            <a:gdLst/>
            <a:ahLst/>
            <a:cxnLst/>
            <a:rect l="0" t="0" r="r" b="b"/>
            <a:pathLst>
              <a:path w="655466" h="700324">
                <a:moveTo>
                  <a:pt x="460501" y="637651"/>
                </a:moveTo>
                <a:lnTo>
                  <a:pt x="443322" y="655328"/>
                </a:lnTo>
                <a:lnTo>
                  <a:pt x="430049" y="647191"/>
                </a:lnTo>
                <a:lnTo>
                  <a:pt x="434888" y="657072"/>
                </a:lnTo>
                <a:lnTo>
                  <a:pt x="403340" y="674117"/>
                </a:lnTo>
                <a:lnTo>
                  <a:pt x="356811" y="687832"/>
                </a:lnTo>
                <a:lnTo>
                  <a:pt x="345382" y="680064"/>
                </a:lnTo>
                <a:lnTo>
                  <a:pt x="321552" y="700324"/>
                </a:lnTo>
                <a:lnTo>
                  <a:pt x="331896" y="675639"/>
                </a:lnTo>
                <a:lnTo>
                  <a:pt x="318593" y="689084"/>
                </a:lnTo>
                <a:lnTo>
                  <a:pt x="299286" y="686784"/>
                </a:lnTo>
                <a:lnTo>
                  <a:pt x="280257" y="620260"/>
                </a:lnTo>
                <a:lnTo>
                  <a:pt x="217593" y="546346"/>
                </a:lnTo>
                <a:lnTo>
                  <a:pt x="230372" y="511814"/>
                </a:lnTo>
                <a:lnTo>
                  <a:pt x="197549" y="388413"/>
                </a:lnTo>
                <a:lnTo>
                  <a:pt x="165007" y="323507"/>
                </a:lnTo>
                <a:lnTo>
                  <a:pt x="180648" y="250353"/>
                </a:lnTo>
                <a:lnTo>
                  <a:pt x="147555" y="195131"/>
                </a:lnTo>
                <a:lnTo>
                  <a:pt x="136682" y="121652"/>
                </a:lnTo>
                <a:lnTo>
                  <a:pt x="67960" y="113572"/>
                </a:lnTo>
                <a:lnTo>
                  <a:pt x="49084" y="97084"/>
                </a:lnTo>
                <a:lnTo>
                  <a:pt x="70623" y="79338"/>
                </a:lnTo>
                <a:lnTo>
                  <a:pt x="53822" y="67316"/>
                </a:lnTo>
                <a:lnTo>
                  <a:pt x="24104" y="80801"/>
                </a:lnTo>
                <a:lnTo>
                  <a:pt x="0" y="34138"/>
                </a:lnTo>
                <a:lnTo>
                  <a:pt x="18074" y="7294"/>
                </a:lnTo>
                <a:lnTo>
                  <a:pt x="31171" y="9474"/>
                </a:lnTo>
                <a:lnTo>
                  <a:pt x="34198" y="29291"/>
                </a:lnTo>
                <a:lnTo>
                  <a:pt x="61687" y="23590"/>
                </a:lnTo>
                <a:lnTo>
                  <a:pt x="86207" y="43901"/>
                </a:lnTo>
                <a:lnTo>
                  <a:pt x="102713" y="0"/>
                </a:lnTo>
                <a:lnTo>
                  <a:pt x="118945" y="8722"/>
                </a:lnTo>
                <a:lnTo>
                  <a:pt x="133062" y="72005"/>
                </a:lnTo>
                <a:lnTo>
                  <a:pt x="164202" y="99216"/>
                </a:lnTo>
                <a:lnTo>
                  <a:pt x="165464" y="172403"/>
                </a:lnTo>
                <a:lnTo>
                  <a:pt x="191833" y="194586"/>
                </a:lnTo>
                <a:lnTo>
                  <a:pt x="233595" y="183217"/>
                </a:lnTo>
                <a:lnTo>
                  <a:pt x="225749" y="206005"/>
                </a:lnTo>
                <a:lnTo>
                  <a:pt x="240368" y="209917"/>
                </a:lnTo>
                <a:lnTo>
                  <a:pt x="263162" y="182849"/>
                </a:lnTo>
                <a:lnTo>
                  <a:pt x="260348" y="165846"/>
                </a:lnTo>
                <a:lnTo>
                  <a:pt x="342262" y="168175"/>
                </a:lnTo>
                <a:lnTo>
                  <a:pt x="426030" y="102192"/>
                </a:lnTo>
                <a:lnTo>
                  <a:pt x="430373" y="81967"/>
                </a:lnTo>
                <a:lnTo>
                  <a:pt x="416885" y="75192"/>
                </a:lnTo>
                <a:lnTo>
                  <a:pt x="399095" y="90001"/>
                </a:lnTo>
                <a:lnTo>
                  <a:pt x="383486" y="79903"/>
                </a:lnTo>
                <a:lnTo>
                  <a:pt x="363784" y="92164"/>
                </a:lnTo>
                <a:lnTo>
                  <a:pt x="353884" y="77735"/>
                </a:lnTo>
                <a:lnTo>
                  <a:pt x="379293" y="26010"/>
                </a:lnTo>
                <a:lnTo>
                  <a:pt x="460836" y="25051"/>
                </a:lnTo>
                <a:lnTo>
                  <a:pt x="482730" y="58859"/>
                </a:lnTo>
                <a:lnTo>
                  <a:pt x="512041" y="44420"/>
                </a:lnTo>
                <a:lnTo>
                  <a:pt x="503732" y="28815"/>
                </a:lnTo>
                <a:lnTo>
                  <a:pt x="528353" y="2944"/>
                </a:lnTo>
                <a:lnTo>
                  <a:pt x="540252" y="29794"/>
                </a:lnTo>
                <a:lnTo>
                  <a:pt x="523258" y="51607"/>
                </a:lnTo>
                <a:lnTo>
                  <a:pt x="547559" y="73290"/>
                </a:lnTo>
                <a:lnTo>
                  <a:pt x="577142" y="67947"/>
                </a:lnTo>
                <a:lnTo>
                  <a:pt x="599455" y="147241"/>
                </a:lnTo>
                <a:lnTo>
                  <a:pt x="618889" y="157821"/>
                </a:lnTo>
                <a:lnTo>
                  <a:pt x="588680" y="206865"/>
                </a:lnTo>
                <a:lnTo>
                  <a:pt x="591906" y="286243"/>
                </a:lnTo>
                <a:lnTo>
                  <a:pt x="649824" y="295283"/>
                </a:lnTo>
                <a:lnTo>
                  <a:pt x="655466" y="313357"/>
                </a:lnTo>
                <a:lnTo>
                  <a:pt x="605575" y="311545"/>
                </a:lnTo>
                <a:lnTo>
                  <a:pt x="580821" y="387461"/>
                </a:lnTo>
                <a:lnTo>
                  <a:pt x="584647" y="458477"/>
                </a:lnTo>
                <a:lnTo>
                  <a:pt x="537604" y="455965"/>
                </a:lnTo>
                <a:lnTo>
                  <a:pt x="521363" y="475165"/>
                </a:lnTo>
                <a:lnTo>
                  <a:pt x="494189" y="449426"/>
                </a:lnTo>
                <a:lnTo>
                  <a:pt x="460109" y="452331"/>
                </a:lnTo>
                <a:lnTo>
                  <a:pt x="488571" y="492739"/>
                </a:lnTo>
                <a:lnTo>
                  <a:pt x="464790" y="511254"/>
                </a:lnTo>
                <a:lnTo>
                  <a:pt x="499325" y="537899"/>
                </a:lnTo>
                <a:lnTo>
                  <a:pt x="405379" y="580080"/>
                </a:lnTo>
                <a:lnTo>
                  <a:pt x="463458" y="609910"/>
                </a:lnTo>
                <a:lnTo>
                  <a:pt x="460501" y="63765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ap"/>
          <p:cNvSpPr/>
          <p:nvPr/>
        </p:nvSpPr>
        <p:spPr>
          <a:xfrm>
            <a:off x="3606890" y="6451371"/>
            <a:ext cx="741801" cy="964335"/>
          </a:xfrm>
          <a:custGeom>
            <a:avLst/>
            <a:gdLst/>
            <a:ahLst/>
            <a:cxnLst/>
            <a:rect l="0" t="0" r="r" b="b"/>
            <a:pathLst>
              <a:path w="741801" h="964335">
                <a:moveTo>
                  <a:pt x="605361" y="205814"/>
                </a:moveTo>
                <a:lnTo>
                  <a:pt x="591130" y="247977"/>
                </a:lnTo>
                <a:lnTo>
                  <a:pt x="640751" y="274162"/>
                </a:lnTo>
                <a:lnTo>
                  <a:pt x="654770" y="302721"/>
                </a:lnTo>
                <a:lnTo>
                  <a:pt x="683693" y="299541"/>
                </a:lnTo>
                <a:lnTo>
                  <a:pt x="694051" y="331274"/>
                </a:lnTo>
                <a:lnTo>
                  <a:pt x="723270" y="325422"/>
                </a:lnTo>
                <a:lnTo>
                  <a:pt x="741801" y="345951"/>
                </a:lnTo>
                <a:lnTo>
                  <a:pt x="695769" y="388561"/>
                </a:lnTo>
                <a:lnTo>
                  <a:pt x="705754" y="403825"/>
                </a:lnTo>
                <a:lnTo>
                  <a:pt x="679968" y="427422"/>
                </a:lnTo>
                <a:lnTo>
                  <a:pt x="701930" y="431557"/>
                </a:lnTo>
                <a:lnTo>
                  <a:pt x="712535" y="453829"/>
                </a:lnTo>
                <a:lnTo>
                  <a:pt x="688013" y="459140"/>
                </a:lnTo>
                <a:lnTo>
                  <a:pt x="662589" y="445719"/>
                </a:lnTo>
                <a:lnTo>
                  <a:pt x="623361" y="465126"/>
                </a:lnTo>
                <a:lnTo>
                  <a:pt x="625826" y="448280"/>
                </a:lnTo>
                <a:lnTo>
                  <a:pt x="602910" y="446363"/>
                </a:lnTo>
                <a:lnTo>
                  <a:pt x="593939" y="463001"/>
                </a:lnTo>
                <a:lnTo>
                  <a:pt x="576330" y="455151"/>
                </a:lnTo>
                <a:lnTo>
                  <a:pt x="585550" y="486947"/>
                </a:lnTo>
                <a:lnTo>
                  <a:pt x="559522" y="487340"/>
                </a:lnTo>
                <a:lnTo>
                  <a:pt x="558844" y="470601"/>
                </a:lnTo>
                <a:lnTo>
                  <a:pt x="544762" y="465656"/>
                </a:lnTo>
                <a:lnTo>
                  <a:pt x="555713" y="433916"/>
                </a:lnTo>
                <a:lnTo>
                  <a:pt x="502503" y="454650"/>
                </a:lnTo>
                <a:lnTo>
                  <a:pt x="526255" y="414542"/>
                </a:lnTo>
                <a:lnTo>
                  <a:pt x="546149" y="417663"/>
                </a:lnTo>
                <a:lnTo>
                  <a:pt x="497504" y="357719"/>
                </a:lnTo>
                <a:lnTo>
                  <a:pt x="447536" y="374915"/>
                </a:lnTo>
                <a:lnTo>
                  <a:pt x="441288" y="402713"/>
                </a:lnTo>
                <a:lnTo>
                  <a:pt x="420090" y="421445"/>
                </a:lnTo>
                <a:lnTo>
                  <a:pt x="440008" y="465442"/>
                </a:lnTo>
                <a:lnTo>
                  <a:pt x="442678" y="531418"/>
                </a:lnTo>
                <a:lnTo>
                  <a:pt x="493539" y="532385"/>
                </a:lnTo>
                <a:lnTo>
                  <a:pt x="508157" y="559905"/>
                </a:lnTo>
                <a:lnTo>
                  <a:pt x="564523" y="562509"/>
                </a:lnTo>
                <a:lnTo>
                  <a:pt x="576984" y="575708"/>
                </a:lnTo>
                <a:lnTo>
                  <a:pt x="643725" y="553840"/>
                </a:lnTo>
                <a:lnTo>
                  <a:pt x="665634" y="580559"/>
                </a:lnTo>
                <a:lnTo>
                  <a:pt x="661933" y="591873"/>
                </a:lnTo>
                <a:lnTo>
                  <a:pt x="605105" y="620157"/>
                </a:lnTo>
                <a:lnTo>
                  <a:pt x="587533" y="643741"/>
                </a:lnTo>
                <a:lnTo>
                  <a:pt x="590857" y="665024"/>
                </a:lnTo>
                <a:lnTo>
                  <a:pt x="572267" y="678386"/>
                </a:lnTo>
                <a:lnTo>
                  <a:pt x="540401" y="647178"/>
                </a:lnTo>
                <a:lnTo>
                  <a:pt x="504729" y="667086"/>
                </a:lnTo>
                <a:lnTo>
                  <a:pt x="478991" y="660398"/>
                </a:lnTo>
                <a:lnTo>
                  <a:pt x="393652" y="764358"/>
                </a:lnTo>
                <a:lnTo>
                  <a:pt x="391648" y="807165"/>
                </a:lnTo>
                <a:lnTo>
                  <a:pt x="372657" y="797225"/>
                </a:lnTo>
                <a:lnTo>
                  <a:pt x="324829" y="844155"/>
                </a:lnTo>
                <a:lnTo>
                  <a:pt x="324389" y="867376"/>
                </a:lnTo>
                <a:lnTo>
                  <a:pt x="303333" y="892814"/>
                </a:lnTo>
                <a:lnTo>
                  <a:pt x="308499" y="910646"/>
                </a:lnTo>
                <a:lnTo>
                  <a:pt x="281657" y="899673"/>
                </a:lnTo>
                <a:lnTo>
                  <a:pt x="263180" y="908056"/>
                </a:lnTo>
                <a:lnTo>
                  <a:pt x="260183" y="931407"/>
                </a:lnTo>
                <a:lnTo>
                  <a:pt x="220189" y="964335"/>
                </a:lnTo>
                <a:lnTo>
                  <a:pt x="176388" y="944557"/>
                </a:lnTo>
                <a:lnTo>
                  <a:pt x="143959" y="892489"/>
                </a:lnTo>
                <a:lnTo>
                  <a:pt x="130080" y="905721"/>
                </a:lnTo>
                <a:lnTo>
                  <a:pt x="67552" y="904337"/>
                </a:lnTo>
                <a:lnTo>
                  <a:pt x="67348" y="867869"/>
                </a:lnTo>
                <a:lnTo>
                  <a:pt x="54103" y="852353"/>
                </a:lnTo>
                <a:lnTo>
                  <a:pt x="45087" y="877307"/>
                </a:lnTo>
                <a:lnTo>
                  <a:pt x="30861" y="869943"/>
                </a:lnTo>
                <a:lnTo>
                  <a:pt x="48994" y="846789"/>
                </a:lnTo>
                <a:lnTo>
                  <a:pt x="41677" y="828001"/>
                </a:lnTo>
                <a:lnTo>
                  <a:pt x="62674" y="824436"/>
                </a:lnTo>
                <a:lnTo>
                  <a:pt x="76176" y="784158"/>
                </a:lnTo>
                <a:lnTo>
                  <a:pt x="69214" y="762141"/>
                </a:lnTo>
                <a:lnTo>
                  <a:pt x="40581" y="752822"/>
                </a:lnTo>
                <a:lnTo>
                  <a:pt x="81132" y="745209"/>
                </a:lnTo>
                <a:lnTo>
                  <a:pt x="94243" y="710388"/>
                </a:lnTo>
                <a:lnTo>
                  <a:pt x="110687" y="701201"/>
                </a:lnTo>
                <a:lnTo>
                  <a:pt x="92020" y="696684"/>
                </a:lnTo>
                <a:lnTo>
                  <a:pt x="82711" y="668715"/>
                </a:lnTo>
                <a:lnTo>
                  <a:pt x="35134" y="695607"/>
                </a:lnTo>
                <a:lnTo>
                  <a:pt x="7668" y="671101"/>
                </a:lnTo>
                <a:lnTo>
                  <a:pt x="31583" y="641629"/>
                </a:lnTo>
                <a:lnTo>
                  <a:pt x="11405" y="613481"/>
                </a:lnTo>
                <a:lnTo>
                  <a:pt x="24211" y="603543"/>
                </a:lnTo>
                <a:lnTo>
                  <a:pt x="33922" y="615661"/>
                </a:lnTo>
                <a:lnTo>
                  <a:pt x="46752" y="596526"/>
                </a:lnTo>
                <a:lnTo>
                  <a:pt x="23577" y="581863"/>
                </a:lnTo>
                <a:lnTo>
                  <a:pt x="48057" y="507947"/>
                </a:lnTo>
                <a:lnTo>
                  <a:pt x="45098" y="493055"/>
                </a:lnTo>
                <a:lnTo>
                  <a:pt x="25172" y="485772"/>
                </a:lnTo>
                <a:lnTo>
                  <a:pt x="28836" y="459795"/>
                </a:lnTo>
                <a:lnTo>
                  <a:pt x="0" y="423394"/>
                </a:lnTo>
                <a:lnTo>
                  <a:pt x="8347" y="372725"/>
                </a:lnTo>
                <a:lnTo>
                  <a:pt x="136" y="345043"/>
                </a:lnTo>
                <a:lnTo>
                  <a:pt x="48417" y="232484"/>
                </a:lnTo>
                <a:lnTo>
                  <a:pt x="133549" y="177901"/>
                </a:lnTo>
                <a:lnTo>
                  <a:pt x="120763" y="169547"/>
                </a:lnTo>
                <a:lnTo>
                  <a:pt x="116527" y="114972"/>
                </a:lnTo>
                <a:lnTo>
                  <a:pt x="151356" y="116118"/>
                </a:lnTo>
                <a:lnTo>
                  <a:pt x="165864" y="129580"/>
                </a:lnTo>
                <a:lnTo>
                  <a:pt x="262271" y="108122"/>
                </a:lnTo>
                <a:lnTo>
                  <a:pt x="273789" y="102040"/>
                </a:lnTo>
                <a:lnTo>
                  <a:pt x="262774" y="71827"/>
                </a:lnTo>
                <a:lnTo>
                  <a:pt x="272663" y="64204"/>
                </a:lnTo>
                <a:lnTo>
                  <a:pt x="250478" y="32199"/>
                </a:lnTo>
                <a:lnTo>
                  <a:pt x="282383" y="26523"/>
                </a:lnTo>
                <a:lnTo>
                  <a:pt x="294693" y="38772"/>
                </a:lnTo>
                <a:lnTo>
                  <a:pt x="347839" y="28089"/>
                </a:lnTo>
                <a:lnTo>
                  <a:pt x="356500" y="13092"/>
                </a:lnTo>
                <a:lnTo>
                  <a:pt x="364994" y="20351"/>
                </a:lnTo>
                <a:lnTo>
                  <a:pt x="397839" y="0"/>
                </a:lnTo>
                <a:lnTo>
                  <a:pt x="405554" y="57534"/>
                </a:lnTo>
                <a:lnTo>
                  <a:pt x="442925" y="83187"/>
                </a:lnTo>
                <a:lnTo>
                  <a:pt x="498328" y="94743"/>
                </a:lnTo>
                <a:lnTo>
                  <a:pt x="491476" y="130744"/>
                </a:lnTo>
                <a:lnTo>
                  <a:pt x="539053" y="144636"/>
                </a:lnTo>
                <a:lnTo>
                  <a:pt x="529476" y="165299"/>
                </a:lnTo>
                <a:lnTo>
                  <a:pt x="538066" y="209192"/>
                </a:lnTo>
                <a:lnTo>
                  <a:pt x="566780" y="216684"/>
                </a:lnTo>
                <a:lnTo>
                  <a:pt x="605361" y="20581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p"/>
          <p:cNvSpPr/>
          <p:nvPr/>
        </p:nvSpPr>
        <p:spPr>
          <a:xfrm>
            <a:off x="4194350" y="5908429"/>
            <a:ext cx="956108" cy="1103282"/>
          </a:xfrm>
          <a:custGeom>
            <a:avLst/>
            <a:gdLst/>
            <a:ahLst/>
            <a:cxnLst/>
            <a:rect l="0" t="0" r="r" b="b"/>
            <a:pathLst>
              <a:path w="956108" h="1103282">
                <a:moveTo>
                  <a:pt x="11858" y="797132"/>
                </a:moveTo>
                <a:lnTo>
                  <a:pt x="0" y="782480"/>
                </a:lnTo>
                <a:lnTo>
                  <a:pt x="15224" y="736666"/>
                </a:lnTo>
                <a:lnTo>
                  <a:pt x="55277" y="700157"/>
                </a:lnTo>
                <a:lnTo>
                  <a:pt x="59551" y="658752"/>
                </a:lnTo>
                <a:lnTo>
                  <a:pt x="77097" y="655064"/>
                </a:lnTo>
                <a:lnTo>
                  <a:pt x="111639" y="677628"/>
                </a:lnTo>
                <a:lnTo>
                  <a:pt x="136824" y="665313"/>
                </a:lnTo>
                <a:lnTo>
                  <a:pt x="150436" y="678901"/>
                </a:lnTo>
                <a:lnTo>
                  <a:pt x="195381" y="599097"/>
                </a:lnTo>
                <a:lnTo>
                  <a:pt x="208534" y="593817"/>
                </a:lnTo>
                <a:lnTo>
                  <a:pt x="209297" y="604447"/>
                </a:lnTo>
                <a:lnTo>
                  <a:pt x="226667" y="588258"/>
                </a:lnTo>
                <a:lnTo>
                  <a:pt x="246943" y="604816"/>
                </a:lnTo>
                <a:lnTo>
                  <a:pt x="243287" y="624905"/>
                </a:lnTo>
                <a:lnTo>
                  <a:pt x="283975" y="619251"/>
                </a:lnTo>
                <a:lnTo>
                  <a:pt x="297833" y="604509"/>
                </a:lnTo>
                <a:lnTo>
                  <a:pt x="294477" y="565586"/>
                </a:lnTo>
                <a:lnTo>
                  <a:pt x="311081" y="553196"/>
                </a:lnTo>
                <a:lnTo>
                  <a:pt x="374822" y="551342"/>
                </a:lnTo>
                <a:lnTo>
                  <a:pt x="414694" y="536220"/>
                </a:lnTo>
                <a:lnTo>
                  <a:pt x="431556" y="505536"/>
                </a:lnTo>
                <a:lnTo>
                  <a:pt x="414208" y="473640"/>
                </a:lnTo>
                <a:lnTo>
                  <a:pt x="463302" y="417408"/>
                </a:lnTo>
                <a:lnTo>
                  <a:pt x="428037" y="326293"/>
                </a:lnTo>
                <a:lnTo>
                  <a:pt x="497990" y="285366"/>
                </a:lnTo>
                <a:lnTo>
                  <a:pt x="530203" y="291400"/>
                </a:lnTo>
                <a:lnTo>
                  <a:pt x="588468" y="233286"/>
                </a:lnTo>
                <a:lnTo>
                  <a:pt x="627961" y="211749"/>
                </a:lnTo>
                <a:lnTo>
                  <a:pt x="671300" y="160699"/>
                </a:lnTo>
                <a:lnTo>
                  <a:pt x="691262" y="97964"/>
                </a:lnTo>
                <a:lnTo>
                  <a:pt x="718396" y="83262"/>
                </a:lnTo>
                <a:lnTo>
                  <a:pt x="753759" y="18244"/>
                </a:lnTo>
                <a:lnTo>
                  <a:pt x="782108" y="0"/>
                </a:lnTo>
                <a:lnTo>
                  <a:pt x="808569" y="38052"/>
                </a:lnTo>
                <a:lnTo>
                  <a:pt x="795107" y="69559"/>
                </a:lnTo>
                <a:lnTo>
                  <a:pt x="872135" y="128530"/>
                </a:lnTo>
                <a:lnTo>
                  <a:pt x="933919" y="270772"/>
                </a:lnTo>
                <a:lnTo>
                  <a:pt x="931830" y="315058"/>
                </a:lnTo>
                <a:lnTo>
                  <a:pt x="910490" y="332884"/>
                </a:lnTo>
                <a:lnTo>
                  <a:pt x="883869" y="453194"/>
                </a:lnTo>
                <a:lnTo>
                  <a:pt x="908108" y="491085"/>
                </a:lnTo>
                <a:lnTo>
                  <a:pt x="861975" y="603175"/>
                </a:lnTo>
                <a:lnTo>
                  <a:pt x="870669" y="625950"/>
                </a:lnTo>
                <a:lnTo>
                  <a:pt x="946323" y="684085"/>
                </a:lnTo>
                <a:lnTo>
                  <a:pt x="938250" y="820843"/>
                </a:lnTo>
                <a:lnTo>
                  <a:pt x="956108" y="841059"/>
                </a:lnTo>
                <a:lnTo>
                  <a:pt x="926525" y="948080"/>
                </a:lnTo>
                <a:lnTo>
                  <a:pt x="867889" y="946762"/>
                </a:lnTo>
                <a:lnTo>
                  <a:pt x="847661" y="958380"/>
                </a:lnTo>
                <a:lnTo>
                  <a:pt x="843021" y="944225"/>
                </a:lnTo>
                <a:lnTo>
                  <a:pt x="775086" y="947144"/>
                </a:lnTo>
                <a:lnTo>
                  <a:pt x="784659" y="962780"/>
                </a:lnTo>
                <a:lnTo>
                  <a:pt x="743336" y="1000899"/>
                </a:lnTo>
                <a:lnTo>
                  <a:pt x="751042" y="1019673"/>
                </a:lnTo>
                <a:lnTo>
                  <a:pt x="727696" y="1076785"/>
                </a:lnTo>
                <a:lnTo>
                  <a:pt x="743945" y="1081730"/>
                </a:lnTo>
                <a:lnTo>
                  <a:pt x="737304" y="1092323"/>
                </a:lnTo>
                <a:lnTo>
                  <a:pt x="721463" y="1102639"/>
                </a:lnTo>
                <a:lnTo>
                  <a:pt x="701565" y="1076068"/>
                </a:lnTo>
                <a:lnTo>
                  <a:pt x="648469" y="1065358"/>
                </a:lnTo>
                <a:lnTo>
                  <a:pt x="611806" y="1103282"/>
                </a:lnTo>
                <a:lnTo>
                  <a:pt x="582114" y="1082333"/>
                </a:lnTo>
                <a:lnTo>
                  <a:pt x="556637" y="1038320"/>
                </a:lnTo>
                <a:lnTo>
                  <a:pt x="541692" y="1053088"/>
                </a:lnTo>
                <a:lnTo>
                  <a:pt x="543300" y="1040414"/>
                </a:lnTo>
                <a:lnTo>
                  <a:pt x="518816" y="1021232"/>
                </a:lnTo>
                <a:lnTo>
                  <a:pt x="476561" y="1017145"/>
                </a:lnTo>
                <a:lnTo>
                  <a:pt x="477186" y="1000230"/>
                </a:lnTo>
                <a:lnTo>
                  <a:pt x="408447" y="1020953"/>
                </a:lnTo>
                <a:lnTo>
                  <a:pt x="392996" y="1045093"/>
                </a:lnTo>
                <a:lnTo>
                  <a:pt x="374170" y="992479"/>
                </a:lnTo>
                <a:lnTo>
                  <a:pt x="337556" y="956679"/>
                </a:lnTo>
                <a:lnTo>
                  <a:pt x="322624" y="981108"/>
                </a:lnTo>
                <a:lnTo>
                  <a:pt x="298901" y="973094"/>
                </a:lnTo>
                <a:lnTo>
                  <a:pt x="206908" y="902542"/>
                </a:lnTo>
                <a:lnTo>
                  <a:pt x="198153" y="892248"/>
                </a:lnTo>
                <a:lnTo>
                  <a:pt x="207116" y="886245"/>
                </a:lnTo>
                <a:lnTo>
                  <a:pt x="170585" y="850738"/>
                </a:lnTo>
                <a:lnTo>
                  <a:pt x="115875" y="879008"/>
                </a:lnTo>
                <a:lnTo>
                  <a:pt x="96234" y="842484"/>
                </a:lnTo>
                <a:lnTo>
                  <a:pt x="67311" y="845663"/>
                </a:lnTo>
                <a:lnTo>
                  <a:pt x="53292" y="817105"/>
                </a:lnTo>
                <a:lnTo>
                  <a:pt x="11858" y="79713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map"/>
          <p:cNvSpPr/>
          <p:nvPr/>
        </p:nvSpPr>
        <p:spPr>
          <a:xfrm>
            <a:off x="4982614" y="5444673"/>
            <a:ext cx="2068893" cy="1669236"/>
          </a:xfrm>
          <a:custGeom>
            <a:avLst/>
            <a:gdLst/>
            <a:ahLst/>
            <a:cxnLst/>
            <a:rect l="0" t="0" r="r" b="b"/>
            <a:pathLst>
              <a:path w="2068893" h="1669236">
                <a:moveTo>
                  <a:pt x="1307" y="481745"/>
                </a:moveTo>
                <a:lnTo>
                  <a:pt x="0" y="442209"/>
                </a:lnTo>
                <a:lnTo>
                  <a:pt x="58823" y="392017"/>
                </a:lnTo>
                <a:lnTo>
                  <a:pt x="63230" y="348497"/>
                </a:lnTo>
                <a:lnTo>
                  <a:pt x="88318" y="323287"/>
                </a:lnTo>
                <a:lnTo>
                  <a:pt x="87022" y="287499"/>
                </a:lnTo>
                <a:lnTo>
                  <a:pt x="200840" y="171486"/>
                </a:lnTo>
                <a:lnTo>
                  <a:pt x="240950" y="153022"/>
                </a:lnTo>
                <a:lnTo>
                  <a:pt x="233512" y="125445"/>
                </a:lnTo>
                <a:lnTo>
                  <a:pt x="257602" y="92359"/>
                </a:lnTo>
                <a:lnTo>
                  <a:pt x="254015" y="80319"/>
                </a:lnTo>
                <a:lnTo>
                  <a:pt x="286107" y="64057"/>
                </a:lnTo>
                <a:lnTo>
                  <a:pt x="298014" y="42169"/>
                </a:lnTo>
                <a:lnTo>
                  <a:pt x="350494" y="23092"/>
                </a:lnTo>
                <a:lnTo>
                  <a:pt x="372358" y="36249"/>
                </a:lnTo>
                <a:lnTo>
                  <a:pt x="370768" y="70784"/>
                </a:lnTo>
                <a:lnTo>
                  <a:pt x="396828" y="54208"/>
                </a:lnTo>
                <a:lnTo>
                  <a:pt x="439960" y="49586"/>
                </a:lnTo>
                <a:lnTo>
                  <a:pt x="497643" y="8407"/>
                </a:lnTo>
                <a:lnTo>
                  <a:pt x="542352" y="0"/>
                </a:lnTo>
                <a:lnTo>
                  <a:pt x="550060" y="25222"/>
                </a:lnTo>
                <a:lnTo>
                  <a:pt x="536854" y="76275"/>
                </a:lnTo>
                <a:lnTo>
                  <a:pt x="553438" y="98907"/>
                </a:lnTo>
                <a:lnTo>
                  <a:pt x="505720" y="156212"/>
                </a:lnTo>
                <a:lnTo>
                  <a:pt x="499373" y="186064"/>
                </a:lnTo>
                <a:lnTo>
                  <a:pt x="463687" y="203243"/>
                </a:lnTo>
                <a:lnTo>
                  <a:pt x="480898" y="230676"/>
                </a:lnTo>
                <a:lnTo>
                  <a:pt x="508362" y="237149"/>
                </a:lnTo>
                <a:lnTo>
                  <a:pt x="517338" y="257233"/>
                </a:lnTo>
                <a:lnTo>
                  <a:pt x="503284" y="284679"/>
                </a:lnTo>
                <a:lnTo>
                  <a:pt x="634698" y="327251"/>
                </a:lnTo>
                <a:lnTo>
                  <a:pt x="661574" y="315747"/>
                </a:lnTo>
                <a:lnTo>
                  <a:pt x="706727" y="335748"/>
                </a:lnTo>
                <a:lnTo>
                  <a:pt x="730651" y="366113"/>
                </a:lnTo>
                <a:lnTo>
                  <a:pt x="749762" y="366834"/>
                </a:lnTo>
                <a:lnTo>
                  <a:pt x="761560" y="387822"/>
                </a:lnTo>
                <a:lnTo>
                  <a:pt x="730628" y="426059"/>
                </a:lnTo>
                <a:lnTo>
                  <a:pt x="751078" y="467116"/>
                </a:lnTo>
                <a:lnTo>
                  <a:pt x="784125" y="494417"/>
                </a:lnTo>
                <a:lnTo>
                  <a:pt x="851199" y="473688"/>
                </a:lnTo>
                <a:lnTo>
                  <a:pt x="878039" y="502159"/>
                </a:lnTo>
                <a:lnTo>
                  <a:pt x="894561" y="488271"/>
                </a:lnTo>
                <a:lnTo>
                  <a:pt x="893795" y="466061"/>
                </a:lnTo>
                <a:lnTo>
                  <a:pt x="907880" y="465560"/>
                </a:lnTo>
                <a:lnTo>
                  <a:pt x="966331" y="525666"/>
                </a:lnTo>
                <a:lnTo>
                  <a:pt x="990760" y="531502"/>
                </a:lnTo>
                <a:lnTo>
                  <a:pt x="1012780" y="572231"/>
                </a:lnTo>
                <a:lnTo>
                  <a:pt x="982427" y="597518"/>
                </a:lnTo>
                <a:lnTo>
                  <a:pt x="984928" y="661347"/>
                </a:lnTo>
                <a:lnTo>
                  <a:pt x="1018916" y="680323"/>
                </a:lnTo>
                <a:lnTo>
                  <a:pt x="1024769" y="700081"/>
                </a:lnTo>
                <a:lnTo>
                  <a:pt x="998648" y="770422"/>
                </a:lnTo>
                <a:lnTo>
                  <a:pt x="1028805" y="780337"/>
                </a:lnTo>
                <a:lnTo>
                  <a:pt x="1049181" y="769574"/>
                </a:lnTo>
                <a:lnTo>
                  <a:pt x="1085445" y="789011"/>
                </a:lnTo>
                <a:lnTo>
                  <a:pt x="1130888" y="776835"/>
                </a:lnTo>
                <a:lnTo>
                  <a:pt x="1134819" y="824425"/>
                </a:lnTo>
                <a:lnTo>
                  <a:pt x="1199701" y="857740"/>
                </a:lnTo>
                <a:lnTo>
                  <a:pt x="1211581" y="888089"/>
                </a:lnTo>
                <a:lnTo>
                  <a:pt x="1321680" y="916749"/>
                </a:lnTo>
                <a:lnTo>
                  <a:pt x="1345617" y="957387"/>
                </a:lnTo>
                <a:lnTo>
                  <a:pt x="1382057" y="952858"/>
                </a:lnTo>
                <a:lnTo>
                  <a:pt x="1404731" y="973544"/>
                </a:lnTo>
                <a:lnTo>
                  <a:pt x="1403937" y="1009287"/>
                </a:lnTo>
                <a:lnTo>
                  <a:pt x="1453732" y="1091028"/>
                </a:lnTo>
                <a:lnTo>
                  <a:pt x="1524554" y="1084288"/>
                </a:lnTo>
                <a:lnTo>
                  <a:pt x="1607001" y="1112417"/>
                </a:lnTo>
                <a:lnTo>
                  <a:pt x="1624844" y="1081391"/>
                </a:lnTo>
                <a:lnTo>
                  <a:pt x="1687303" y="1059726"/>
                </a:lnTo>
                <a:lnTo>
                  <a:pt x="1694075" y="1045951"/>
                </a:lnTo>
                <a:lnTo>
                  <a:pt x="1738327" y="1052413"/>
                </a:lnTo>
                <a:lnTo>
                  <a:pt x="1741782" y="1109160"/>
                </a:lnTo>
                <a:lnTo>
                  <a:pt x="1771112" y="1143726"/>
                </a:lnTo>
                <a:lnTo>
                  <a:pt x="1808024" y="1130531"/>
                </a:lnTo>
                <a:lnTo>
                  <a:pt x="1853039" y="1153063"/>
                </a:lnTo>
                <a:lnTo>
                  <a:pt x="1849861" y="1168270"/>
                </a:lnTo>
                <a:lnTo>
                  <a:pt x="1883437" y="1216922"/>
                </a:lnTo>
                <a:lnTo>
                  <a:pt x="1930427" y="1209498"/>
                </a:lnTo>
                <a:lnTo>
                  <a:pt x="1941608" y="1243367"/>
                </a:lnTo>
                <a:lnTo>
                  <a:pt x="1959155" y="1252149"/>
                </a:lnTo>
                <a:lnTo>
                  <a:pt x="1973035" y="1362477"/>
                </a:lnTo>
                <a:lnTo>
                  <a:pt x="2063689" y="1423266"/>
                </a:lnTo>
                <a:lnTo>
                  <a:pt x="2068893" y="1447189"/>
                </a:lnTo>
                <a:lnTo>
                  <a:pt x="2037619" y="1457069"/>
                </a:lnTo>
                <a:lnTo>
                  <a:pt x="2036149" y="1475422"/>
                </a:lnTo>
                <a:lnTo>
                  <a:pt x="1895922" y="1526384"/>
                </a:lnTo>
                <a:lnTo>
                  <a:pt x="1871082" y="1525934"/>
                </a:lnTo>
                <a:lnTo>
                  <a:pt x="1838648" y="1475919"/>
                </a:lnTo>
                <a:lnTo>
                  <a:pt x="1806735" y="1471563"/>
                </a:lnTo>
                <a:lnTo>
                  <a:pt x="1728666" y="1509863"/>
                </a:lnTo>
                <a:lnTo>
                  <a:pt x="1721059" y="1529178"/>
                </a:lnTo>
                <a:lnTo>
                  <a:pt x="1698149" y="1539528"/>
                </a:lnTo>
                <a:lnTo>
                  <a:pt x="1674710" y="1510379"/>
                </a:lnTo>
                <a:lnTo>
                  <a:pt x="1614395" y="1495075"/>
                </a:lnTo>
                <a:lnTo>
                  <a:pt x="1610643" y="1471200"/>
                </a:lnTo>
                <a:lnTo>
                  <a:pt x="1586572" y="1456144"/>
                </a:lnTo>
                <a:lnTo>
                  <a:pt x="1533253" y="1465906"/>
                </a:lnTo>
                <a:lnTo>
                  <a:pt x="1463164" y="1444877"/>
                </a:lnTo>
                <a:lnTo>
                  <a:pt x="1456777" y="1408747"/>
                </a:lnTo>
                <a:lnTo>
                  <a:pt x="1343674" y="1389406"/>
                </a:lnTo>
                <a:lnTo>
                  <a:pt x="1329752" y="1369455"/>
                </a:lnTo>
                <a:lnTo>
                  <a:pt x="1280788" y="1347180"/>
                </a:lnTo>
                <a:lnTo>
                  <a:pt x="1260702" y="1368086"/>
                </a:lnTo>
                <a:lnTo>
                  <a:pt x="1257807" y="1396862"/>
                </a:lnTo>
                <a:lnTo>
                  <a:pt x="1221445" y="1419757"/>
                </a:lnTo>
                <a:lnTo>
                  <a:pt x="1222697" y="1442141"/>
                </a:lnTo>
                <a:lnTo>
                  <a:pt x="1199874" y="1464285"/>
                </a:lnTo>
                <a:lnTo>
                  <a:pt x="1162664" y="1555048"/>
                </a:lnTo>
                <a:lnTo>
                  <a:pt x="1118506" y="1547427"/>
                </a:lnTo>
                <a:lnTo>
                  <a:pt x="1086812" y="1558797"/>
                </a:lnTo>
                <a:lnTo>
                  <a:pt x="1071569" y="1579275"/>
                </a:lnTo>
                <a:lnTo>
                  <a:pt x="1051138" y="1582900"/>
                </a:lnTo>
                <a:lnTo>
                  <a:pt x="1035651" y="1627770"/>
                </a:lnTo>
                <a:lnTo>
                  <a:pt x="970880" y="1669236"/>
                </a:lnTo>
                <a:lnTo>
                  <a:pt x="940347" y="1637942"/>
                </a:lnTo>
                <a:lnTo>
                  <a:pt x="882737" y="1616899"/>
                </a:lnTo>
                <a:lnTo>
                  <a:pt x="849436" y="1580543"/>
                </a:lnTo>
                <a:lnTo>
                  <a:pt x="797378" y="1557056"/>
                </a:lnTo>
                <a:lnTo>
                  <a:pt x="809131" y="1544020"/>
                </a:lnTo>
                <a:lnTo>
                  <a:pt x="808346" y="1505064"/>
                </a:lnTo>
                <a:lnTo>
                  <a:pt x="781400" y="1501250"/>
                </a:lnTo>
                <a:lnTo>
                  <a:pt x="774244" y="1488349"/>
                </a:lnTo>
                <a:lnTo>
                  <a:pt x="760398" y="1400528"/>
                </a:lnTo>
                <a:lnTo>
                  <a:pt x="717402" y="1332746"/>
                </a:lnTo>
                <a:lnTo>
                  <a:pt x="716608" y="1310026"/>
                </a:lnTo>
                <a:lnTo>
                  <a:pt x="692713" y="1317591"/>
                </a:lnTo>
                <a:lnTo>
                  <a:pt x="680343" y="1302880"/>
                </a:lnTo>
                <a:lnTo>
                  <a:pt x="643338" y="1295099"/>
                </a:lnTo>
                <a:lnTo>
                  <a:pt x="566054" y="1223103"/>
                </a:lnTo>
                <a:lnTo>
                  <a:pt x="539180" y="1228910"/>
                </a:lnTo>
                <a:lnTo>
                  <a:pt x="548443" y="1257093"/>
                </a:lnTo>
                <a:lnTo>
                  <a:pt x="471053" y="1262208"/>
                </a:lnTo>
                <a:lnTo>
                  <a:pt x="428997" y="1301682"/>
                </a:lnTo>
                <a:lnTo>
                  <a:pt x="371415" y="1287203"/>
                </a:lnTo>
                <a:lnTo>
                  <a:pt x="290538" y="1305246"/>
                </a:lnTo>
                <a:lnTo>
                  <a:pt x="286094" y="1292359"/>
                </a:lnTo>
                <a:lnTo>
                  <a:pt x="266690" y="1291122"/>
                </a:lnTo>
                <a:lnTo>
                  <a:pt x="244372" y="1331760"/>
                </a:lnTo>
                <a:lnTo>
                  <a:pt x="203085" y="1329329"/>
                </a:lnTo>
                <a:lnTo>
                  <a:pt x="149986" y="1284599"/>
                </a:lnTo>
                <a:lnTo>
                  <a:pt x="157129" y="1145903"/>
                </a:lnTo>
                <a:lnTo>
                  <a:pt x="82405" y="1089707"/>
                </a:lnTo>
                <a:lnTo>
                  <a:pt x="73714" y="1069930"/>
                </a:lnTo>
                <a:lnTo>
                  <a:pt x="119844" y="954842"/>
                </a:lnTo>
                <a:lnTo>
                  <a:pt x="95605" y="916950"/>
                </a:lnTo>
                <a:lnTo>
                  <a:pt x="122226" y="796640"/>
                </a:lnTo>
                <a:lnTo>
                  <a:pt x="143566" y="778814"/>
                </a:lnTo>
                <a:lnTo>
                  <a:pt x="145655" y="734528"/>
                </a:lnTo>
                <a:lnTo>
                  <a:pt x="83871" y="592286"/>
                </a:lnTo>
                <a:lnTo>
                  <a:pt x="6843" y="533315"/>
                </a:lnTo>
                <a:lnTo>
                  <a:pt x="20305" y="501808"/>
                </a:lnTo>
                <a:lnTo>
                  <a:pt x="1307" y="48174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p"/>
          <p:cNvSpPr/>
          <p:nvPr/>
        </p:nvSpPr>
        <p:spPr>
          <a:xfrm>
            <a:off x="2136003" y="5645960"/>
            <a:ext cx="376027" cy="356846"/>
          </a:xfrm>
          <a:custGeom>
            <a:avLst/>
            <a:gdLst/>
            <a:ahLst/>
            <a:cxnLst/>
            <a:rect l="0" t="0" r="r" b="b"/>
            <a:pathLst>
              <a:path w="376027" h="356846">
                <a:moveTo>
                  <a:pt x="370322" y="163228"/>
                </a:moveTo>
                <a:lnTo>
                  <a:pt x="289387" y="218942"/>
                </a:lnTo>
                <a:lnTo>
                  <a:pt x="257948" y="225683"/>
                </a:lnTo>
                <a:lnTo>
                  <a:pt x="248366" y="289556"/>
                </a:lnTo>
                <a:lnTo>
                  <a:pt x="257284" y="334484"/>
                </a:lnTo>
                <a:lnTo>
                  <a:pt x="197197" y="356846"/>
                </a:lnTo>
                <a:lnTo>
                  <a:pt x="175015" y="318838"/>
                </a:lnTo>
                <a:lnTo>
                  <a:pt x="137563" y="292936"/>
                </a:lnTo>
                <a:lnTo>
                  <a:pt x="127145" y="265969"/>
                </a:lnTo>
                <a:lnTo>
                  <a:pt x="138956" y="247705"/>
                </a:lnTo>
                <a:lnTo>
                  <a:pt x="122074" y="223113"/>
                </a:lnTo>
                <a:lnTo>
                  <a:pt x="96085" y="222668"/>
                </a:lnTo>
                <a:lnTo>
                  <a:pt x="100372" y="196214"/>
                </a:lnTo>
                <a:lnTo>
                  <a:pt x="86445" y="191526"/>
                </a:lnTo>
                <a:lnTo>
                  <a:pt x="88139" y="179430"/>
                </a:lnTo>
                <a:lnTo>
                  <a:pt x="26533" y="156936"/>
                </a:lnTo>
                <a:lnTo>
                  <a:pt x="0" y="121302"/>
                </a:lnTo>
                <a:lnTo>
                  <a:pt x="33669" y="91019"/>
                </a:lnTo>
                <a:lnTo>
                  <a:pt x="63433" y="102307"/>
                </a:lnTo>
                <a:lnTo>
                  <a:pt x="78476" y="93724"/>
                </a:lnTo>
                <a:lnTo>
                  <a:pt x="95402" y="34323"/>
                </a:lnTo>
                <a:lnTo>
                  <a:pt x="130318" y="30202"/>
                </a:lnTo>
                <a:lnTo>
                  <a:pt x="144949" y="8002"/>
                </a:lnTo>
                <a:lnTo>
                  <a:pt x="175411" y="0"/>
                </a:lnTo>
                <a:lnTo>
                  <a:pt x="188498" y="49194"/>
                </a:lnTo>
                <a:lnTo>
                  <a:pt x="219424" y="62629"/>
                </a:lnTo>
                <a:lnTo>
                  <a:pt x="246993" y="41405"/>
                </a:lnTo>
                <a:lnTo>
                  <a:pt x="249469" y="22524"/>
                </a:lnTo>
                <a:lnTo>
                  <a:pt x="277972" y="38854"/>
                </a:lnTo>
                <a:lnTo>
                  <a:pt x="292080" y="19759"/>
                </a:lnTo>
                <a:lnTo>
                  <a:pt x="314440" y="28508"/>
                </a:lnTo>
                <a:lnTo>
                  <a:pt x="322789" y="44434"/>
                </a:lnTo>
                <a:lnTo>
                  <a:pt x="308632" y="74583"/>
                </a:lnTo>
                <a:lnTo>
                  <a:pt x="336099" y="95094"/>
                </a:lnTo>
                <a:lnTo>
                  <a:pt x="351492" y="86580"/>
                </a:lnTo>
                <a:lnTo>
                  <a:pt x="376027" y="97105"/>
                </a:lnTo>
                <a:lnTo>
                  <a:pt x="363873" y="132013"/>
                </a:lnTo>
                <a:lnTo>
                  <a:pt x="370322" y="163228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map"/>
          <p:cNvSpPr/>
          <p:nvPr/>
        </p:nvSpPr>
        <p:spPr>
          <a:xfrm>
            <a:off x="2332056" y="5810633"/>
            <a:ext cx="380559" cy="406332"/>
          </a:xfrm>
          <a:custGeom>
            <a:avLst/>
            <a:gdLst/>
            <a:ahLst/>
            <a:cxnLst/>
            <a:rect l="0" t="0" r="r" b="b"/>
            <a:pathLst>
              <a:path w="380559" h="406332">
                <a:moveTo>
                  <a:pt x="116771" y="37234"/>
                </a:moveTo>
                <a:lnTo>
                  <a:pt x="164857" y="0"/>
                </a:lnTo>
                <a:lnTo>
                  <a:pt x="190811" y="17601"/>
                </a:lnTo>
                <a:lnTo>
                  <a:pt x="214322" y="2945"/>
                </a:lnTo>
                <a:lnTo>
                  <a:pt x="212661" y="12549"/>
                </a:lnTo>
                <a:lnTo>
                  <a:pt x="242927" y="16662"/>
                </a:lnTo>
                <a:lnTo>
                  <a:pt x="258052" y="72829"/>
                </a:lnTo>
                <a:lnTo>
                  <a:pt x="287545" y="73921"/>
                </a:lnTo>
                <a:lnTo>
                  <a:pt x="324167" y="49937"/>
                </a:lnTo>
                <a:lnTo>
                  <a:pt x="380559" y="106864"/>
                </a:lnTo>
                <a:lnTo>
                  <a:pt x="339678" y="136748"/>
                </a:lnTo>
                <a:lnTo>
                  <a:pt x="341628" y="166893"/>
                </a:lnTo>
                <a:lnTo>
                  <a:pt x="327626" y="170488"/>
                </a:lnTo>
                <a:lnTo>
                  <a:pt x="334004" y="185047"/>
                </a:lnTo>
                <a:lnTo>
                  <a:pt x="314233" y="225356"/>
                </a:lnTo>
                <a:lnTo>
                  <a:pt x="320108" y="275850"/>
                </a:lnTo>
                <a:lnTo>
                  <a:pt x="301666" y="340144"/>
                </a:lnTo>
                <a:lnTo>
                  <a:pt x="262895" y="339370"/>
                </a:lnTo>
                <a:lnTo>
                  <a:pt x="254960" y="358330"/>
                </a:lnTo>
                <a:lnTo>
                  <a:pt x="238391" y="349018"/>
                </a:lnTo>
                <a:lnTo>
                  <a:pt x="198698" y="358969"/>
                </a:lnTo>
                <a:lnTo>
                  <a:pt x="180536" y="383460"/>
                </a:lnTo>
                <a:lnTo>
                  <a:pt x="102914" y="406332"/>
                </a:lnTo>
                <a:lnTo>
                  <a:pt x="83249" y="388370"/>
                </a:lnTo>
                <a:lnTo>
                  <a:pt x="93954" y="364843"/>
                </a:lnTo>
                <a:lnTo>
                  <a:pt x="77341" y="369611"/>
                </a:lnTo>
                <a:lnTo>
                  <a:pt x="64492" y="348961"/>
                </a:lnTo>
                <a:lnTo>
                  <a:pt x="53091" y="297191"/>
                </a:lnTo>
                <a:lnTo>
                  <a:pt x="8067" y="270263"/>
                </a:lnTo>
                <a:lnTo>
                  <a:pt x="0" y="250317"/>
                </a:lnTo>
                <a:lnTo>
                  <a:pt x="23980" y="237572"/>
                </a:lnTo>
                <a:lnTo>
                  <a:pt x="1144" y="192173"/>
                </a:lnTo>
                <a:lnTo>
                  <a:pt x="60665" y="170652"/>
                </a:lnTo>
                <a:lnTo>
                  <a:pt x="52314" y="124884"/>
                </a:lnTo>
                <a:lnTo>
                  <a:pt x="60998" y="62464"/>
                </a:lnTo>
                <a:lnTo>
                  <a:pt x="116771" y="37234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p"/>
          <p:cNvSpPr/>
          <p:nvPr/>
        </p:nvSpPr>
        <p:spPr>
          <a:xfrm>
            <a:off x="5911016" y="6791853"/>
            <a:ext cx="1329466" cy="1096125"/>
          </a:xfrm>
          <a:custGeom>
            <a:avLst/>
            <a:gdLst/>
            <a:ahLst/>
            <a:cxnLst/>
            <a:rect l="0" t="0" r="r" b="b"/>
            <a:pathLst>
              <a:path w="1329466" h="1096125">
                <a:moveTo>
                  <a:pt x="910246" y="128739"/>
                </a:moveTo>
                <a:lnTo>
                  <a:pt x="942680" y="178754"/>
                </a:lnTo>
                <a:lnTo>
                  <a:pt x="967520" y="179204"/>
                </a:lnTo>
                <a:lnTo>
                  <a:pt x="990244" y="260081"/>
                </a:lnTo>
                <a:lnTo>
                  <a:pt x="992978" y="279044"/>
                </a:lnTo>
                <a:lnTo>
                  <a:pt x="954343" y="343141"/>
                </a:lnTo>
                <a:lnTo>
                  <a:pt x="965796" y="360064"/>
                </a:lnTo>
                <a:lnTo>
                  <a:pt x="1141718" y="389175"/>
                </a:lnTo>
                <a:lnTo>
                  <a:pt x="1180795" y="409568"/>
                </a:lnTo>
                <a:lnTo>
                  <a:pt x="1183718" y="446636"/>
                </a:lnTo>
                <a:lnTo>
                  <a:pt x="1213201" y="456447"/>
                </a:lnTo>
                <a:lnTo>
                  <a:pt x="1235536" y="535900"/>
                </a:lnTo>
                <a:lnTo>
                  <a:pt x="1302081" y="542817"/>
                </a:lnTo>
                <a:lnTo>
                  <a:pt x="1312892" y="595223"/>
                </a:lnTo>
                <a:lnTo>
                  <a:pt x="1268874" y="608501"/>
                </a:lnTo>
                <a:lnTo>
                  <a:pt x="1213170" y="671959"/>
                </a:lnTo>
                <a:lnTo>
                  <a:pt x="1212040" y="725271"/>
                </a:lnTo>
                <a:lnTo>
                  <a:pt x="1220755" y="752501"/>
                </a:lnTo>
                <a:lnTo>
                  <a:pt x="1282863" y="790612"/>
                </a:lnTo>
                <a:lnTo>
                  <a:pt x="1329466" y="800551"/>
                </a:lnTo>
                <a:lnTo>
                  <a:pt x="1325329" y="855770"/>
                </a:lnTo>
                <a:lnTo>
                  <a:pt x="1301157" y="858822"/>
                </a:lnTo>
                <a:lnTo>
                  <a:pt x="1226140" y="937967"/>
                </a:lnTo>
                <a:lnTo>
                  <a:pt x="1243667" y="948746"/>
                </a:lnTo>
                <a:lnTo>
                  <a:pt x="1226129" y="993530"/>
                </a:lnTo>
                <a:lnTo>
                  <a:pt x="1215713" y="1001186"/>
                </a:lnTo>
                <a:lnTo>
                  <a:pt x="1202913" y="990821"/>
                </a:lnTo>
                <a:lnTo>
                  <a:pt x="1134618" y="1031238"/>
                </a:lnTo>
                <a:lnTo>
                  <a:pt x="1120222" y="1011262"/>
                </a:lnTo>
                <a:lnTo>
                  <a:pt x="1076381" y="996265"/>
                </a:lnTo>
                <a:lnTo>
                  <a:pt x="1067978" y="1020297"/>
                </a:lnTo>
                <a:lnTo>
                  <a:pt x="1028152" y="994771"/>
                </a:lnTo>
                <a:lnTo>
                  <a:pt x="995470" y="1004462"/>
                </a:lnTo>
                <a:lnTo>
                  <a:pt x="980399" y="986944"/>
                </a:lnTo>
                <a:lnTo>
                  <a:pt x="964419" y="1008647"/>
                </a:lnTo>
                <a:lnTo>
                  <a:pt x="905678" y="1029923"/>
                </a:lnTo>
                <a:lnTo>
                  <a:pt x="913015" y="1045925"/>
                </a:lnTo>
                <a:lnTo>
                  <a:pt x="857658" y="1036455"/>
                </a:lnTo>
                <a:lnTo>
                  <a:pt x="848236" y="1049219"/>
                </a:lnTo>
                <a:lnTo>
                  <a:pt x="830821" y="1041009"/>
                </a:lnTo>
                <a:lnTo>
                  <a:pt x="768520" y="1062012"/>
                </a:lnTo>
                <a:lnTo>
                  <a:pt x="758557" y="1046103"/>
                </a:lnTo>
                <a:lnTo>
                  <a:pt x="732029" y="1047498"/>
                </a:lnTo>
                <a:lnTo>
                  <a:pt x="685709" y="1096125"/>
                </a:lnTo>
                <a:lnTo>
                  <a:pt x="662367" y="1094296"/>
                </a:lnTo>
                <a:lnTo>
                  <a:pt x="664588" y="1084668"/>
                </a:lnTo>
                <a:lnTo>
                  <a:pt x="650352" y="1090992"/>
                </a:lnTo>
                <a:lnTo>
                  <a:pt x="644897" y="1079122"/>
                </a:lnTo>
                <a:lnTo>
                  <a:pt x="670746" y="1054292"/>
                </a:lnTo>
                <a:lnTo>
                  <a:pt x="659475" y="1024556"/>
                </a:lnTo>
                <a:lnTo>
                  <a:pt x="667752" y="1014658"/>
                </a:lnTo>
                <a:lnTo>
                  <a:pt x="652608" y="1004552"/>
                </a:lnTo>
                <a:lnTo>
                  <a:pt x="665798" y="994141"/>
                </a:lnTo>
                <a:lnTo>
                  <a:pt x="652240" y="985817"/>
                </a:lnTo>
                <a:lnTo>
                  <a:pt x="679984" y="953482"/>
                </a:lnTo>
                <a:lnTo>
                  <a:pt x="669273" y="929720"/>
                </a:lnTo>
                <a:lnTo>
                  <a:pt x="640457" y="927258"/>
                </a:lnTo>
                <a:lnTo>
                  <a:pt x="629952" y="946089"/>
                </a:lnTo>
                <a:lnTo>
                  <a:pt x="504075" y="941670"/>
                </a:lnTo>
                <a:lnTo>
                  <a:pt x="475267" y="880622"/>
                </a:lnTo>
                <a:lnTo>
                  <a:pt x="391227" y="874288"/>
                </a:lnTo>
                <a:lnTo>
                  <a:pt x="348077" y="766064"/>
                </a:lnTo>
                <a:lnTo>
                  <a:pt x="252088" y="690055"/>
                </a:lnTo>
                <a:lnTo>
                  <a:pt x="37856" y="598110"/>
                </a:lnTo>
                <a:lnTo>
                  <a:pt x="15835" y="510527"/>
                </a:lnTo>
                <a:lnTo>
                  <a:pt x="31022" y="460569"/>
                </a:lnTo>
                <a:lnTo>
                  <a:pt x="0" y="411537"/>
                </a:lnTo>
                <a:lnTo>
                  <a:pt x="19676" y="398509"/>
                </a:lnTo>
                <a:lnTo>
                  <a:pt x="13925" y="372264"/>
                </a:lnTo>
                <a:lnTo>
                  <a:pt x="42254" y="361581"/>
                </a:lnTo>
                <a:lnTo>
                  <a:pt x="33027" y="332203"/>
                </a:lnTo>
                <a:lnTo>
                  <a:pt x="112099" y="275814"/>
                </a:lnTo>
                <a:lnTo>
                  <a:pt x="122736" y="235720"/>
                </a:lnTo>
                <a:lnTo>
                  <a:pt x="190104" y="200247"/>
                </a:lnTo>
                <a:lnTo>
                  <a:pt x="234262" y="207867"/>
                </a:lnTo>
                <a:lnTo>
                  <a:pt x="271472" y="117105"/>
                </a:lnTo>
                <a:lnTo>
                  <a:pt x="294295" y="94961"/>
                </a:lnTo>
                <a:lnTo>
                  <a:pt x="293043" y="72577"/>
                </a:lnTo>
                <a:lnTo>
                  <a:pt x="329405" y="49682"/>
                </a:lnTo>
                <a:lnTo>
                  <a:pt x="332300" y="20906"/>
                </a:lnTo>
                <a:lnTo>
                  <a:pt x="352386" y="0"/>
                </a:lnTo>
                <a:lnTo>
                  <a:pt x="401350" y="22274"/>
                </a:lnTo>
                <a:lnTo>
                  <a:pt x="415272" y="42225"/>
                </a:lnTo>
                <a:lnTo>
                  <a:pt x="528375" y="61567"/>
                </a:lnTo>
                <a:lnTo>
                  <a:pt x="534763" y="97697"/>
                </a:lnTo>
                <a:lnTo>
                  <a:pt x="604851" y="118725"/>
                </a:lnTo>
                <a:lnTo>
                  <a:pt x="658170" y="108964"/>
                </a:lnTo>
                <a:lnTo>
                  <a:pt x="682241" y="124020"/>
                </a:lnTo>
                <a:lnTo>
                  <a:pt x="685993" y="147895"/>
                </a:lnTo>
                <a:lnTo>
                  <a:pt x="746308" y="163198"/>
                </a:lnTo>
                <a:lnTo>
                  <a:pt x="769748" y="192347"/>
                </a:lnTo>
                <a:lnTo>
                  <a:pt x="792657" y="181998"/>
                </a:lnTo>
                <a:lnTo>
                  <a:pt x="800264" y="162683"/>
                </a:lnTo>
                <a:lnTo>
                  <a:pt x="878333" y="124383"/>
                </a:lnTo>
                <a:lnTo>
                  <a:pt x="910246" y="12873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ap"/>
          <p:cNvSpPr/>
          <p:nvPr/>
        </p:nvSpPr>
        <p:spPr>
          <a:xfrm>
            <a:off x="3196388" y="6111236"/>
            <a:ext cx="693542" cy="633735"/>
          </a:xfrm>
          <a:custGeom>
            <a:avLst/>
            <a:gdLst/>
            <a:ahLst/>
            <a:cxnLst/>
            <a:rect l="0" t="0" r="r" b="b"/>
            <a:pathLst>
              <a:path w="693542" h="633735">
                <a:moveTo>
                  <a:pt x="660980" y="372334"/>
                </a:moveTo>
                <a:lnTo>
                  <a:pt x="682901" y="403338"/>
                </a:lnTo>
                <a:lnTo>
                  <a:pt x="673276" y="411962"/>
                </a:lnTo>
                <a:lnTo>
                  <a:pt x="684291" y="442175"/>
                </a:lnTo>
                <a:lnTo>
                  <a:pt x="576366" y="469715"/>
                </a:lnTo>
                <a:lnTo>
                  <a:pt x="532531" y="449479"/>
                </a:lnTo>
                <a:lnTo>
                  <a:pt x="531265" y="509682"/>
                </a:lnTo>
                <a:lnTo>
                  <a:pt x="544050" y="518036"/>
                </a:lnTo>
                <a:lnTo>
                  <a:pt x="460184" y="571339"/>
                </a:lnTo>
                <a:lnTo>
                  <a:pt x="429726" y="629164"/>
                </a:lnTo>
                <a:lnTo>
                  <a:pt x="413203" y="633735"/>
                </a:lnTo>
                <a:lnTo>
                  <a:pt x="414999" y="610961"/>
                </a:lnTo>
                <a:lnTo>
                  <a:pt x="399378" y="598426"/>
                </a:lnTo>
                <a:lnTo>
                  <a:pt x="404356" y="570272"/>
                </a:lnTo>
                <a:lnTo>
                  <a:pt x="423129" y="575473"/>
                </a:lnTo>
                <a:lnTo>
                  <a:pt x="429228" y="558848"/>
                </a:lnTo>
                <a:lnTo>
                  <a:pt x="409123" y="557024"/>
                </a:lnTo>
                <a:lnTo>
                  <a:pt x="391592" y="517793"/>
                </a:lnTo>
                <a:lnTo>
                  <a:pt x="395530" y="496681"/>
                </a:lnTo>
                <a:lnTo>
                  <a:pt x="349773" y="490754"/>
                </a:lnTo>
                <a:lnTo>
                  <a:pt x="360552" y="453905"/>
                </a:lnTo>
                <a:lnTo>
                  <a:pt x="339720" y="409694"/>
                </a:lnTo>
                <a:lnTo>
                  <a:pt x="325847" y="408632"/>
                </a:lnTo>
                <a:lnTo>
                  <a:pt x="333969" y="395608"/>
                </a:lnTo>
                <a:lnTo>
                  <a:pt x="287596" y="387421"/>
                </a:lnTo>
                <a:lnTo>
                  <a:pt x="257620" y="410877"/>
                </a:lnTo>
                <a:lnTo>
                  <a:pt x="248107" y="381816"/>
                </a:lnTo>
                <a:lnTo>
                  <a:pt x="221342" y="382070"/>
                </a:lnTo>
                <a:lnTo>
                  <a:pt x="230410" y="351358"/>
                </a:lnTo>
                <a:lnTo>
                  <a:pt x="216670" y="349343"/>
                </a:lnTo>
                <a:lnTo>
                  <a:pt x="219294" y="336730"/>
                </a:lnTo>
                <a:lnTo>
                  <a:pt x="175503" y="280658"/>
                </a:lnTo>
                <a:lnTo>
                  <a:pt x="194797" y="246500"/>
                </a:lnTo>
                <a:lnTo>
                  <a:pt x="193654" y="217735"/>
                </a:lnTo>
                <a:lnTo>
                  <a:pt x="128167" y="216907"/>
                </a:lnTo>
                <a:lnTo>
                  <a:pt x="98861" y="193220"/>
                </a:lnTo>
                <a:lnTo>
                  <a:pt x="85714" y="146039"/>
                </a:lnTo>
                <a:lnTo>
                  <a:pt x="51433" y="144875"/>
                </a:lnTo>
                <a:lnTo>
                  <a:pt x="57118" y="126900"/>
                </a:lnTo>
                <a:lnTo>
                  <a:pt x="25778" y="140321"/>
                </a:lnTo>
                <a:lnTo>
                  <a:pt x="0" y="132004"/>
                </a:lnTo>
                <a:lnTo>
                  <a:pt x="10163" y="95952"/>
                </a:lnTo>
                <a:lnTo>
                  <a:pt x="52395" y="81749"/>
                </a:lnTo>
                <a:lnTo>
                  <a:pt x="68211" y="113496"/>
                </a:lnTo>
                <a:lnTo>
                  <a:pt x="78525" y="104257"/>
                </a:lnTo>
                <a:lnTo>
                  <a:pt x="74088" y="122482"/>
                </a:lnTo>
                <a:lnTo>
                  <a:pt x="85516" y="101671"/>
                </a:lnTo>
                <a:lnTo>
                  <a:pt x="105102" y="113076"/>
                </a:lnTo>
                <a:lnTo>
                  <a:pt x="110957" y="95064"/>
                </a:lnTo>
                <a:lnTo>
                  <a:pt x="135240" y="95129"/>
                </a:lnTo>
                <a:lnTo>
                  <a:pt x="143554" y="60503"/>
                </a:lnTo>
                <a:lnTo>
                  <a:pt x="132435" y="68935"/>
                </a:lnTo>
                <a:lnTo>
                  <a:pt x="115360" y="57364"/>
                </a:lnTo>
                <a:lnTo>
                  <a:pt x="128102" y="43769"/>
                </a:lnTo>
                <a:lnTo>
                  <a:pt x="185311" y="43931"/>
                </a:lnTo>
                <a:lnTo>
                  <a:pt x="192392" y="26550"/>
                </a:lnTo>
                <a:lnTo>
                  <a:pt x="239563" y="30937"/>
                </a:lnTo>
                <a:lnTo>
                  <a:pt x="256390" y="18039"/>
                </a:lnTo>
                <a:lnTo>
                  <a:pt x="282934" y="30368"/>
                </a:lnTo>
                <a:lnTo>
                  <a:pt x="299795" y="14460"/>
                </a:lnTo>
                <a:lnTo>
                  <a:pt x="308284" y="24857"/>
                </a:lnTo>
                <a:lnTo>
                  <a:pt x="342739" y="21484"/>
                </a:lnTo>
                <a:lnTo>
                  <a:pt x="340872" y="5831"/>
                </a:lnTo>
                <a:lnTo>
                  <a:pt x="360824" y="0"/>
                </a:lnTo>
                <a:lnTo>
                  <a:pt x="383380" y="21580"/>
                </a:lnTo>
                <a:lnTo>
                  <a:pt x="404616" y="9615"/>
                </a:lnTo>
                <a:lnTo>
                  <a:pt x="408128" y="24879"/>
                </a:lnTo>
                <a:lnTo>
                  <a:pt x="428352" y="18813"/>
                </a:lnTo>
                <a:lnTo>
                  <a:pt x="438939" y="27846"/>
                </a:lnTo>
                <a:lnTo>
                  <a:pt x="432495" y="44913"/>
                </a:lnTo>
                <a:lnTo>
                  <a:pt x="448242" y="44267"/>
                </a:lnTo>
                <a:lnTo>
                  <a:pt x="441628" y="54048"/>
                </a:lnTo>
                <a:lnTo>
                  <a:pt x="484901" y="38266"/>
                </a:lnTo>
                <a:lnTo>
                  <a:pt x="501780" y="63432"/>
                </a:lnTo>
                <a:lnTo>
                  <a:pt x="477352" y="105951"/>
                </a:lnTo>
                <a:lnTo>
                  <a:pt x="485055" y="119802"/>
                </a:lnTo>
                <a:lnTo>
                  <a:pt x="501692" y="119685"/>
                </a:lnTo>
                <a:lnTo>
                  <a:pt x="482486" y="139772"/>
                </a:lnTo>
                <a:lnTo>
                  <a:pt x="486840" y="170861"/>
                </a:lnTo>
                <a:lnTo>
                  <a:pt x="498377" y="195132"/>
                </a:lnTo>
                <a:lnTo>
                  <a:pt x="533047" y="206777"/>
                </a:lnTo>
                <a:lnTo>
                  <a:pt x="491865" y="217010"/>
                </a:lnTo>
                <a:lnTo>
                  <a:pt x="517074" y="239909"/>
                </a:lnTo>
                <a:lnTo>
                  <a:pt x="512298" y="252704"/>
                </a:lnTo>
                <a:lnTo>
                  <a:pt x="536875" y="251782"/>
                </a:lnTo>
                <a:lnTo>
                  <a:pt x="543912" y="277035"/>
                </a:lnTo>
                <a:lnTo>
                  <a:pt x="570927" y="254223"/>
                </a:lnTo>
                <a:lnTo>
                  <a:pt x="596555" y="292448"/>
                </a:lnTo>
                <a:lnTo>
                  <a:pt x="615492" y="279643"/>
                </a:lnTo>
                <a:lnTo>
                  <a:pt x="619761" y="293323"/>
                </a:lnTo>
                <a:lnTo>
                  <a:pt x="630787" y="276709"/>
                </a:lnTo>
                <a:lnTo>
                  <a:pt x="618042" y="251924"/>
                </a:lnTo>
                <a:lnTo>
                  <a:pt x="670418" y="250671"/>
                </a:lnTo>
                <a:lnTo>
                  <a:pt x="670055" y="232275"/>
                </a:lnTo>
                <a:lnTo>
                  <a:pt x="690715" y="248109"/>
                </a:lnTo>
                <a:lnTo>
                  <a:pt x="661302" y="260701"/>
                </a:lnTo>
                <a:lnTo>
                  <a:pt x="641681" y="301447"/>
                </a:lnTo>
                <a:lnTo>
                  <a:pt x="658367" y="327254"/>
                </a:lnTo>
                <a:lnTo>
                  <a:pt x="678825" y="299931"/>
                </a:lnTo>
                <a:lnTo>
                  <a:pt x="693542" y="317025"/>
                </a:lnTo>
                <a:lnTo>
                  <a:pt x="687736" y="328433"/>
                </a:lnTo>
                <a:lnTo>
                  <a:pt x="627995" y="341993"/>
                </a:lnTo>
                <a:lnTo>
                  <a:pt x="629483" y="358584"/>
                </a:lnTo>
                <a:lnTo>
                  <a:pt x="660980" y="372334"/>
                </a:lnTo>
                <a:close/>
                <a:moveTo>
                  <a:pt x="106617" y="116451"/>
                </a:moveTo>
                <a:lnTo>
                  <a:pt x="119264" y="114966"/>
                </a:lnTo>
                <a:lnTo>
                  <a:pt x="106617" y="11645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p"/>
          <p:cNvSpPr/>
          <p:nvPr/>
        </p:nvSpPr>
        <p:spPr>
          <a:xfrm>
            <a:off x="2906166" y="6134743"/>
            <a:ext cx="499415" cy="416994"/>
          </a:xfrm>
          <a:custGeom>
            <a:avLst/>
            <a:gdLst/>
            <a:ahLst/>
            <a:cxnLst/>
            <a:rect l="0" t="0" r="r" b="b"/>
            <a:pathLst>
              <a:path w="499415" h="416994">
                <a:moveTo>
                  <a:pt x="409323" y="90653"/>
                </a:moveTo>
                <a:lnTo>
                  <a:pt x="396839" y="92945"/>
                </a:lnTo>
                <a:lnTo>
                  <a:pt x="409323" y="90653"/>
                </a:lnTo>
                <a:close/>
                <a:moveTo>
                  <a:pt x="483876" y="194229"/>
                </a:moveTo>
                <a:lnTo>
                  <a:pt x="485019" y="222993"/>
                </a:lnTo>
                <a:lnTo>
                  <a:pt x="465726" y="257152"/>
                </a:lnTo>
                <a:lnTo>
                  <a:pt x="499415" y="299724"/>
                </a:lnTo>
                <a:lnTo>
                  <a:pt x="498016" y="324412"/>
                </a:lnTo>
                <a:lnTo>
                  <a:pt x="456808" y="373174"/>
                </a:lnTo>
                <a:lnTo>
                  <a:pt x="415933" y="375260"/>
                </a:lnTo>
                <a:lnTo>
                  <a:pt x="412829" y="393259"/>
                </a:lnTo>
                <a:lnTo>
                  <a:pt x="401675" y="369923"/>
                </a:lnTo>
                <a:lnTo>
                  <a:pt x="375727" y="364507"/>
                </a:lnTo>
                <a:lnTo>
                  <a:pt x="334166" y="315282"/>
                </a:lnTo>
                <a:lnTo>
                  <a:pt x="301981" y="321184"/>
                </a:lnTo>
                <a:lnTo>
                  <a:pt x="278987" y="285613"/>
                </a:lnTo>
                <a:lnTo>
                  <a:pt x="276011" y="308696"/>
                </a:lnTo>
                <a:lnTo>
                  <a:pt x="253641" y="289069"/>
                </a:lnTo>
                <a:lnTo>
                  <a:pt x="251838" y="308163"/>
                </a:lnTo>
                <a:lnTo>
                  <a:pt x="233163" y="318403"/>
                </a:lnTo>
                <a:lnTo>
                  <a:pt x="215328" y="312245"/>
                </a:lnTo>
                <a:lnTo>
                  <a:pt x="208484" y="293590"/>
                </a:lnTo>
                <a:lnTo>
                  <a:pt x="186577" y="298670"/>
                </a:lnTo>
                <a:lnTo>
                  <a:pt x="177853" y="348716"/>
                </a:lnTo>
                <a:lnTo>
                  <a:pt x="160556" y="369982"/>
                </a:lnTo>
                <a:lnTo>
                  <a:pt x="179939" y="371434"/>
                </a:lnTo>
                <a:lnTo>
                  <a:pt x="166955" y="379807"/>
                </a:lnTo>
                <a:lnTo>
                  <a:pt x="181903" y="403090"/>
                </a:lnTo>
                <a:lnTo>
                  <a:pt x="164721" y="416994"/>
                </a:lnTo>
                <a:lnTo>
                  <a:pt x="125513" y="388066"/>
                </a:lnTo>
                <a:lnTo>
                  <a:pt x="103441" y="397078"/>
                </a:lnTo>
                <a:lnTo>
                  <a:pt x="94817" y="377615"/>
                </a:lnTo>
                <a:lnTo>
                  <a:pt x="66586" y="386643"/>
                </a:lnTo>
                <a:lnTo>
                  <a:pt x="0" y="312387"/>
                </a:lnTo>
                <a:lnTo>
                  <a:pt x="13004" y="300082"/>
                </a:lnTo>
                <a:lnTo>
                  <a:pt x="32312" y="304055"/>
                </a:lnTo>
                <a:lnTo>
                  <a:pt x="99715" y="223876"/>
                </a:lnTo>
                <a:lnTo>
                  <a:pt x="90622" y="168857"/>
                </a:lnTo>
                <a:lnTo>
                  <a:pt x="105861" y="154483"/>
                </a:lnTo>
                <a:lnTo>
                  <a:pt x="105909" y="119465"/>
                </a:lnTo>
                <a:lnTo>
                  <a:pt x="122311" y="92277"/>
                </a:lnTo>
                <a:lnTo>
                  <a:pt x="101970" y="50256"/>
                </a:lnTo>
                <a:lnTo>
                  <a:pt x="143682" y="43725"/>
                </a:lnTo>
                <a:lnTo>
                  <a:pt x="218646" y="78454"/>
                </a:lnTo>
                <a:lnTo>
                  <a:pt x="214825" y="48422"/>
                </a:lnTo>
                <a:lnTo>
                  <a:pt x="227984" y="46720"/>
                </a:lnTo>
                <a:lnTo>
                  <a:pt x="219260" y="39026"/>
                </a:lnTo>
                <a:lnTo>
                  <a:pt x="252358" y="0"/>
                </a:lnTo>
                <a:lnTo>
                  <a:pt x="264707" y="49305"/>
                </a:lnTo>
                <a:lnTo>
                  <a:pt x="300385" y="72446"/>
                </a:lnTo>
                <a:lnTo>
                  <a:pt x="290222" y="108498"/>
                </a:lnTo>
                <a:lnTo>
                  <a:pt x="316001" y="116815"/>
                </a:lnTo>
                <a:lnTo>
                  <a:pt x="347340" y="103393"/>
                </a:lnTo>
                <a:lnTo>
                  <a:pt x="341655" y="121369"/>
                </a:lnTo>
                <a:lnTo>
                  <a:pt x="375936" y="122533"/>
                </a:lnTo>
                <a:lnTo>
                  <a:pt x="389083" y="169714"/>
                </a:lnTo>
                <a:lnTo>
                  <a:pt x="418389" y="193400"/>
                </a:lnTo>
                <a:lnTo>
                  <a:pt x="483876" y="19422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map"/>
          <p:cNvSpPr/>
          <p:nvPr/>
        </p:nvSpPr>
        <p:spPr>
          <a:xfrm>
            <a:off x="2587016" y="5917497"/>
            <a:ext cx="441365" cy="529632"/>
          </a:xfrm>
          <a:custGeom>
            <a:avLst/>
            <a:gdLst/>
            <a:ahLst/>
            <a:cxnLst/>
            <a:rect l="0" t="0" r="r" b="b"/>
            <a:pathLst>
              <a:path w="441365" h="529632">
                <a:moveTo>
                  <a:pt x="84052" y="33265"/>
                </a:moveTo>
                <a:lnTo>
                  <a:pt x="125599" y="0"/>
                </a:lnTo>
                <a:lnTo>
                  <a:pt x="142951" y="9859"/>
                </a:lnTo>
                <a:lnTo>
                  <a:pt x="143155" y="42738"/>
                </a:lnTo>
                <a:lnTo>
                  <a:pt x="159854" y="33594"/>
                </a:lnTo>
                <a:lnTo>
                  <a:pt x="149942" y="42249"/>
                </a:lnTo>
                <a:lnTo>
                  <a:pt x="167625" y="47872"/>
                </a:lnTo>
                <a:lnTo>
                  <a:pt x="161337" y="56141"/>
                </a:lnTo>
                <a:lnTo>
                  <a:pt x="173753" y="49942"/>
                </a:lnTo>
                <a:lnTo>
                  <a:pt x="201411" y="80688"/>
                </a:lnTo>
                <a:lnTo>
                  <a:pt x="226613" y="61209"/>
                </a:lnTo>
                <a:lnTo>
                  <a:pt x="255631" y="89715"/>
                </a:lnTo>
                <a:lnTo>
                  <a:pt x="266434" y="128634"/>
                </a:lnTo>
                <a:lnTo>
                  <a:pt x="252790" y="157297"/>
                </a:lnTo>
                <a:lnTo>
                  <a:pt x="282306" y="214292"/>
                </a:lnTo>
                <a:lnTo>
                  <a:pt x="301679" y="223153"/>
                </a:lnTo>
                <a:lnTo>
                  <a:pt x="317904" y="189894"/>
                </a:lnTo>
                <a:lnTo>
                  <a:pt x="347097" y="200324"/>
                </a:lnTo>
                <a:lnTo>
                  <a:pt x="371442" y="222792"/>
                </a:lnTo>
                <a:lnTo>
                  <a:pt x="371147" y="247607"/>
                </a:lnTo>
                <a:lnTo>
                  <a:pt x="434829" y="281261"/>
                </a:lnTo>
                <a:lnTo>
                  <a:pt x="441365" y="310673"/>
                </a:lnTo>
                <a:lnTo>
                  <a:pt x="425059" y="336710"/>
                </a:lnTo>
                <a:lnTo>
                  <a:pt x="425011" y="371728"/>
                </a:lnTo>
                <a:lnTo>
                  <a:pt x="409772" y="386102"/>
                </a:lnTo>
                <a:lnTo>
                  <a:pt x="419253" y="440084"/>
                </a:lnTo>
                <a:lnTo>
                  <a:pt x="351462" y="521300"/>
                </a:lnTo>
                <a:lnTo>
                  <a:pt x="332154" y="517327"/>
                </a:lnTo>
                <a:lnTo>
                  <a:pt x="319150" y="529632"/>
                </a:lnTo>
                <a:lnTo>
                  <a:pt x="315087" y="495593"/>
                </a:lnTo>
                <a:lnTo>
                  <a:pt x="283564" y="479393"/>
                </a:lnTo>
                <a:lnTo>
                  <a:pt x="235176" y="477627"/>
                </a:lnTo>
                <a:lnTo>
                  <a:pt x="224397" y="489093"/>
                </a:lnTo>
                <a:lnTo>
                  <a:pt x="212721" y="447633"/>
                </a:lnTo>
                <a:lnTo>
                  <a:pt x="180373" y="445603"/>
                </a:lnTo>
                <a:lnTo>
                  <a:pt x="160287" y="419353"/>
                </a:lnTo>
                <a:lnTo>
                  <a:pt x="139592" y="424359"/>
                </a:lnTo>
                <a:lnTo>
                  <a:pt x="132191" y="354284"/>
                </a:lnTo>
                <a:lnTo>
                  <a:pt x="114372" y="369359"/>
                </a:lnTo>
                <a:lnTo>
                  <a:pt x="84805" y="367615"/>
                </a:lnTo>
                <a:lnTo>
                  <a:pt x="54771" y="303274"/>
                </a:lnTo>
                <a:lnTo>
                  <a:pt x="19237" y="275571"/>
                </a:lnTo>
                <a:lnTo>
                  <a:pt x="15370" y="252118"/>
                </a:lnTo>
                <a:lnTo>
                  <a:pt x="0" y="251466"/>
                </a:lnTo>
                <a:lnTo>
                  <a:pt x="7935" y="232506"/>
                </a:lnTo>
                <a:lnTo>
                  <a:pt x="50517" y="225607"/>
                </a:lnTo>
                <a:lnTo>
                  <a:pt x="65148" y="168986"/>
                </a:lnTo>
                <a:lnTo>
                  <a:pt x="59273" y="118492"/>
                </a:lnTo>
                <a:lnTo>
                  <a:pt x="72030" y="108700"/>
                </a:lnTo>
                <a:lnTo>
                  <a:pt x="72666" y="63624"/>
                </a:lnTo>
                <a:lnTo>
                  <a:pt x="86667" y="60029"/>
                </a:lnTo>
                <a:lnTo>
                  <a:pt x="84052" y="3326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p"/>
          <p:cNvSpPr/>
          <p:nvPr/>
        </p:nvSpPr>
        <p:spPr>
          <a:xfrm>
            <a:off x="6683535" y="7778797"/>
            <a:ext cx="507630" cy="854271"/>
          </a:xfrm>
          <a:custGeom>
            <a:avLst/>
            <a:gdLst/>
            <a:ahLst/>
            <a:cxnLst/>
            <a:rect l="0" t="0" r="r" b="b"/>
            <a:pathLst>
              <a:path w="507630" h="854271">
                <a:moveTo>
                  <a:pt x="443194" y="14242"/>
                </a:moveTo>
                <a:lnTo>
                  <a:pt x="453610" y="6586"/>
                </a:lnTo>
                <a:lnTo>
                  <a:pt x="461646" y="29369"/>
                </a:lnTo>
                <a:lnTo>
                  <a:pt x="435299" y="43516"/>
                </a:lnTo>
                <a:lnTo>
                  <a:pt x="438399" y="77346"/>
                </a:lnTo>
                <a:lnTo>
                  <a:pt x="480716" y="111091"/>
                </a:lnTo>
                <a:lnTo>
                  <a:pt x="495118" y="186283"/>
                </a:lnTo>
                <a:lnTo>
                  <a:pt x="507630" y="198054"/>
                </a:lnTo>
                <a:lnTo>
                  <a:pt x="418845" y="248683"/>
                </a:lnTo>
                <a:lnTo>
                  <a:pt x="381615" y="288026"/>
                </a:lnTo>
                <a:lnTo>
                  <a:pt x="405100" y="377768"/>
                </a:lnTo>
                <a:lnTo>
                  <a:pt x="389755" y="388553"/>
                </a:lnTo>
                <a:lnTo>
                  <a:pt x="369197" y="445876"/>
                </a:lnTo>
                <a:lnTo>
                  <a:pt x="351990" y="449445"/>
                </a:lnTo>
                <a:lnTo>
                  <a:pt x="369262" y="471492"/>
                </a:lnTo>
                <a:lnTo>
                  <a:pt x="402176" y="452832"/>
                </a:lnTo>
                <a:lnTo>
                  <a:pt x="415303" y="478578"/>
                </a:lnTo>
                <a:lnTo>
                  <a:pt x="434751" y="473344"/>
                </a:lnTo>
                <a:lnTo>
                  <a:pt x="431170" y="507509"/>
                </a:lnTo>
                <a:lnTo>
                  <a:pt x="406148" y="519317"/>
                </a:lnTo>
                <a:lnTo>
                  <a:pt x="431057" y="563900"/>
                </a:lnTo>
                <a:lnTo>
                  <a:pt x="376299" y="603947"/>
                </a:lnTo>
                <a:lnTo>
                  <a:pt x="361289" y="643360"/>
                </a:lnTo>
                <a:lnTo>
                  <a:pt x="376481" y="641836"/>
                </a:lnTo>
                <a:lnTo>
                  <a:pt x="389279" y="669668"/>
                </a:lnTo>
                <a:lnTo>
                  <a:pt x="364442" y="714757"/>
                </a:lnTo>
                <a:lnTo>
                  <a:pt x="396336" y="754248"/>
                </a:lnTo>
                <a:lnTo>
                  <a:pt x="372217" y="768700"/>
                </a:lnTo>
                <a:lnTo>
                  <a:pt x="377100" y="789857"/>
                </a:lnTo>
                <a:lnTo>
                  <a:pt x="319388" y="827895"/>
                </a:lnTo>
                <a:lnTo>
                  <a:pt x="318494" y="845169"/>
                </a:lnTo>
                <a:lnTo>
                  <a:pt x="280528" y="854271"/>
                </a:lnTo>
                <a:lnTo>
                  <a:pt x="295738" y="803256"/>
                </a:lnTo>
                <a:lnTo>
                  <a:pt x="270926" y="806433"/>
                </a:lnTo>
                <a:lnTo>
                  <a:pt x="243725" y="776515"/>
                </a:lnTo>
                <a:lnTo>
                  <a:pt x="208609" y="788512"/>
                </a:lnTo>
                <a:lnTo>
                  <a:pt x="182124" y="772500"/>
                </a:lnTo>
                <a:lnTo>
                  <a:pt x="181945" y="756259"/>
                </a:lnTo>
                <a:lnTo>
                  <a:pt x="161749" y="753131"/>
                </a:lnTo>
                <a:lnTo>
                  <a:pt x="166268" y="729859"/>
                </a:lnTo>
                <a:lnTo>
                  <a:pt x="156222" y="729898"/>
                </a:lnTo>
                <a:lnTo>
                  <a:pt x="146468" y="700442"/>
                </a:lnTo>
                <a:lnTo>
                  <a:pt x="168712" y="663262"/>
                </a:lnTo>
                <a:lnTo>
                  <a:pt x="152711" y="658467"/>
                </a:lnTo>
                <a:lnTo>
                  <a:pt x="130372" y="622813"/>
                </a:lnTo>
                <a:lnTo>
                  <a:pt x="154048" y="618425"/>
                </a:lnTo>
                <a:lnTo>
                  <a:pt x="176654" y="584309"/>
                </a:lnTo>
                <a:lnTo>
                  <a:pt x="152777" y="584875"/>
                </a:lnTo>
                <a:lnTo>
                  <a:pt x="130270" y="568386"/>
                </a:lnTo>
                <a:lnTo>
                  <a:pt x="101016" y="477405"/>
                </a:lnTo>
                <a:lnTo>
                  <a:pt x="53752" y="420811"/>
                </a:lnTo>
                <a:lnTo>
                  <a:pt x="36373" y="422637"/>
                </a:lnTo>
                <a:lnTo>
                  <a:pt x="17336" y="364794"/>
                </a:lnTo>
                <a:lnTo>
                  <a:pt x="8199" y="366136"/>
                </a:lnTo>
                <a:lnTo>
                  <a:pt x="0" y="338698"/>
                </a:lnTo>
                <a:lnTo>
                  <a:pt x="23973" y="293868"/>
                </a:lnTo>
                <a:lnTo>
                  <a:pt x="8761" y="268206"/>
                </a:lnTo>
                <a:lnTo>
                  <a:pt x="24546" y="195071"/>
                </a:lnTo>
                <a:lnTo>
                  <a:pt x="887" y="185825"/>
                </a:lnTo>
                <a:lnTo>
                  <a:pt x="20136" y="165279"/>
                </a:lnTo>
                <a:lnTo>
                  <a:pt x="5489" y="127098"/>
                </a:lnTo>
                <a:lnTo>
                  <a:pt x="15484" y="120673"/>
                </a:lnTo>
                <a:lnTo>
                  <a:pt x="7060" y="99725"/>
                </a:lnTo>
                <a:lnTo>
                  <a:pt x="17495" y="72103"/>
                </a:lnTo>
                <a:lnTo>
                  <a:pt x="4843" y="65689"/>
                </a:lnTo>
                <a:lnTo>
                  <a:pt x="58302" y="54065"/>
                </a:lnTo>
                <a:lnTo>
                  <a:pt x="75717" y="62275"/>
                </a:lnTo>
                <a:lnTo>
                  <a:pt x="97443" y="48432"/>
                </a:lnTo>
                <a:lnTo>
                  <a:pt x="140496" y="58981"/>
                </a:lnTo>
                <a:lnTo>
                  <a:pt x="133159" y="42979"/>
                </a:lnTo>
                <a:lnTo>
                  <a:pt x="191900" y="21703"/>
                </a:lnTo>
                <a:lnTo>
                  <a:pt x="207880" y="0"/>
                </a:lnTo>
                <a:lnTo>
                  <a:pt x="222951" y="17518"/>
                </a:lnTo>
                <a:lnTo>
                  <a:pt x="255633" y="7827"/>
                </a:lnTo>
                <a:lnTo>
                  <a:pt x="295458" y="33353"/>
                </a:lnTo>
                <a:lnTo>
                  <a:pt x="303862" y="9321"/>
                </a:lnTo>
                <a:lnTo>
                  <a:pt x="347702" y="24318"/>
                </a:lnTo>
                <a:lnTo>
                  <a:pt x="361257" y="44419"/>
                </a:lnTo>
                <a:lnTo>
                  <a:pt x="430394" y="3877"/>
                </a:lnTo>
                <a:lnTo>
                  <a:pt x="443194" y="1424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map"/>
          <p:cNvSpPr/>
          <p:nvPr/>
        </p:nvSpPr>
        <p:spPr>
          <a:xfrm>
            <a:off x="2007037" y="5370288"/>
            <a:ext cx="314594" cy="379137"/>
          </a:xfrm>
          <a:custGeom>
            <a:avLst/>
            <a:gdLst/>
            <a:ahLst/>
            <a:cxnLst/>
            <a:rect l="0" t="0" r="r" b="b"/>
            <a:pathLst>
              <a:path w="314594" h="379137">
                <a:moveTo>
                  <a:pt x="291188" y="276856"/>
                </a:moveTo>
                <a:lnTo>
                  <a:pt x="263805" y="290817"/>
                </a:lnTo>
                <a:lnTo>
                  <a:pt x="260108" y="305472"/>
                </a:lnTo>
                <a:lnTo>
                  <a:pt x="224367" y="309995"/>
                </a:lnTo>
                <a:lnTo>
                  <a:pt x="207441" y="369396"/>
                </a:lnTo>
                <a:lnTo>
                  <a:pt x="128676" y="379137"/>
                </a:lnTo>
                <a:lnTo>
                  <a:pt x="119848" y="356979"/>
                </a:lnTo>
                <a:lnTo>
                  <a:pt x="100296" y="353641"/>
                </a:lnTo>
                <a:lnTo>
                  <a:pt x="109923" y="322559"/>
                </a:lnTo>
                <a:lnTo>
                  <a:pt x="91054" y="284729"/>
                </a:lnTo>
                <a:lnTo>
                  <a:pt x="95744" y="213366"/>
                </a:lnTo>
                <a:lnTo>
                  <a:pt x="32014" y="164085"/>
                </a:lnTo>
                <a:lnTo>
                  <a:pt x="53269" y="135420"/>
                </a:lnTo>
                <a:lnTo>
                  <a:pt x="8405" y="104890"/>
                </a:lnTo>
                <a:lnTo>
                  <a:pt x="0" y="73497"/>
                </a:lnTo>
                <a:lnTo>
                  <a:pt x="63057" y="64386"/>
                </a:lnTo>
                <a:lnTo>
                  <a:pt x="69277" y="19686"/>
                </a:lnTo>
                <a:lnTo>
                  <a:pt x="132338" y="45571"/>
                </a:lnTo>
                <a:lnTo>
                  <a:pt x="131749" y="18195"/>
                </a:lnTo>
                <a:lnTo>
                  <a:pt x="156429" y="0"/>
                </a:lnTo>
                <a:lnTo>
                  <a:pt x="168517" y="25513"/>
                </a:lnTo>
                <a:lnTo>
                  <a:pt x="198762" y="17060"/>
                </a:lnTo>
                <a:lnTo>
                  <a:pt x="226808" y="23163"/>
                </a:lnTo>
                <a:lnTo>
                  <a:pt x="230664" y="37321"/>
                </a:lnTo>
                <a:lnTo>
                  <a:pt x="258175" y="36084"/>
                </a:lnTo>
                <a:lnTo>
                  <a:pt x="257044" y="62299"/>
                </a:lnTo>
                <a:lnTo>
                  <a:pt x="268395" y="72088"/>
                </a:lnTo>
                <a:lnTo>
                  <a:pt x="257458" y="102760"/>
                </a:lnTo>
                <a:lnTo>
                  <a:pt x="273134" y="127911"/>
                </a:lnTo>
                <a:lnTo>
                  <a:pt x="264647" y="153494"/>
                </a:lnTo>
                <a:lnTo>
                  <a:pt x="283632" y="192978"/>
                </a:lnTo>
                <a:lnTo>
                  <a:pt x="314594" y="219845"/>
                </a:lnTo>
                <a:lnTo>
                  <a:pt x="292618" y="240121"/>
                </a:lnTo>
                <a:lnTo>
                  <a:pt x="300565" y="251699"/>
                </a:lnTo>
                <a:lnTo>
                  <a:pt x="291188" y="276856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p"/>
          <p:cNvSpPr/>
          <p:nvPr/>
        </p:nvSpPr>
        <p:spPr>
          <a:xfrm>
            <a:off x="6887597" y="8039097"/>
            <a:ext cx="491018" cy="751786"/>
          </a:xfrm>
          <a:custGeom>
            <a:avLst/>
            <a:gdLst/>
            <a:ahLst/>
            <a:cxnLst/>
            <a:rect l="0" t="0" r="r" b="b"/>
            <a:pathLst>
              <a:path w="491018" h="751786">
                <a:moveTo>
                  <a:pt x="192118" y="87861"/>
                </a:moveTo>
                <a:lnTo>
                  <a:pt x="177218" y="28713"/>
                </a:lnTo>
                <a:lnTo>
                  <a:pt x="205051" y="0"/>
                </a:lnTo>
                <a:lnTo>
                  <a:pt x="235496" y="34517"/>
                </a:lnTo>
                <a:lnTo>
                  <a:pt x="252652" y="93437"/>
                </a:lnTo>
                <a:lnTo>
                  <a:pt x="272082" y="99669"/>
                </a:lnTo>
                <a:lnTo>
                  <a:pt x="292809" y="87061"/>
                </a:lnTo>
                <a:lnTo>
                  <a:pt x="300698" y="98592"/>
                </a:lnTo>
                <a:lnTo>
                  <a:pt x="360843" y="79753"/>
                </a:lnTo>
                <a:lnTo>
                  <a:pt x="362011" y="95882"/>
                </a:lnTo>
                <a:lnTo>
                  <a:pt x="382280" y="108146"/>
                </a:lnTo>
                <a:lnTo>
                  <a:pt x="380876" y="135218"/>
                </a:lnTo>
                <a:lnTo>
                  <a:pt x="405507" y="132310"/>
                </a:lnTo>
                <a:lnTo>
                  <a:pt x="406804" y="146247"/>
                </a:lnTo>
                <a:lnTo>
                  <a:pt x="420191" y="146634"/>
                </a:lnTo>
                <a:lnTo>
                  <a:pt x="416432" y="185824"/>
                </a:lnTo>
                <a:lnTo>
                  <a:pt x="445225" y="215631"/>
                </a:lnTo>
                <a:lnTo>
                  <a:pt x="467559" y="299115"/>
                </a:lnTo>
                <a:lnTo>
                  <a:pt x="447161" y="341324"/>
                </a:lnTo>
                <a:lnTo>
                  <a:pt x="455590" y="398932"/>
                </a:lnTo>
                <a:lnTo>
                  <a:pt x="483929" y="414987"/>
                </a:lnTo>
                <a:lnTo>
                  <a:pt x="491018" y="445400"/>
                </a:lnTo>
                <a:lnTo>
                  <a:pt x="432437" y="477436"/>
                </a:lnTo>
                <a:lnTo>
                  <a:pt x="432506" y="516529"/>
                </a:lnTo>
                <a:lnTo>
                  <a:pt x="345295" y="581437"/>
                </a:lnTo>
                <a:lnTo>
                  <a:pt x="313260" y="628267"/>
                </a:lnTo>
                <a:lnTo>
                  <a:pt x="273045" y="631486"/>
                </a:lnTo>
                <a:lnTo>
                  <a:pt x="257534" y="657382"/>
                </a:lnTo>
                <a:lnTo>
                  <a:pt x="259533" y="701278"/>
                </a:lnTo>
                <a:lnTo>
                  <a:pt x="244431" y="697083"/>
                </a:lnTo>
                <a:lnTo>
                  <a:pt x="197429" y="728887"/>
                </a:lnTo>
                <a:lnTo>
                  <a:pt x="178426" y="716146"/>
                </a:lnTo>
                <a:lnTo>
                  <a:pt x="156620" y="722626"/>
                </a:lnTo>
                <a:lnTo>
                  <a:pt x="155617" y="702594"/>
                </a:lnTo>
                <a:lnTo>
                  <a:pt x="99343" y="711926"/>
                </a:lnTo>
                <a:lnTo>
                  <a:pt x="65943" y="751786"/>
                </a:lnTo>
                <a:lnTo>
                  <a:pt x="4710" y="710566"/>
                </a:lnTo>
                <a:lnTo>
                  <a:pt x="0" y="696522"/>
                </a:lnTo>
                <a:lnTo>
                  <a:pt x="34481" y="662899"/>
                </a:lnTo>
                <a:lnTo>
                  <a:pt x="4987" y="651555"/>
                </a:lnTo>
                <a:lnTo>
                  <a:pt x="43752" y="603484"/>
                </a:lnTo>
                <a:lnTo>
                  <a:pt x="60214" y="610918"/>
                </a:lnTo>
                <a:lnTo>
                  <a:pt x="76466" y="593971"/>
                </a:lnTo>
                <a:lnTo>
                  <a:pt x="114432" y="584869"/>
                </a:lnTo>
                <a:lnTo>
                  <a:pt x="115327" y="567595"/>
                </a:lnTo>
                <a:lnTo>
                  <a:pt x="173038" y="529557"/>
                </a:lnTo>
                <a:lnTo>
                  <a:pt x="168155" y="508400"/>
                </a:lnTo>
                <a:lnTo>
                  <a:pt x="192274" y="493948"/>
                </a:lnTo>
                <a:lnTo>
                  <a:pt x="160380" y="454456"/>
                </a:lnTo>
                <a:lnTo>
                  <a:pt x="185217" y="409367"/>
                </a:lnTo>
                <a:lnTo>
                  <a:pt x="172419" y="381535"/>
                </a:lnTo>
                <a:lnTo>
                  <a:pt x="157227" y="383059"/>
                </a:lnTo>
                <a:lnTo>
                  <a:pt x="172237" y="343647"/>
                </a:lnTo>
                <a:lnTo>
                  <a:pt x="226995" y="303599"/>
                </a:lnTo>
                <a:lnTo>
                  <a:pt x="202086" y="259016"/>
                </a:lnTo>
                <a:lnTo>
                  <a:pt x="227108" y="247208"/>
                </a:lnTo>
                <a:lnTo>
                  <a:pt x="231888" y="215661"/>
                </a:lnTo>
                <a:lnTo>
                  <a:pt x="211241" y="218277"/>
                </a:lnTo>
                <a:lnTo>
                  <a:pt x="198114" y="192531"/>
                </a:lnTo>
                <a:lnTo>
                  <a:pt x="164127" y="210873"/>
                </a:lnTo>
                <a:lnTo>
                  <a:pt x="147928" y="189144"/>
                </a:lnTo>
                <a:lnTo>
                  <a:pt x="165135" y="185575"/>
                </a:lnTo>
                <a:lnTo>
                  <a:pt x="185693" y="128252"/>
                </a:lnTo>
                <a:lnTo>
                  <a:pt x="200304" y="119794"/>
                </a:lnTo>
                <a:lnTo>
                  <a:pt x="192118" y="8786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map"/>
          <p:cNvSpPr/>
          <p:nvPr/>
        </p:nvSpPr>
        <p:spPr>
          <a:xfrm>
            <a:off x="2729640" y="5814625"/>
            <a:ext cx="452271" cy="396092"/>
          </a:xfrm>
          <a:custGeom>
            <a:avLst/>
            <a:gdLst/>
            <a:ahLst/>
            <a:cxnLst/>
            <a:rect l="0" t="0" r="r" b="b"/>
            <a:pathLst>
              <a:path w="452271" h="396092">
                <a:moveTo>
                  <a:pt x="100669" y="185700"/>
                </a:moveTo>
                <a:lnTo>
                  <a:pt x="83989" y="164081"/>
                </a:lnTo>
                <a:lnTo>
                  <a:pt x="60717" y="184256"/>
                </a:lnTo>
                <a:lnTo>
                  <a:pt x="31129" y="152814"/>
                </a:lnTo>
                <a:lnTo>
                  <a:pt x="18713" y="159014"/>
                </a:lnTo>
                <a:lnTo>
                  <a:pt x="25000" y="150744"/>
                </a:lnTo>
                <a:lnTo>
                  <a:pt x="7317" y="145121"/>
                </a:lnTo>
                <a:lnTo>
                  <a:pt x="17229" y="136466"/>
                </a:lnTo>
                <a:lnTo>
                  <a:pt x="0" y="144680"/>
                </a:lnTo>
                <a:lnTo>
                  <a:pt x="326" y="112731"/>
                </a:lnTo>
                <a:lnTo>
                  <a:pt x="27795" y="110831"/>
                </a:lnTo>
                <a:lnTo>
                  <a:pt x="36745" y="77047"/>
                </a:lnTo>
                <a:lnTo>
                  <a:pt x="49295" y="102326"/>
                </a:lnTo>
                <a:lnTo>
                  <a:pt x="68542" y="94670"/>
                </a:lnTo>
                <a:lnTo>
                  <a:pt x="67084" y="72810"/>
                </a:lnTo>
                <a:lnTo>
                  <a:pt x="41770" y="69156"/>
                </a:lnTo>
                <a:lnTo>
                  <a:pt x="49167" y="51969"/>
                </a:lnTo>
                <a:lnTo>
                  <a:pt x="52226" y="62814"/>
                </a:lnTo>
                <a:lnTo>
                  <a:pt x="97168" y="73920"/>
                </a:lnTo>
                <a:lnTo>
                  <a:pt x="107668" y="53752"/>
                </a:lnTo>
                <a:lnTo>
                  <a:pt x="130290" y="54058"/>
                </a:lnTo>
                <a:lnTo>
                  <a:pt x="143313" y="31663"/>
                </a:lnTo>
                <a:lnTo>
                  <a:pt x="131861" y="12795"/>
                </a:lnTo>
                <a:lnTo>
                  <a:pt x="153967" y="0"/>
                </a:lnTo>
                <a:lnTo>
                  <a:pt x="152652" y="22415"/>
                </a:lnTo>
                <a:lnTo>
                  <a:pt x="184302" y="58167"/>
                </a:lnTo>
                <a:lnTo>
                  <a:pt x="206880" y="50494"/>
                </a:lnTo>
                <a:lnTo>
                  <a:pt x="231145" y="64794"/>
                </a:lnTo>
                <a:lnTo>
                  <a:pt x="250491" y="124610"/>
                </a:lnTo>
                <a:lnTo>
                  <a:pt x="239981" y="156339"/>
                </a:lnTo>
                <a:lnTo>
                  <a:pt x="249487" y="196646"/>
                </a:lnTo>
                <a:lnTo>
                  <a:pt x="269674" y="207044"/>
                </a:lnTo>
                <a:lnTo>
                  <a:pt x="252456" y="217650"/>
                </a:lnTo>
                <a:lnTo>
                  <a:pt x="272389" y="225895"/>
                </a:lnTo>
                <a:lnTo>
                  <a:pt x="277767" y="243743"/>
                </a:lnTo>
                <a:lnTo>
                  <a:pt x="299071" y="253993"/>
                </a:lnTo>
                <a:lnTo>
                  <a:pt x="297483" y="237021"/>
                </a:lnTo>
                <a:lnTo>
                  <a:pt x="324323" y="217018"/>
                </a:lnTo>
                <a:lnTo>
                  <a:pt x="333681" y="228189"/>
                </a:lnTo>
                <a:lnTo>
                  <a:pt x="354241" y="217663"/>
                </a:lnTo>
                <a:lnTo>
                  <a:pt x="367944" y="228833"/>
                </a:lnTo>
                <a:lnTo>
                  <a:pt x="398095" y="206889"/>
                </a:lnTo>
                <a:lnTo>
                  <a:pt x="428235" y="212422"/>
                </a:lnTo>
                <a:lnTo>
                  <a:pt x="401065" y="239313"/>
                </a:lnTo>
                <a:lnTo>
                  <a:pt x="435803" y="255889"/>
                </a:lnTo>
                <a:lnTo>
                  <a:pt x="434300" y="272878"/>
                </a:lnTo>
                <a:lnTo>
                  <a:pt x="450373" y="262923"/>
                </a:lnTo>
                <a:lnTo>
                  <a:pt x="452271" y="273565"/>
                </a:lnTo>
                <a:lnTo>
                  <a:pt x="418634" y="341920"/>
                </a:lnTo>
                <a:lnTo>
                  <a:pt x="395786" y="359144"/>
                </a:lnTo>
                <a:lnTo>
                  <a:pt x="404510" y="366837"/>
                </a:lnTo>
                <a:lnTo>
                  <a:pt x="391351" y="368540"/>
                </a:lnTo>
                <a:lnTo>
                  <a:pt x="398193" y="396092"/>
                </a:lnTo>
                <a:lnTo>
                  <a:pt x="320207" y="363843"/>
                </a:lnTo>
                <a:lnTo>
                  <a:pt x="261402" y="375275"/>
                </a:lnTo>
                <a:lnTo>
                  <a:pt x="228522" y="350479"/>
                </a:lnTo>
                <a:lnTo>
                  <a:pt x="228817" y="325664"/>
                </a:lnTo>
                <a:lnTo>
                  <a:pt x="176685" y="293016"/>
                </a:lnTo>
                <a:lnTo>
                  <a:pt x="159054" y="326025"/>
                </a:lnTo>
                <a:lnTo>
                  <a:pt x="139681" y="317164"/>
                </a:lnTo>
                <a:lnTo>
                  <a:pt x="110165" y="260169"/>
                </a:lnTo>
                <a:lnTo>
                  <a:pt x="123481" y="225510"/>
                </a:lnTo>
                <a:lnTo>
                  <a:pt x="100669" y="185700"/>
                </a:lnTo>
                <a:close/>
                <a:moveTo>
                  <a:pt x="139789" y="16549"/>
                </a:moveTo>
                <a:lnTo>
                  <a:pt x="144712" y="6585"/>
                </a:lnTo>
                <a:lnTo>
                  <a:pt x="139789" y="1654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p"/>
          <p:cNvSpPr/>
          <p:nvPr/>
        </p:nvSpPr>
        <p:spPr>
          <a:xfrm>
            <a:off x="2143033" y="5115649"/>
            <a:ext cx="414465" cy="307980"/>
          </a:xfrm>
          <a:custGeom>
            <a:avLst/>
            <a:gdLst/>
            <a:ahLst/>
            <a:cxnLst/>
            <a:rect l="0" t="0" r="r" b="b"/>
            <a:pathLst>
              <a:path w="414465" h="307980">
                <a:moveTo>
                  <a:pt x="124680" y="302286"/>
                </a:moveTo>
                <a:lnTo>
                  <a:pt x="122180" y="290723"/>
                </a:lnTo>
                <a:lnTo>
                  <a:pt x="94668" y="291960"/>
                </a:lnTo>
                <a:lnTo>
                  <a:pt x="90152" y="277441"/>
                </a:lnTo>
                <a:lnTo>
                  <a:pt x="32521" y="280151"/>
                </a:lnTo>
                <a:lnTo>
                  <a:pt x="11341" y="248953"/>
                </a:lnTo>
                <a:lnTo>
                  <a:pt x="27152" y="237804"/>
                </a:lnTo>
                <a:lnTo>
                  <a:pt x="0" y="187871"/>
                </a:lnTo>
                <a:lnTo>
                  <a:pt x="28324" y="173172"/>
                </a:lnTo>
                <a:lnTo>
                  <a:pt x="52087" y="111951"/>
                </a:lnTo>
                <a:lnTo>
                  <a:pt x="29690" y="85478"/>
                </a:lnTo>
                <a:lnTo>
                  <a:pt x="41152" y="51572"/>
                </a:lnTo>
                <a:lnTo>
                  <a:pt x="29011" y="26077"/>
                </a:lnTo>
                <a:lnTo>
                  <a:pt x="61226" y="29509"/>
                </a:lnTo>
                <a:lnTo>
                  <a:pt x="125516" y="0"/>
                </a:lnTo>
                <a:lnTo>
                  <a:pt x="147161" y="34717"/>
                </a:lnTo>
                <a:lnTo>
                  <a:pt x="144494" y="72223"/>
                </a:lnTo>
                <a:lnTo>
                  <a:pt x="183384" y="60565"/>
                </a:lnTo>
                <a:lnTo>
                  <a:pt x="185165" y="47463"/>
                </a:lnTo>
                <a:lnTo>
                  <a:pt x="215222" y="80360"/>
                </a:lnTo>
                <a:lnTo>
                  <a:pt x="230877" y="82443"/>
                </a:lnTo>
                <a:lnTo>
                  <a:pt x="243952" y="65742"/>
                </a:lnTo>
                <a:lnTo>
                  <a:pt x="273087" y="80871"/>
                </a:lnTo>
                <a:lnTo>
                  <a:pt x="328386" y="71076"/>
                </a:lnTo>
                <a:lnTo>
                  <a:pt x="357347" y="93802"/>
                </a:lnTo>
                <a:lnTo>
                  <a:pt x="367609" y="142500"/>
                </a:lnTo>
                <a:lnTo>
                  <a:pt x="414465" y="164303"/>
                </a:lnTo>
                <a:lnTo>
                  <a:pt x="413857" y="231503"/>
                </a:lnTo>
                <a:lnTo>
                  <a:pt x="386096" y="275969"/>
                </a:lnTo>
                <a:lnTo>
                  <a:pt x="363290" y="287293"/>
                </a:lnTo>
                <a:lnTo>
                  <a:pt x="329724" y="293534"/>
                </a:lnTo>
                <a:lnTo>
                  <a:pt x="323609" y="262498"/>
                </a:lnTo>
                <a:lnTo>
                  <a:pt x="303317" y="298936"/>
                </a:lnTo>
                <a:lnTo>
                  <a:pt x="284366" y="307980"/>
                </a:lnTo>
                <a:lnTo>
                  <a:pt x="253772" y="268476"/>
                </a:lnTo>
                <a:lnTo>
                  <a:pt x="217525" y="259740"/>
                </a:lnTo>
                <a:lnTo>
                  <a:pt x="210466" y="241680"/>
                </a:lnTo>
                <a:lnTo>
                  <a:pt x="205524" y="271137"/>
                </a:lnTo>
                <a:lnTo>
                  <a:pt x="153090" y="268309"/>
                </a:lnTo>
                <a:lnTo>
                  <a:pt x="140641" y="297246"/>
                </a:lnTo>
                <a:lnTo>
                  <a:pt x="124680" y="30228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map"/>
          <p:cNvSpPr/>
          <p:nvPr/>
        </p:nvSpPr>
        <p:spPr>
          <a:xfrm>
            <a:off x="3087335" y="5219322"/>
            <a:ext cx="752860" cy="476226"/>
          </a:xfrm>
          <a:custGeom>
            <a:avLst/>
            <a:gdLst/>
            <a:ahLst/>
            <a:cxnLst/>
            <a:rect l="0" t="0" r="r" b="b"/>
            <a:pathLst>
              <a:path w="752860" h="476226">
                <a:moveTo>
                  <a:pt x="47711" y="128234"/>
                </a:moveTo>
                <a:lnTo>
                  <a:pt x="103057" y="81971"/>
                </a:lnTo>
                <a:lnTo>
                  <a:pt x="199485" y="71231"/>
                </a:lnTo>
                <a:lnTo>
                  <a:pt x="215639" y="27571"/>
                </a:lnTo>
                <a:lnTo>
                  <a:pt x="255159" y="30940"/>
                </a:lnTo>
                <a:lnTo>
                  <a:pt x="283776" y="0"/>
                </a:lnTo>
                <a:lnTo>
                  <a:pt x="342658" y="21259"/>
                </a:lnTo>
                <a:lnTo>
                  <a:pt x="360248" y="41285"/>
                </a:lnTo>
                <a:lnTo>
                  <a:pt x="403709" y="5238"/>
                </a:lnTo>
                <a:lnTo>
                  <a:pt x="395809" y="42408"/>
                </a:lnTo>
                <a:lnTo>
                  <a:pt x="423103" y="58050"/>
                </a:lnTo>
                <a:lnTo>
                  <a:pt x="417481" y="94861"/>
                </a:lnTo>
                <a:lnTo>
                  <a:pt x="451453" y="96953"/>
                </a:lnTo>
                <a:lnTo>
                  <a:pt x="454782" y="122369"/>
                </a:lnTo>
                <a:lnTo>
                  <a:pt x="476437" y="122565"/>
                </a:lnTo>
                <a:lnTo>
                  <a:pt x="460978" y="140867"/>
                </a:lnTo>
                <a:lnTo>
                  <a:pt x="487043" y="144533"/>
                </a:lnTo>
                <a:lnTo>
                  <a:pt x="508357" y="176514"/>
                </a:lnTo>
                <a:lnTo>
                  <a:pt x="508152" y="200671"/>
                </a:lnTo>
                <a:lnTo>
                  <a:pt x="548652" y="247939"/>
                </a:lnTo>
                <a:lnTo>
                  <a:pt x="561725" y="245272"/>
                </a:lnTo>
                <a:lnTo>
                  <a:pt x="621281" y="303677"/>
                </a:lnTo>
                <a:lnTo>
                  <a:pt x="640961" y="294549"/>
                </a:lnTo>
                <a:lnTo>
                  <a:pt x="668130" y="310804"/>
                </a:lnTo>
                <a:lnTo>
                  <a:pt x="709085" y="276756"/>
                </a:lnTo>
                <a:lnTo>
                  <a:pt x="752860" y="325953"/>
                </a:lnTo>
                <a:lnTo>
                  <a:pt x="718680" y="352974"/>
                </a:lnTo>
                <a:lnTo>
                  <a:pt x="728763" y="368917"/>
                </a:lnTo>
                <a:lnTo>
                  <a:pt x="710261" y="385977"/>
                </a:lnTo>
                <a:lnTo>
                  <a:pt x="711786" y="429140"/>
                </a:lnTo>
                <a:lnTo>
                  <a:pt x="694069" y="451609"/>
                </a:lnTo>
                <a:lnTo>
                  <a:pt x="674402" y="430726"/>
                </a:lnTo>
                <a:lnTo>
                  <a:pt x="660501" y="447118"/>
                </a:lnTo>
                <a:lnTo>
                  <a:pt x="642494" y="437011"/>
                </a:lnTo>
                <a:lnTo>
                  <a:pt x="615838" y="449456"/>
                </a:lnTo>
                <a:lnTo>
                  <a:pt x="580386" y="429771"/>
                </a:lnTo>
                <a:lnTo>
                  <a:pt x="499229" y="476226"/>
                </a:lnTo>
                <a:lnTo>
                  <a:pt x="460882" y="443978"/>
                </a:lnTo>
                <a:lnTo>
                  <a:pt x="427662" y="440233"/>
                </a:lnTo>
                <a:lnTo>
                  <a:pt x="434215" y="420221"/>
                </a:lnTo>
                <a:lnTo>
                  <a:pt x="399287" y="372961"/>
                </a:lnTo>
                <a:lnTo>
                  <a:pt x="341042" y="411341"/>
                </a:lnTo>
                <a:lnTo>
                  <a:pt x="254926" y="391675"/>
                </a:lnTo>
                <a:lnTo>
                  <a:pt x="240560" y="368875"/>
                </a:lnTo>
                <a:lnTo>
                  <a:pt x="242548" y="341708"/>
                </a:lnTo>
                <a:lnTo>
                  <a:pt x="256431" y="334159"/>
                </a:lnTo>
                <a:lnTo>
                  <a:pt x="203965" y="340151"/>
                </a:lnTo>
                <a:lnTo>
                  <a:pt x="229105" y="309907"/>
                </a:lnTo>
                <a:lnTo>
                  <a:pt x="197530" y="331891"/>
                </a:lnTo>
                <a:lnTo>
                  <a:pt x="172655" y="313687"/>
                </a:lnTo>
                <a:lnTo>
                  <a:pt x="210368" y="269752"/>
                </a:lnTo>
                <a:lnTo>
                  <a:pt x="151613" y="243470"/>
                </a:lnTo>
                <a:lnTo>
                  <a:pt x="142732" y="179505"/>
                </a:lnTo>
                <a:lnTo>
                  <a:pt x="97949" y="208986"/>
                </a:lnTo>
                <a:lnTo>
                  <a:pt x="0" y="147118"/>
                </a:lnTo>
                <a:lnTo>
                  <a:pt x="28707" y="115708"/>
                </a:lnTo>
                <a:lnTo>
                  <a:pt x="34677" y="123993"/>
                </a:lnTo>
                <a:lnTo>
                  <a:pt x="47213" y="115295"/>
                </a:lnTo>
                <a:lnTo>
                  <a:pt x="47711" y="128234"/>
                </a:lnTo>
                <a:close/>
                <a:moveTo>
                  <a:pt x="525493" y="198736"/>
                </a:moveTo>
                <a:lnTo>
                  <a:pt x="520371" y="208489"/>
                </a:lnTo>
                <a:lnTo>
                  <a:pt x="525493" y="19873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p"/>
          <p:cNvSpPr/>
          <p:nvPr/>
        </p:nvSpPr>
        <p:spPr>
          <a:xfrm>
            <a:off x="2862188" y="5002357"/>
            <a:ext cx="440786" cy="364083"/>
          </a:xfrm>
          <a:custGeom>
            <a:avLst/>
            <a:gdLst/>
            <a:ahLst/>
            <a:cxnLst/>
            <a:rect l="0" t="0" r="r" b="b"/>
            <a:pathLst>
              <a:path w="440786" h="364083">
                <a:moveTo>
                  <a:pt x="440786" y="244536"/>
                </a:moveTo>
                <a:lnTo>
                  <a:pt x="424631" y="288196"/>
                </a:lnTo>
                <a:lnTo>
                  <a:pt x="328204" y="298936"/>
                </a:lnTo>
                <a:lnTo>
                  <a:pt x="283059" y="343983"/>
                </a:lnTo>
                <a:lnTo>
                  <a:pt x="253854" y="332673"/>
                </a:lnTo>
                <a:lnTo>
                  <a:pt x="225147" y="364083"/>
                </a:lnTo>
                <a:lnTo>
                  <a:pt x="210438" y="343968"/>
                </a:lnTo>
                <a:lnTo>
                  <a:pt x="198062" y="352003"/>
                </a:lnTo>
                <a:lnTo>
                  <a:pt x="172672" y="329522"/>
                </a:lnTo>
                <a:lnTo>
                  <a:pt x="162069" y="336283"/>
                </a:lnTo>
                <a:lnTo>
                  <a:pt x="130802" y="322195"/>
                </a:lnTo>
                <a:lnTo>
                  <a:pt x="125967" y="333732"/>
                </a:lnTo>
                <a:lnTo>
                  <a:pt x="96202" y="333424"/>
                </a:lnTo>
                <a:lnTo>
                  <a:pt x="46448" y="360368"/>
                </a:lnTo>
                <a:lnTo>
                  <a:pt x="22455" y="310774"/>
                </a:lnTo>
                <a:lnTo>
                  <a:pt x="0" y="302233"/>
                </a:lnTo>
                <a:lnTo>
                  <a:pt x="21554" y="229793"/>
                </a:lnTo>
                <a:lnTo>
                  <a:pt x="61491" y="216351"/>
                </a:lnTo>
                <a:lnTo>
                  <a:pt x="75160" y="192165"/>
                </a:lnTo>
                <a:lnTo>
                  <a:pt x="91774" y="198611"/>
                </a:lnTo>
                <a:lnTo>
                  <a:pt x="103611" y="186775"/>
                </a:lnTo>
                <a:lnTo>
                  <a:pt x="87949" y="173897"/>
                </a:lnTo>
                <a:lnTo>
                  <a:pt x="83806" y="140621"/>
                </a:lnTo>
                <a:lnTo>
                  <a:pt x="114823" y="120856"/>
                </a:lnTo>
                <a:lnTo>
                  <a:pt x="118516" y="62549"/>
                </a:lnTo>
                <a:lnTo>
                  <a:pt x="125719" y="53740"/>
                </a:lnTo>
                <a:lnTo>
                  <a:pt x="136606" y="64039"/>
                </a:lnTo>
                <a:lnTo>
                  <a:pt x="138567" y="45910"/>
                </a:lnTo>
                <a:lnTo>
                  <a:pt x="172312" y="57752"/>
                </a:lnTo>
                <a:lnTo>
                  <a:pt x="172189" y="21455"/>
                </a:lnTo>
                <a:lnTo>
                  <a:pt x="193876" y="4366"/>
                </a:lnTo>
                <a:lnTo>
                  <a:pt x="221698" y="16379"/>
                </a:lnTo>
                <a:lnTo>
                  <a:pt x="255452" y="0"/>
                </a:lnTo>
                <a:lnTo>
                  <a:pt x="263829" y="13956"/>
                </a:lnTo>
                <a:lnTo>
                  <a:pt x="290396" y="12301"/>
                </a:lnTo>
                <a:lnTo>
                  <a:pt x="341742" y="76434"/>
                </a:lnTo>
                <a:lnTo>
                  <a:pt x="373291" y="55154"/>
                </a:lnTo>
                <a:lnTo>
                  <a:pt x="406697" y="107988"/>
                </a:lnTo>
                <a:lnTo>
                  <a:pt x="408031" y="152803"/>
                </a:lnTo>
                <a:lnTo>
                  <a:pt x="391703" y="194276"/>
                </a:lnTo>
                <a:lnTo>
                  <a:pt x="440786" y="244536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map"/>
          <p:cNvSpPr/>
          <p:nvPr/>
        </p:nvSpPr>
        <p:spPr>
          <a:xfrm>
            <a:off x="2780088" y="5271377"/>
            <a:ext cx="327071" cy="460887"/>
          </a:xfrm>
          <a:custGeom>
            <a:avLst/>
            <a:gdLst/>
            <a:ahLst/>
            <a:cxnLst/>
            <a:rect l="0" t="0" r="r" b="b"/>
            <a:pathLst>
              <a:path w="327071" h="460887">
                <a:moveTo>
                  <a:pt x="126554" y="90652"/>
                </a:moveTo>
                <a:lnTo>
                  <a:pt x="165747" y="70101"/>
                </a:lnTo>
                <a:lnTo>
                  <a:pt x="193386" y="89578"/>
                </a:lnTo>
                <a:lnTo>
                  <a:pt x="198737" y="108523"/>
                </a:lnTo>
                <a:lnTo>
                  <a:pt x="161898" y="150350"/>
                </a:lnTo>
                <a:lnTo>
                  <a:pt x="168265" y="172472"/>
                </a:lnTo>
                <a:lnTo>
                  <a:pt x="214033" y="180570"/>
                </a:lnTo>
                <a:lnTo>
                  <a:pt x="233336" y="208222"/>
                </a:lnTo>
                <a:lnTo>
                  <a:pt x="234340" y="240287"/>
                </a:lnTo>
                <a:lnTo>
                  <a:pt x="297868" y="294848"/>
                </a:lnTo>
                <a:lnTo>
                  <a:pt x="280654" y="318748"/>
                </a:lnTo>
                <a:lnTo>
                  <a:pt x="314037" y="332997"/>
                </a:lnTo>
                <a:lnTo>
                  <a:pt x="327071" y="362076"/>
                </a:lnTo>
                <a:lnTo>
                  <a:pt x="310614" y="399479"/>
                </a:lnTo>
                <a:lnTo>
                  <a:pt x="316673" y="420579"/>
                </a:lnTo>
                <a:lnTo>
                  <a:pt x="294334" y="406245"/>
                </a:lnTo>
                <a:lnTo>
                  <a:pt x="265877" y="424191"/>
                </a:lnTo>
                <a:lnTo>
                  <a:pt x="176775" y="419337"/>
                </a:lnTo>
                <a:lnTo>
                  <a:pt x="159914" y="447029"/>
                </a:lnTo>
                <a:lnTo>
                  <a:pt x="130404" y="444890"/>
                </a:lnTo>
                <a:lnTo>
                  <a:pt x="101968" y="460887"/>
                </a:lnTo>
                <a:lnTo>
                  <a:pt x="67183" y="428616"/>
                </a:lnTo>
                <a:lnTo>
                  <a:pt x="64855" y="399473"/>
                </a:lnTo>
                <a:lnTo>
                  <a:pt x="46457" y="399129"/>
                </a:lnTo>
                <a:lnTo>
                  <a:pt x="54559" y="376250"/>
                </a:lnTo>
                <a:lnTo>
                  <a:pt x="23521" y="355253"/>
                </a:lnTo>
                <a:lnTo>
                  <a:pt x="35085" y="333923"/>
                </a:lnTo>
                <a:lnTo>
                  <a:pt x="10567" y="309458"/>
                </a:lnTo>
                <a:lnTo>
                  <a:pt x="61474" y="220503"/>
                </a:lnTo>
                <a:lnTo>
                  <a:pt x="19671" y="188019"/>
                </a:lnTo>
                <a:lnTo>
                  <a:pt x="21340" y="141370"/>
                </a:lnTo>
                <a:lnTo>
                  <a:pt x="0" y="103344"/>
                </a:lnTo>
                <a:lnTo>
                  <a:pt x="64216" y="13490"/>
                </a:lnTo>
                <a:lnTo>
                  <a:pt x="86399" y="0"/>
                </a:lnTo>
                <a:lnTo>
                  <a:pt x="94055" y="18044"/>
                </a:lnTo>
                <a:lnTo>
                  <a:pt x="82316" y="33922"/>
                </a:lnTo>
                <a:lnTo>
                  <a:pt x="104555" y="41754"/>
                </a:lnTo>
                <a:lnTo>
                  <a:pt x="126554" y="9065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p"/>
          <p:cNvSpPr/>
          <p:nvPr/>
        </p:nvSpPr>
        <p:spPr>
          <a:xfrm>
            <a:off x="2444635" y="5549485"/>
            <a:ext cx="457981" cy="377871"/>
          </a:xfrm>
          <a:custGeom>
            <a:avLst/>
            <a:gdLst/>
            <a:ahLst/>
            <a:cxnLst/>
            <a:rect l="0" t="0" r="r" b="b"/>
            <a:pathLst>
              <a:path w="457981" h="377871">
                <a:moveTo>
                  <a:pt x="59836" y="245844"/>
                </a:moveTo>
                <a:lnTo>
                  <a:pt x="67395" y="193581"/>
                </a:lnTo>
                <a:lnTo>
                  <a:pt x="42860" y="183056"/>
                </a:lnTo>
                <a:lnTo>
                  <a:pt x="27467" y="191569"/>
                </a:lnTo>
                <a:lnTo>
                  <a:pt x="0" y="171059"/>
                </a:lnTo>
                <a:lnTo>
                  <a:pt x="14157" y="140910"/>
                </a:lnTo>
                <a:lnTo>
                  <a:pt x="6390" y="125778"/>
                </a:lnTo>
                <a:lnTo>
                  <a:pt x="32473" y="108714"/>
                </a:lnTo>
                <a:lnTo>
                  <a:pt x="30447" y="94358"/>
                </a:lnTo>
                <a:lnTo>
                  <a:pt x="56765" y="78670"/>
                </a:lnTo>
                <a:lnTo>
                  <a:pt x="57419" y="60104"/>
                </a:lnTo>
                <a:lnTo>
                  <a:pt x="80196" y="49005"/>
                </a:lnTo>
                <a:lnTo>
                  <a:pt x="80238" y="36323"/>
                </a:lnTo>
                <a:lnTo>
                  <a:pt x="108959" y="22553"/>
                </a:lnTo>
                <a:lnTo>
                  <a:pt x="129656" y="30910"/>
                </a:lnTo>
                <a:lnTo>
                  <a:pt x="129784" y="13408"/>
                </a:lnTo>
                <a:lnTo>
                  <a:pt x="151849" y="0"/>
                </a:lnTo>
                <a:lnTo>
                  <a:pt x="184052" y="30465"/>
                </a:lnTo>
                <a:lnTo>
                  <a:pt x="245255" y="16104"/>
                </a:lnTo>
                <a:lnTo>
                  <a:pt x="275031" y="36085"/>
                </a:lnTo>
                <a:lnTo>
                  <a:pt x="294841" y="29828"/>
                </a:lnTo>
                <a:lnTo>
                  <a:pt x="287344" y="13445"/>
                </a:lnTo>
                <a:lnTo>
                  <a:pt x="351784" y="30572"/>
                </a:lnTo>
                <a:lnTo>
                  <a:pt x="354009" y="47711"/>
                </a:lnTo>
                <a:lnTo>
                  <a:pt x="370538" y="55814"/>
                </a:lnTo>
                <a:lnTo>
                  <a:pt x="358974" y="77145"/>
                </a:lnTo>
                <a:lnTo>
                  <a:pt x="390012" y="98141"/>
                </a:lnTo>
                <a:lnTo>
                  <a:pt x="381910" y="121020"/>
                </a:lnTo>
                <a:lnTo>
                  <a:pt x="401149" y="122516"/>
                </a:lnTo>
                <a:lnTo>
                  <a:pt x="402161" y="149468"/>
                </a:lnTo>
                <a:lnTo>
                  <a:pt x="435483" y="199950"/>
                </a:lnTo>
                <a:lnTo>
                  <a:pt x="422151" y="209265"/>
                </a:lnTo>
                <a:lnTo>
                  <a:pt x="428811" y="231766"/>
                </a:lnTo>
                <a:lnTo>
                  <a:pt x="457981" y="249138"/>
                </a:lnTo>
                <a:lnTo>
                  <a:pt x="421778" y="268857"/>
                </a:lnTo>
                <a:lnTo>
                  <a:pt x="428318" y="296803"/>
                </a:lnTo>
                <a:lnTo>
                  <a:pt x="415295" y="319198"/>
                </a:lnTo>
                <a:lnTo>
                  <a:pt x="392673" y="318892"/>
                </a:lnTo>
                <a:lnTo>
                  <a:pt x="382173" y="339060"/>
                </a:lnTo>
                <a:lnTo>
                  <a:pt x="337231" y="327955"/>
                </a:lnTo>
                <a:lnTo>
                  <a:pt x="334172" y="317109"/>
                </a:lnTo>
                <a:lnTo>
                  <a:pt x="326776" y="334296"/>
                </a:lnTo>
                <a:lnTo>
                  <a:pt x="352090" y="337950"/>
                </a:lnTo>
                <a:lnTo>
                  <a:pt x="353547" y="359810"/>
                </a:lnTo>
                <a:lnTo>
                  <a:pt x="334300" y="367466"/>
                </a:lnTo>
                <a:lnTo>
                  <a:pt x="321751" y="342187"/>
                </a:lnTo>
                <a:lnTo>
                  <a:pt x="312801" y="375971"/>
                </a:lnTo>
                <a:lnTo>
                  <a:pt x="285332" y="377871"/>
                </a:lnTo>
                <a:lnTo>
                  <a:pt x="211588" y="311085"/>
                </a:lnTo>
                <a:lnTo>
                  <a:pt x="174966" y="335069"/>
                </a:lnTo>
                <a:lnTo>
                  <a:pt x="145472" y="333977"/>
                </a:lnTo>
                <a:lnTo>
                  <a:pt x="130348" y="277810"/>
                </a:lnTo>
                <a:lnTo>
                  <a:pt x="100081" y="273697"/>
                </a:lnTo>
                <a:lnTo>
                  <a:pt x="101743" y="264092"/>
                </a:lnTo>
                <a:lnTo>
                  <a:pt x="77384" y="278432"/>
                </a:lnTo>
                <a:lnTo>
                  <a:pt x="59836" y="245844"/>
                </a:lnTo>
                <a:close/>
                <a:moveTo>
                  <a:pt x="430400" y="272410"/>
                </a:moveTo>
                <a:lnTo>
                  <a:pt x="424795" y="281689"/>
                </a:lnTo>
                <a:lnTo>
                  <a:pt x="430400" y="272410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ap"/>
          <p:cNvSpPr/>
          <p:nvPr/>
        </p:nvSpPr>
        <p:spPr>
          <a:xfrm>
            <a:off x="2941823" y="5324592"/>
            <a:ext cx="402436" cy="324821"/>
          </a:xfrm>
          <a:custGeom>
            <a:avLst/>
            <a:gdLst/>
            <a:ahLst/>
            <a:cxnLst/>
            <a:rect l="0" t="0" r="r" b="b"/>
            <a:pathLst>
              <a:path w="402436" h="324821">
                <a:moveTo>
                  <a:pt x="288243" y="74235"/>
                </a:moveTo>
                <a:lnTo>
                  <a:pt x="297124" y="138200"/>
                </a:lnTo>
                <a:lnTo>
                  <a:pt x="355880" y="164483"/>
                </a:lnTo>
                <a:lnTo>
                  <a:pt x="319034" y="203510"/>
                </a:lnTo>
                <a:lnTo>
                  <a:pt x="325140" y="218101"/>
                </a:lnTo>
                <a:lnTo>
                  <a:pt x="343041" y="226621"/>
                </a:lnTo>
                <a:lnTo>
                  <a:pt x="374616" y="204637"/>
                </a:lnTo>
                <a:lnTo>
                  <a:pt x="344910" y="232308"/>
                </a:lnTo>
                <a:lnTo>
                  <a:pt x="402436" y="229429"/>
                </a:lnTo>
                <a:lnTo>
                  <a:pt x="387603" y="237448"/>
                </a:lnTo>
                <a:lnTo>
                  <a:pt x="382222" y="285419"/>
                </a:lnTo>
                <a:lnTo>
                  <a:pt x="345472" y="275382"/>
                </a:lnTo>
                <a:lnTo>
                  <a:pt x="323817" y="290059"/>
                </a:lnTo>
                <a:lnTo>
                  <a:pt x="327071" y="311364"/>
                </a:lnTo>
                <a:lnTo>
                  <a:pt x="294191" y="317105"/>
                </a:lnTo>
                <a:lnTo>
                  <a:pt x="237333" y="279385"/>
                </a:lnTo>
                <a:lnTo>
                  <a:pt x="192333" y="324821"/>
                </a:lnTo>
                <a:lnTo>
                  <a:pt x="176926" y="305467"/>
                </a:lnTo>
                <a:lnTo>
                  <a:pt x="162031" y="306957"/>
                </a:lnTo>
                <a:lnTo>
                  <a:pt x="152301" y="279782"/>
                </a:lnTo>
                <a:lnTo>
                  <a:pt x="122483" y="274854"/>
                </a:lnTo>
                <a:lnTo>
                  <a:pt x="136543" y="242457"/>
                </a:lnTo>
                <a:lnTo>
                  <a:pt x="72604" y="187072"/>
                </a:lnTo>
                <a:lnTo>
                  <a:pt x="66222" y="143329"/>
                </a:lnTo>
                <a:lnTo>
                  <a:pt x="52297" y="127355"/>
                </a:lnTo>
                <a:lnTo>
                  <a:pt x="7864" y="121099"/>
                </a:lnTo>
                <a:lnTo>
                  <a:pt x="0" y="97717"/>
                </a:lnTo>
                <a:lnTo>
                  <a:pt x="37001" y="55308"/>
                </a:lnTo>
                <a:lnTo>
                  <a:pt x="9335" y="17221"/>
                </a:lnTo>
                <a:lnTo>
                  <a:pt x="46332" y="11497"/>
                </a:lnTo>
                <a:lnTo>
                  <a:pt x="50526" y="0"/>
                </a:lnTo>
                <a:lnTo>
                  <a:pt x="82433" y="14048"/>
                </a:lnTo>
                <a:lnTo>
                  <a:pt x="93037" y="7287"/>
                </a:lnTo>
                <a:lnTo>
                  <a:pt x="118426" y="29769"/>
                </a:lnTo>
                <a:lnTo>
                  <a:pt x="131791" y="22236"/>
                </a:lnTo>
                <a:lnTo>
                  <a:pt x="189877" y="77562"/>
                </a:lnTo>
                <a:lnTo>
                  <a:pt x="214344" y="77818"/>
                </a:lnTo>
                <a:lnTo>
                  <a:pt x="243461" y="103716"/>
                </a:lnTo>
                <a:lnTo>
                  <a:pt x="288243" y="7423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p"/>
          <p:cNvSpPr/>
          <p:nvPr/>
        </p:nvSpPr>
        <p:spPr>
          <a:xfrm>
            <a:off x="2866786" y="5588197"/>
            <a:ext cx="795869" cy="482959"/>
          </a:xfrm>
          <a:custGeom>
            <a:avLst/>
            <a:gdLst/>
            <a:ahLst/>
            <a:cxnLst/>
            <a:rect l="0" t="0" r="r" b="b"/>
            <a:pathLst>
              <a:path w="795869" h="482959">
                <a:moveTo>
                  <a:pt x="264480" y="466551"/>
                </a:moveTo>
                <a:lnTo>
                  <a:pt x="288438" y="451965"/>
                </a:lnTo>
                <a:lnTo>
                  <a:pt x="281630" y="432559"/>
                </a:lnTo>
                <a:lnTo>
                  <a:pt x="230799" y="455262"/>
                </a:lnTo>
                <a:lnTo>
                  <a:pt x="186258" y="443641"/>
                </a:lnTo>
                <a:lnTo>
                  <a:pt x="160338" y="463449"/>
                </a:lnTo>
                <a:lnTo>
                  <a:pt x="158788" y="481313"/>
                </a:lnTo>
                <a:lnTo>
                  <a:pt x="115632" y="444824"/>
                </a:lnTo>
                <a:lnTo>
                  <a:pt x="132529" y="433473"/>
                </a:lnTo>
                <a:lnTo>
                  <a:pt x="112342" y="423074"/>
                </a:lnTo>
                <a:lnTo>
                  <a:pt x="101215" y="310181"/>
                </a:lnTo>
                <a:lnTo>
                  <a:pt x="80916" y="280262"/>
                </a:lnTo>
                <a:lnTo>
                  <a:pt x="48368" y="285440"/>
                </a:lnTo>
                <a:lnTo>
                  <a:pt x="15507" y="248843"/>
                </a:lnTo>
                <a:lnTo>
                  <a:pt x="16821" y="226428"/>
                </a:lnTo>
                <a:lnTo>
                  <a:pt x="35830" y="210426"/>
                </a:lnTo>
                <a:lnTo>
                  <a:pt x="6660" y="193055"/>
                </a:lnTo>
                <a:lnTo>
                  <a:pt x="0" y="170554"/>
                </a:lnTo>
                <a:lnTo>
                  <a:pt x="13415" y="162033"/>
                </a:lnTo>
                <a:lnTo>
                  <a:pt x="620" y="154538"/>
                </a:lnTo>
                <a:lnTo>
                  <a:pt x="3875" y="141830"/>
                </a:lnTo>
                <a:lnTo>
                  <a:pt x="73216" y="130209"/>
                </a:lnTo>
                <a:lnTo>
                  <a:pt x="90077" y="102517"/>
                </a:lnTo>
                <a:lnTo>
                  <a:pt x="179179" y="107371"/>
                </a:lnTo>
                <a:lnTo>
                  <a:pt x="207636" y="89425"/>
                </a:lnTo>
                <a:lnTo>
                  <a:pt x="229975" y="103759"/>
                </a:lnTo>
                <a:lnTo>
                  <a:pt x="223916" y="82659"/>
                </a:lnTo>
                <a:lnTo>
                  <a:pt x="240373" y="45256"/>
                </a:lnTo>
                <a:lnTo>
                  <a:pt x="251964" y="41862"/>
                </a:lnTo>
                <a:lnTo>
                  <a:pt x="267370" y="61216"/>
                </a:lnTo>
                <a:lnTo>
                  <a:pt x="309652" y="16368"/>
                </a:lnTo>
                <a:lnTo>
                  <a:pt x="369229" y="53500"/>
                </a:lnTo>
                <a:lnTo>
                  <a:pt x="402109" y="47759"/>
                </a:lnTo>
                <a:lnTo>
                  <a:pt x="398855" y="26454"/>
                </a:lnTo>
                <a:lnTo>
                  <a:pt x="420510" y="11777"/>
                </a:lnTo>
                <a:lnTo>
                  <a:pt x="456453" y="22390"/>
                </a:lnTo>
                <a:lnTo>
                  <a:pt x="461109" y="0"/>
                </a:lnTo>
                <a:lnTo>
                  <a:pt x="481902" y="25947"/>
                </a:lnTo>
                <a:lnTo>
                  <a:pt x="561591" y="42466"/>
                </a:lnTo>
                <a:lnTo>
                  <a:pt x="619837" y="4086"/>
                </a:lnTo>
                <a:lnTo>
                  <a:pt x="654764" y="51346"/>
                </a:lnTo>
                <a:lnTo>
                  <a:pt x="648211" y="71358"/>
                </a:lnTo>
                <a:lnTo>
                  <a:pt x="692919" y="83563"/>
                </a:lnTo>
                <a:lnTo>
                  <a:pt x="784479" y="185221"/>
                </a:lnTo>
                <a:lnTo>
                  <a:pt x="795869" y="228034"/>
                </a:lnTo>
                <a:lnTo>
                  <a:pt x="770515" y="226733"/>
                </a:lnTo>
                <a:lnTo>
                  <a:pt x="726846" y="257308"/>
                </a:lnTo>
                <a:lnTo>
                  <a:pt x="676008" y="208062"/>
                </a:lnTo>
                <a:lnTo>
                  <a:pt x="648045" y="225764"/>
                </a:lnTo>
                <a:lnTo>
                  <a:pt x="643596" y="253397"/>
                </a:lnTo>
                <a:lnTo>
                  <a:pt x="631983" y="249474"/>
                </a:lnTo>
                <a:lnTo>
                  <a:pt x="602722" y="280527"/>
                </a:lnTo>
                <a:lnTo>
                  <a:pt x="534104" y="237233"/>
                </a:lnTo>
                <a:lnTo>
                  <a:pt x="502340" y="263153"/>
                </a:lnTo>
                <a:lnTo>
                  <a:pt x="472575" y="252461"/>
                </a:lnTo>
                <a:lnTo>
                  <a:pt x="458569" y="269163"/>
                </a:lnTo>
                <a:lnTo>
                  <a:pt x="475207" y="293583"/>
                </a:lnTo>
                <a:lnTo>
                  <a:pt x="446708" y="310758"/>
                </a:lnTo>
                <a:lnTo>
                  <a:pt x="450390" y="334915"/>
                </a:lnTo>
                <a:lnTo>
                  <a:pt x="435532" y="353050"/>
                </a:lnTo>
                <a:lnTo>
                  <a:pt x="443443" y="362813"/>
                </a:lnTo>
                <a:lnTo>
                  <a:pt x="374293" y="388264"/>
                </a:lnTo>
                <a:lnTo>
                  <a:pt x="377113" y="453651"/>
                </a:lnTo>
                <a:lnTo>
                  <a:pt x="352395" y="453625"/>
                </a:lnTo>
                <a:lnTo>
                  <a:pt x="294800" y="482959"/>
                </a:lnTo>
                <a:lnTo>
                  <a:pt x="264480" y="466551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map"/>
          <p:cNvSpPr/>
          <p:nvPr/>
        </p:nvSpPr>
        <p:spPr>
          <a:xfrm>
            <a:off x="2263020" y="5357329"/>
            <a:ext cx="312672" cy="351260"/>
          </a:xfrm>
          <a:custGeom>
            <a:avLst/>
            <a:gdLst/>
            <a:ahLst/>
            <a:cxnLst/>
            <a:rect l="0" t="0" r="r" b="b"/>
            <a:pathLst>
              <a:path w="312672" h="351260">
                <a:moveTo>
                  <a:pt x="188005" y="317934"/>
                </a:moveTo>
                <a:lnTo>
                  <a:pt x="166938" y="307877"/>
                </a:lnTo>
                <a:lnTo>
                  <a:pt x="150955" y="327485"/>
                </a:lnTo>
                <a:lnTo>
                  <a:pt x="122452" y="311155"/>
                </a:lnTo>
                <a:lnTo>
                  <a:pt x="119976" y="330036"/>
                </a:lnTo>
                <a:lnTo>
                  <a:pt x="92407" y="351260"/>
                </a:lnTo>
                <a:lnTo>
                  <a:pt x="61883" y="338386"/>
                </a:lnTo>
                <a:lnTo>
                  <a:pt x="60397" y="306611"/>
                </a:lnTo>
                <a:lnTo>
                  <a:pt x="49436" y="288855"/>
                </a:lnTo>
                <a:lnTo>
                  <a:pt x="35206" y="289815"/>
                </a:lnTo>
                <a:lnTo>
                  <a:pt x="44583" y="264658"/>
                </a:lnTo>
                <a:lnTo>
                  <a:pt x="36635" y="253079"/>
                </a:lnTo>
                <a:lnTo>
                  <a:pt x="58611" y="232804"/>
                </a:lnTo>
                <a:lnTo>
                  <a:pt x="27650" y="205937"/>
                </a:lnTo>
                <a:lnTo>
                  <a:pt x="8664" y="166453"/>
                </a:lnTo>
                <a:lnTo>
                  <a:pt x="17151" y="140870"/>
                </a:lnTo>
                <a:lnTo>
                  <a:pt x="1476" y="115719"/>
                </a:lnTo>
                <a:lnTo>
                  <a:pt x="12412" y="85046"/>
                </a:lnTo>
                <a:lnTo>
                  <a:pt x="0" y="65194"/>
                </a:lnTo>
                <a:lnTo>
                  <a:pt x="20654" y="55566"/>
                </a:lnTo>
                <a:lnTo>
                  <a:pt x="33103" y="26629"/>
                </a:lnTo>
                <a:lnTo>
                  <a:pt x="85537" y="29456"/>
                </a:lnTo>
                <a:lnTo>
                  <a:pt x="90479" y="0"/>
                </a:lnTo>
                <a:lnTo>
                  <a:pt x="97538" y="18059"/>
                </a:lnTo>
                <a:lnTo>
                  <a:pt x="133785" y="26795"/>
                </a:lnTo>
                <a:lnTo>
                  <a:pt x="164379" y="66300"/>
                </a:lnTo>
                <a:lnTo>
                  <a:pt x="183330" y="57255"/>
                </a:lnTo>
                <a:lnTo>
                  <a:pt x="203621" y="20817"/>
                </a:lnTo>
                <a:lnTo>
                  <a:pt x="209737" y="51854"/>
                </a:lnTo>
                <a:lnTo>
                  <a:pt x="266109" y="34289"/>
                </a:lnTo>
                <a:lnTo>
                  <a:pt x="277368" y="50855"/>
                </a:lnTo>
                <a:lnTo>
                  <a:pt x="274563" y="82873"/>
                </a:lnTo>
                <a:lnTo>
                  <a:pt x="296168" y="77630"/>
                </a:lnTo>
                <a:lnTo>
                  <a:pt x="309324" y="91961"/>
                </a:lnTo>
                <a:lnTo>
                  <a:pt x="298482" y="115231"/>
                </a:lnTo>
                <a:lnTo>
                  <a:pt x="312672" y="167071"/>
                </a:lnTo>
                <a:lnTo>
                  <a:pt x="286024" y="170753"/>
                </a:lnTo>
                <a:lnTo>
                  <a:pt x="268042" y="202954"/>
                </a:lnTo>
                <a:lnTo>
                  <a:pt x="267248" y="235182"/>
                </a:lnTo>
                <a:lnTo>
                  <a:pt x="248443" y="242149"/>
                </a:lnTo>
                <a:lnTo>
                  <a:pt x="238380" y="270826"/>
                </a:lnTo>
                <a:lnTo>
                  <a:pt x="188005" y="317934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p"/>
          <p:cNvSpPr/>
          <p:nvPr/>
        </p:nvSpPr>
        <p:spPr>
          <a:xfrm>
            <a:off x="3159017" y="5951009"/>
            <a:ext cx="284284" cy="282537"/>
          </a:xfrm>
          <a:custGeom>
            <a:avLst/>
            <a:gdLst/>
            <a:ahLst/>
            <a:cxnLst/>
            <a:rect l="0" t="0" r="r" b="b"/>
            <a:pathLst>
              <a:path w="284284" h="282537">
                <a:moveTo>
                  <a:pt x="284284" y="187786"/>
                </a:moveTo>
                <a:lnTo>
                  <a:pt x="240360" y="184130"/>
                </a:lnTo>
                <a:lnTo>
                  <a:pt x="222682" y="204158"/>
                </a:lnTo>
                <a:lnTo>
                  <a:pt x="165474" y="203997"/>
                </a:lnTo>
                <a:lnTo>
                  <a:pt x="152732" y="217591"/>
                </a:lnTo>
                <a:lnTo>
                  <a:pt x="169806" y="229162"/>
                </a:lnTo>
                <a:lnTo>
                  <a:pt x="180926" y="220730"/>
                </a:lnTo>
                <a:lnTo>
                  <a:pt x="172611" y="255356"/>
                </a:lnTo>
                <a:lnTo>
                  <a:pt x="148328" y="255291"/>
                </a:lnTo>
                <a:lnTo>
                  <a:pt x="142474" y="273303"/>
                </a:lnTo>
                <a:lnTo>
                  <a:pt x="122887" y="261898"/>
                </a:lnTo>
                <a:lnTo>
                  <a:pt x="110315" y="282537"/>
                </a:lnTo>
                <a:lnTo>
                  <a:pt x="115897" y="264484"/>
                </a:lnTo>
                <a:lnTo>
                  <a:pt x="105583" y="273723"/>
                </a:lnTo>
                <a:lnTo>
                  <a:pt x="89767" y="241976"/>
                </a:lnTo>
                <a:lnTo>
                  <a:pt x="42071" y="255974"/>
                </a:lnTo>
                <a:lnTo>
                  <a:pt x="11856" y="233038"/>
                </a:lnTo>
                <a:lnTo>
                  <a:pt x="0" y="178804"/>
                </a:lnTo>
                <a:lnTo>
                  <a:pt x="23267" y="133393"/>
                </a:lnTo>
                <a:lnTo>
                  <a:pt x="4924" y="136494"/>
                </a:lnTo>
                <a:lnTo>
                  <a:pt x="6427" y="119505"/>
                </a:lnTo>
                <a:lnTo>
                  <a:pt x="60164" y="90813"/>
                </a:lnTo>
                <a:lnTo>
                  <a:pt x="84882" y="90838"/>
                </a:lnTo>
                <a:lnTo>
                  <a:pt x="82062" y="25452"/>
                </a:lnTo>
                <a:lnTo>
                  <a:pt x="151212" y="0"/>
                </a:lnTo>
                <a:lnTo>
                  <a:pt x="173974" y="4675"/>
                </a:lnTo>
                <a:lnTo>
                  <a:pt x="196647" y="26647"/>
                </a:lnTo>
                <a:lnTo>
                  <a:pt x="242114" y="29274"/>
                </a:lnTo>
                <a:lnTo>
                  <a:pt x="272058" y="45699"/>
                </a:lnTo>
                <a:lnTo>
                  <a:pt x="258068" y="71770"/>
                </a:lnTo>
                <a:lnTo>
                  <a:pt x="283368" y="108159"/>
                </a:lnTo>
                <a:lnTo>
                  <a:pt x="268772" y="141570"/>
                </a:lnTo>
                <a:lnTo>
                  <a:pt x="284284" y="18778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ap"/>
          <p:cNvSpPr/>
          <p:nvPr/>
        </p:nvSpPr>
        <p:spPr>
          <a:xfrm>
            <a:off x="2998716" y="4562081"/>
            <a:ext cx="997818" cy="983193"/>
          </a:xfrm>
          <a:custGeom>
            <a:avLst/>
            <a:gdLst/>
            <a:ahLst/>
            <a:cxnLst/>
            <a:rect l="0" t="0" r="r" b="b"/>
            <a:pathLst>
              <a:path w="997818" h="983193">
                <a:moveTo>
                  <a:pt x="548313" y="116680"/>
                </a:moveTo>
                <a:lnTo>
                  <a:pt x="503679" y="172401"/>
                </a:lnTo>
                <a:lnTo>
                  <a:pt x="512032" y="189978"/>
                </a:lnTo>
                <a:lnTo>
                  <a:pt x="484065" y="216423"/>
                </a:lnTo>
                <a:lnTo>
                  <a:pt x="496966" y="223603"/>
                </a:lnTo>
                <a:lnTo>
                  <a:pt x="479283" y="242973"/>
                </a:lnTo>
                <a:lnTo>
                  <a:pt x="478055" y="271409"/>
                </a:lnTo>
                <a:lnTo>
                  <a:pt x="508463" y="281236"/>
                </a:lnTo>
                <a:lnTo>
                  <a:pt x="499228" y="315471"/>
                </a:lnTo>
                <a:lnTo>
                  <a:pt x="507322" y="307375"/>
                </a:lnTo>
                <a:lnTo>
                  <a:pt x="512951" y="323880"/>
                </a:lnTo>
                <a:lnTo>
                  <a:pt x="537957" y="335813"/>
                </a:lnTo>
                <a:lnTo>
                  <a:pt x="542129" y="369252"/>
                </a:lnTo>
                <a:lnTo>
                  <a:pt x="573229" y="390031"/>
                </a:lnTo>
                <a:lnTo>
                  <a:pt x="588122" y="385436"/>
                </a:lnTo>
                <a:lnTo>
                  <a:pt x="621965" y="465756"/>
                </a:lnTo>
                <a:lnTo>
                  <a:pt x="654860" y="443650"/>
                </a:lnTo>
                <a:lnTo>
                  <a:pt x="669120" y="448189"/>
                </a:lnTo>
                <a:lnTo>
                  <a:pt x="671372" y="467902"/>
                </a:lnTo>
                <a:lnTo>
                  <a:pt x="694173" y="472304"/>
                </a:lnTo>
                <a:lnTo>
                  <a:pt x="684012" y="483966"/>
                </a:lnTo>
                <a:lnTo>
                  <a:pt x="701328" y="522185"/>
                </a:lnTo>
                <a:lnTo>
                  <a:pt x="729554" y="527825"/>
                </a:lnTo>
                <a:lnTo>
                  <a:pt x="738758" y="540332"/>
                </a:lnTo>
                <a:lnTo>
                  <a:pt x="731769" y="565491"/>
                </a:lnTo>
                <a:lnTo>
                  <a:pt x="751520" y="568248"/>
                </a:lnTo>
                <a:lnTo>
                  <a:pt x="767990" y="597064"/>
                </a:lnTo>
                <a:lnTo>
                  <a:pt x="779778" y="588021"/>
                </a:lnTo>
                <a:lnTo>
                  <a:pt x="799724" y="596714"/>
                </a:lnTo>
                <a:lnTo>
                  <a:pt x="818695" y="582810"/>
                </a:lnTo>
                <a:lnTo>
                  <a:pt x="843396" y="593582"/>
                </a:lnTo>
                <a:lnTo>
                  <a:pt x="850384" y="600972"/>
                </a:lnTo>
                <a:lnTo>
                  <a:pt x="838055" y="617132"/>
                </a:lnTo>
                <a:lnTo>
                  <a:pt x="891689" y="692259"/>
                </a:lnTo>
                <a:lnTo>
                  <a:pt x="941280" y="663071"/>
                </a:lnTo>
                <a:lnTo>
                  <a:pt x="961300" y="694048"/>
                </a:lnTo>
                <a:lnTo>
                  <a:pt x="946998" y="719382"/>
                </a:lnTo>
                <a:lnTo>
                  <a:pt x="966031" y="751578"/>
                </a:lnTo>
                <a:lnTo>
                  <a:pt x="992700" y="753173"/>
                </a:lnTo>
                <a:lnTo>
                  <a:pt x="997818" y="820562"/>
                </a:lnTo>
                <a:lnTo>
                  <a:pt x="968387" y="834704"/>
                </a:lnTo>
                <a:lnTo>
                  <a:pt x="964092" y="850951"/>
                </a:lnTo>
                <a:lnTo>
                  <a:pt x="942883" y="847936"/>
                </a:lnTo>
                <a:lnTo>
                  <a:pt x="902665" y="873875"/>
                </a:lnTo>
                <a:lnTo>
                  <a:pt x="871288" y="847460"/>
                </a:lnTo>
                <a:lnTo>
                  <a:pt x="859485" y="868696"/>
                </a:lnTo>
                <a:lnTo>
                  <a:pt x="867664" y="889417"/>
                </a:lnTo>
                <a:lnTo>
                  <a:pt x="902337" y="911241"/>
                </a:lnTo>
                <a:lnTo>
                  <a:pt x="855899" y="943392"/>
                </a:lnTo>
                <a:lnTo>
                  <a:pt x="859861" y="964432"/>
                </a:lnTo>
                <a:lnTo>
                  <a:pt x="841478" y="983193"/>
                </a:lnTo>
                <a:lnTo>
                  <a:pt x="797703" y="933996"/>
                </a:lnTo>
                <a:lnTo>
                  <a:pt x="756749" y="968044"/>
                </a:lnTo>
                <a:lnTo>
                  <a:pt x="729580" y="951789"/>
                </a:lnTo>
                <a:lnTo>
                  <a:pt x="709900" y="960917"/>
                </a:lnTo>
                <a:lnTo>
                  <a:pt x="650343" y="902512"/>
                </a:lnTo>
                <a:lnTo>
                  <a:pt x="637271" y="905179"/>
                </a:lnTo>
                <a:lnTo>
                  <a:pt x="596771" y="857912"/>
                </a:lnTo>
                <a:lnTo>
                  <a:pt x="596975" y="833755"/>
                </a:lnTo>
                <a:lnTo>
                  <a:pt x="575662" y="801774"/>
                </a:lnTo>
                <a:lnTo>
                  <a:pt x="549596" y="798107"/>
                </a:lnTo>
                <a:lnTo>
                  <a:pt x="565055" y="779806"/>
                </a:lnTo>
                <a:lnTo>
                  <a:pt x="543400" y="779609"/>
                </a:lnTo>
                <a:lnTo>
                  <a:pt x="540071" y="754193"/>
                </a:lnTo>
                <a:lnTo>
                  <a:pt x="506099" y="752101"/>
                </a:lnTo>
                <a:lnTo>
                  <a:pt x="511722" y="715290"/>
                </a:lnTo>
                <a:lnTo>
                  <a:pt x="484427" y="699648"/>
                </a:lnTo>
                <a:lnTo>
                  <a:pt x="493076" y="662825"/>
                </a:lnTo>
                <a:lnTo>
                  <a:pt x="450091" y="698453"/>
                </a:lnTo>
                <a:lnTo>
                  <a:pt x="431277" y="678499"/>
                </a:lnTo>
                <a:lnTo>
                  <a:pt x="383335" y="669552"/>
                </a:lnTo>
                <a:lnTo>
                  <a:pt x="374126" y="656964"/>
                </a:lnTo>
                <a:lnTo>
                  <a:pt x="343778" y="688180"/>
                </a:lnTo>
                <a:lnTo>
                  <a:pt x="304257" y="684811"/>
                </a:lnTo>
                <a:lnTo>
                  <a:pt x="254440" y="632485"/>
                </a:lnTo>
                <a:lnTo>
                  <a:pt x="271502" y="593079"/>
                </a:lnTo>
                <a:lnTo>
                  <a:pt x="270169" y="548263"/>
                </a:lnTo>
                <a:lnTo>
                  <a:pt x="247640" y="506267"/>
                </a:lnTo>
                <a:lnTo>
                  <a:pt x="235406" y="495744"/>
                </a:lnTo>
                <a:lnTo>
                  <a:pt x="205214" y="516709"/>
                </a:lnTo>
                <a:lnTo>
                  <a:pt x="153868" y="452577"/>
                </a:lnTo>
                <a:lnTo>
                  <a:pt x="127300" y="454231"/>
                </a:lnTo>
                <a:lnTo>
                  <a:pt x="118923" y="440275"/>
                </a:lnTo>
                <a:lnTo>
                  <a:pt x="93117" y="448426"/>
                </a:lnTo>
                <a:lnTo>
                  <a:pt x="118998" y="365975"/>
                </a:lnTo>
                <a:lnTo>
                  <a:pt x="94291" y="348221"/>
                </a:lnTo>
                <a:lnTo>
                  <a:pt x="34754" y="357015"/>
                </a:lnTo>
                <a:lnTo>
                  <a:pt x="15402" y="337292"/>
                </a:lnTo>
                <a:lnTo>
                  <a:pt x="37968" y="309585"/>
                </a:lnTo>
                <a:lnTo>
                  <a:pt x="26746" y="278358"/>
                </a:lnTo>
                <a:lnTo>
                  <a:pt x="35972" y="264479"/>
                </a:lnTo>
                <a:lnTo>
                  <a:pt x="19413" y="238181"/>
                </a:lnTo>
                <a:lnTo>
                  <a:pt x="243" y="237220"/>
                </a:lnTo>
                <a:lnTo>
                  <a:pt x="0" y="220014"/>
                </a:lnTo>
                <a:lnTo>
                  <a:pt x="20335" y="210716"/>
                </a:lnTo>
                <a:lnTo>
                  <a:pt x="10934" y="202378"/>
                </a:lnTo>
                <a:lnTo>
                  <a:pt x="17092" y="162991"/>
                </a:lnTo>
                <a:lnTo>
                  <a:pt x="54207" y="157667"/>
                </a:lnTo>
                <a:lnTo>
                  <a:pt x="87591" y="187605"/>
                </a:lnTo>
                <a:lnTo>
                  <a:pt x="110476" y="178936"/>
                </a:lnTo>
                <a:lnTo>
                  <a:pt x="112650" y="159082"/>
                </a:lnTo>
                <a:lnTo>
                  <a:pt x="121234" y="175527"/>
                </a:lnTo>
                <a:lnTo>
                  <a:pt x="146303" y="158873"/>
                </a:lnTo>
                <a:lnTo>
                  <a:pt x="154991" y="169039"/>
                </a:lnTo>
                <a:lnTo>
                  <a:pt x="162761" y="161929"/>
                </a:lnTo>
                <a:lnTo>
                  <a:pt x="151199" y="144939"/>
                </a:lnTo>
                <a:lnTo>
                  <a:pt x="190967" y="117392"/>
                </a:lnTo>
                <a:lnTo>
                  <a:pt x="181235" y="87349"/>
                </a:lnTo>
                <a:lnTo>
                  <a:pt x="253902" y="54475"/>
                </a:lnTo>
                <a:lnTo>
                  <a:pt x="298429" y="10955"/>
                </a:lnTo>
                <a:lnTo>
                  <a:pt x="330769" y="24008"/>
                </a:lnTo>
                <a:lnTo>
                  <a:pt x="379974" y="12868"/>
                </a:lnTo>
                <a:lnTo>
                  <a:pt x="384495" y="0"/>
                </a:lnTo>
                <a:lnTo>
                  <a:pt x="462130" y="37824"/>
                </a:lnTo>
                <a:lnTo>
                  <a:pt x="490841" y="32321"/>
                </a:lnTo>
                <a:lnTo>
                  <a:pt x="517852" y="54345"/>
                </a:lnTo>
                <a:lnTo>
                  <a:pt x="518804" y="84569"/>
                </a:lnTo>
                <a:lnTo>
                  <a:pt x="548313" y="116680"/>
                </a:lnTo>
                <a:close/>
                <a:moveTo>
                  <a:pt x="491685" y="198033"/>
                </a:moveTo>
                <a:lnTo>
                  <a:pt x="491936" y="188216"/>
                </a:lnTo>
                <a:lnTo>
                  <a:pt x="491685" y="198033"/>
                </a:lnTo>
                <a:close/>
                <a:moveTo>
                  <a:pt x="608989" y="865729"/>
                </a:moveTo>
                <a:lnTo>
                  <a:pt x="614112" y="855976"/>
                </a:lnTo>
                <a:lnTo>
                  <a:pt x="608989" y="865729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p"/>
          <p:cNvSpPr/>
          <p:nvPr/>
        </p:nvSpPr>
        <p:spPr>
          <a:xfrm>
            <a:off x="2471722" y="4390029"/>
            <a:ext cx="564962" cy="505670"/>
          </a:xfrm>
          <a:custGeom>
            <a:avLst/>
            <a:gdLst/>
            <a:ahLst/>
            <a:cxnLst/>
            <a:rect l="0" t="0" r="r" b="b"/>
            <a:pathLst>
              <a:path w="564962" h="505670">
                <a:moveTo>
                  <a:pt x="549278" y="330664"/>
                </a:moveTo>
                <a:lnTo>
                  <a:pt x="549009" y="347885"/>
                </a:lnTo>
                <a:lnTo>
                  <a:pt x="537120" y="350816"/>
                </a:lnTo>
                <a:lnTo>
                  <a:pt x="547330" y="382768"/>
                </a:lnTo>
                <a:lnTo>
                  <a:pt x="526994" y="392067"/>
                </a:lnTo>
                <a:lnTo>
                  <a:pt x="527237" y="409272"/>
                </a:lnTo>
                <a:lnTo>
                  <a:pt x="546407" y="410233"/>
                </a:lnTo>
                <a:lnTo>
                  <a:pt x="562966" y="436531"/>
                </a:lnTo>
                <a:lnTo>
                  <a:pt x="553740" y="450410"/>
                </a:lnTo>
                <a:lnTo>
                  <a:pt x="564962" y="481637"/>
                </a:lnTo>
                <a:lnTo>
                  <a:pt x="555871" y="502180"/>
                </a:lnTo>
                <a:lnTo>
                  <a:pt x="539067" y="505670"/>
                </a:lnTo>
                <a:lnTo>
                  <a:pt x="513002" y="497493"/>
                </a:lnTo>
                <a:lnTo>
                  <a:pt x="483232" y="453818"/>
                </a:lnTo>
                <a:lnTo>
                  <a:pt x="438608" y="457331"/>
                </a:lnTo>
                <a:lnTo>
                  <a:pt x="414775" y="423282"/>
                </a:lnTo>
                <a:lnTo>
                  <a:pt x="390287" y="435735"/>
                </a:lnTo>
                <a:lnTo>
                  <a:pt x="374781" y="366923"/>
                </a:lnTo>
                <a:lnTo>
                  <a:pt x="356561" y="364582"/>
                </a:lnTo>
                <a:lnTo>
                  <a:pt x="346728" y="347707"/>
                </a:lnTo>
                <a:lnTo>
                  <a:pt x="324232" y="346562"/>
                </a:lnTo>
                <a:lnTo>
                  <a:pt x="311534" y="374425"/>
                </a:lnTo>
                <a:lnTo>
                  <a:pt x="272331" y="381352"/>
                </a:lnTo>
                <a:lnTo>
                  <a:pt x="250687" y="370805"/>
                </a:lnTo>
                <a:lnTo>
                  <a:pt x="214674" y="391303"/>
                </a:lnTo>
                <a:lnTo>
                  <a:pt x="192922" y="348424"/>
                </a:lnTo>
                <a:lnTo>
                  <a:pt x="164278" y="348570"/>
                </a:lnTo>
                <a:lnTo>
                  <a:pt x="135082" y="336772"/>
                </a:lnTo>
                <a:lnTo>
                  <a:pt x="133852" y="321273"/>
                </a:lnTo>
                <a:lnTo>
                  <a:pt x="122746" y="330777"/>
                </a:lnTo>
                <a:lnTo>
                  <a:pt x="86692" y="313698"/>
                </a:lnTo>
                <a:lnTo>
                  <a:pt x="77884" y="292959"/>
                </a:lnTo>
                <a:lnTo>
                  <a:pt x="42316" y="294542"/>
                </a:lnTo>
                <a:lnTo>
                  <a:pt x="0" y="216124"/>
                </a:lnTo>
                <a:lnTo>
                  <a:pt x="33812" y="194248"/>
                </a:lnTo>
                <a:lnTo>
                  <a:pt x="52373" y="198275"/>
                </a:lnTo>
                <a:lnTo>
                  <a:pt x="52213" y="159731"/>
                </a:lnTo>
                <a:lnTo>
                  <a:pt x="100814" y="149462"/>
                </a:lnTo>
                <a:lnTo>
                  <a:pt x="116159" y="117561"/>
                </a:lnTo>
                <a:lnTo>
                  <a:pt x="138375" y="118910"/>
                </a:lnTo>
                <a:lnTo>
                  <a:pt x="118892" y="61620"/>
                </a:lnTo>
                <a:lnTo>
                  <a:pt x="136813" y="57770"/>
                </a:lnTo>
                <a:lnTo>
                  <a:pt x="127052" y="27491"/>
                </a:lnTo>
                <a:lnTo>
                  <a:pt x="152593" y="9983"/>
                </a:lnTo>
                <a:lnTo>
                  <a:pt x="223921" y="24418"/>
                </a:lnTo>
                <a:lnTo>
                  <a:pt x="253937" y="0"/>
                </a:lnTo>
                <a:lnTo>
                  <a:pt x="285016" y="47518"/>
                </a:lnTo>
                <a:lnTo>
                  <a:pt x="353273" y="40750"/>
                </a:lnTo>
                <a:lnTo>
                  <a:pt x="352336" y="72894"/>
                </a:lnTo>
                <a:lnTo>
                  <a:pt x="401157" y="70225"/>
                </a:lnTo>
                <a:lnTo>
                  <a:pt x="424869" y="54619"/>
                </a:lnTo>
                <a:lnTo>
                  <a:pt x="428916" y="80419"/>
                </a:lnTo>
                <a:lnTo>
                  <a:pt x="446877" y="80977"/>
                </a:lnTo>
                <a:lnTo>
                  <a:pt x="457780" y="97172"/>
                </a:lnTo>
                <a:lnTo>
                  <a:pt x="436519" y="130800"/>
                </a:lnTo>
                <a:lnTo>
                  <a:pt x="442815" y="166144"/>
                </a:lnTo>
                <a:lnTo>
                  <a:pt x="508607" y="162939"/>
                </a:lnTo>
                <a:lnTo>
                  <a:pt x="504837" y="193097"/>
                </a:lnTo>
                <a:lnTo>
                  <a:pt x="526299" y="208538"/>
                </a:lnTo>
                <a:lnTo>
                  <a:pt x="517108" y="269209"/>
                </a:lnTo>
                <a:lnTo>
                  <a:pt x="538214" y="283653"/>
                </a:lnTo>
                <a:lnTo>
                  <a:pt x="549278" y="33066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map"/>
          <p:cNvSpPr/>
          <p:nvPr/>
        </p:nvSpPr>
        <p:spPr>
          <a:xfrm>
            <a:off x="2320349" y="4636142"/>
            <a:ext cx="798018" cy="618699"/>
          </a:xfrm>
          <a:custGeom>
            <a:avLst/>
            <a:gdLst/>
            <a:ahLst/>
            <a:cxnLst/>
            <a:rect l="0" t="0" r="r" b="b"/>
            <a:pathLst>
              <a:path w="798018" h="618699">
                <a:moveTo>
                  <a:pt x="771484" y="374366"/>
                </a:moveTo>
                <a:lnTo>
                  <a:pt x="719396" y="380160"/>
                </a:lnTo>
                <a:lnTo>
                  <a:pt x="712964" y="424724"/>
                </a:lnTo>
                <a:lnTo>
                  <a:pt x="680406" y="412125"/>
                </a:lnTo>
                <a:lnTo>
                  <a:pt x="675665" y="431533"/>
                </a:lnTo>
                <a:lnTo>
                  <a:pt x="665851" y="420692"/>
                </a:lnTo>
                <a:lnTo>
                  <a:pt x="656662" y="487071"/>
                </a:lnTo>
                <a:lnTo>
                  <a:pt x="625645" y="506836"/>
                </a:lnTo>
                <a:lnTo>
                  <a:pt x="629788" y="540112"/>
                </a:lnTo>
                <a:lnTo>
                  <a:pt x="645450" y="552990"/>
                </a:lnTo>
                <a:lnTo>
                  <a:pt x="633613" y="564827"/>
                </a:lnTo>
                <a:lnTo>
                  <a:pt x="616999" y="558380"/>
                </a:lnTo>
                <a:lnTo>
                  <a:pt x="603330" y="582566"/>
                </a:lnTo>
                <a:lnTo>
                  <a:pt x="563953" y="595494"/>
                </a:lnTo>
                <a:lnTo>
                  <a:pt x="556403" y="618699"/>
                </a:lnTo>
                <a:lnTo>
                  <a:pt x="541954" y="599069"/>
                </a:lnTo>
                <a:lnTo>
                  <a:pt x="549742" y="554636"/>
                </a:lnTo>
                <a:lnTo>
                  <a:pt x="511970" y="556593"/>
                </a:lnTo>
                <a:lnTo>
                  <a:pt x="486324" y="532176"/>
                </a:lnTo>
                <a:lnTo>
                  <a:pt x="444845" y="550730"/>
                </a:lnTo>
                <a:lnTo>
                  <a:pt x="441167" y="524827"/>
                </a:lnTo>
                <a:lnTo>
                  <a:pt x="360365" y="490071"/>
                </a:lnTo>
                <a:lnTo>
                  <a:pt x="342431" y="427339"/>
                </a:lnTo>
                <a:lnTo>
                  <a:pt x="313789" y="453516"/>
                </a:lnTo>
                <a:lnTo>
                  <a:pt x="301001" y="443182"/>
                </a:lnTo>
                <a:lnTo>
                  <a:pt x="246608" y="457722"/>
                </a:lnTo>
                <a:lnTo>
                  <a:pt x="209808" y="415166"/>
                </a:lnTo>
                <a:lnTo>
                  <a:pt x="210076" y="365486"/>
                </a:lnTo>
                <a:lnTo>
                  <a:pt x="191089" y="337258"/>
                </a:lnTo>
                <a:lnTo>
                  <a:pt x="164693" y="345685"/>
                </a:lnTo>
                <a:lnTo>
                  <a:pt x="157543" y="329692"/>
                </a:lnTo>
                <a:lnTo>
                  <a:pt x="119205" y="336266"/>
                </a:lnTo>
                <a:lnTo>
                  <a:pt x="81466" y="316846"/>
                </a:lnTo>
                <a:lnTo>
                  <a:pt x="45779" y="239695"/>
                </a:lnTo>
                <a:lnTo>
                  <a:pt x="21931" y="220161"/>
                </a:lnTo>
                <a:lnTo>
                  <a:pt x="31142" y="196570"/>
                </a:lnTo>
                <a:lnTo>
                  <a:pt x="0" y="162032"/>
                </a:lnTo>
                <a:lnTo>
                  <a:pt x="30196" y="128090"/>
                </a:lnTo>
                <a:lnTo>
                  <a:pt x="53173" y="133792"/>
                </a:lnTo>
                <a:lnTo>
                  <a:pt x="91220" y="107505"/>
                </a:lnTo>
                <a:lnTo>
                  <a:pt x="93442" y="49517"/>
                </a:lnTo>
                <a:lnTo>
                  <a:pt x="127281" y="33334"/>
                </a:lnTo>
                <a:lnTo>
                  <a:pt x="114077" y="19967"/>
                </a:lnTo>
                <a:lnTo>
                  <a:pt x="126982" y="355"/>
                </a:lnTo>
                <a:lnTo>
                  <a:pt x="169424" y="0"/>
                </a:lnTo>
                <a:lnTo>
                  <a:pt x="193689" y="48429"/>
                </a:lnTo>
                <a:lnTo>
                  <a:pt x="229257" y="46847"/>
                </a:lnTo>
                <a:lnTo>
                  <a:pt x="238065" y="67585"/>
                </a:lnTo>
                <a:lnTo>
                  <a:pt x="274119" y="84665"/>
                </a:lnTo>
                <a:lnTo>
                  <a:pt x="285225" y="75161"/>
                </a:lnTo>
                <a:lnTo>
                  <a:pt x="286455" y="90660"/>
                </a:lnTo>
                <a:lnTo>
                  <a:pt x="315651" y="102458"/>
                </a:lnTo>
                <a:lnTo>
                  <a:pt x="344295" y="102311"/>
                </a:lnTo>
                <a:lnTo>
                  <a:pt x="366047" y="145191"/>
                </a:lnTo>
                <a:lnTo>
                  <a:pt x="402060" y="124692"/>
                </a:lnTo>
                <a:lnTo>
                  <a:pt x="423704" y="135240"/>
                </a:lnTo>
                <a:lnTo>
                  <a:pt x="462907" y="128312"/>
                </a:lnTo>
                <a:lnTo>
                  <a:pt x="475605" y="100450"/>
                </a:lnTo>
                <a:lnTo>
                  <a:pt x="498101" y="101594"/>
                </a:lnTo>
                <a:lnTo>
                  <a:pt x="507934" y="118470"/>
                </a:lnTo>
                <a:lnTo>
                  <a:pt x="526154" y="120810"/>
                </a:lnTo>
                <a:lnTo>
                  <a:pt x="542375" y="190152"/>
                </a:lnTo>
                <a:lnTo>
                  <a:pt x="564392" y="176835"/>
                </a:lnTo>
                <a:lnTo>
                  <a:pt x="589981" y="211218"/>
                </a:lnTo>
                <a:lnTo>
                  <a:pt x="634605" y="207705"/>
                </a:lnTo>
                <a:lnTo>
                  <a:pt x="664375" y="251381"/>
                </a:lnTo>
                <a:lnTo>
                  <a:pt x="693132" y="258782"/>
                </a:lnTo>
                <a:lnTo>
                  <a:pt x="711964" y="282552"/>
                </a:lnTo>
                <a:lnTo>
                  <a:pt x="778678" y="275718"/>
                </a:lnTo>
                <a:lnTo>
                  <a:pt x="798018" y="293796"/>
                </a:lnTo>
                <a:lnTo>
                  <a:pt x="771484" y="374366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p"/>
          <p:cNvSpPr/>
          <p:nvPr/>
        </p:nvSpPr>
        <p:spPr>
          <a:xfrm>
            <a:off x="2474472" y="5062964"/>
            <a:ext cx="402281" cy="522606"/>
          </a:xfrm>
          <a:custGeom>
            <a:avLst/>
            <a:gdLst/>
            <a:ahLst/>
            <a:cxnLst/>
            <a:rect l="0" t="0" r="r" b="b"/>
            <a:pathLst>
              <a:path w="402281" h="522606">
                <a:moveTo>
                  <a:pt x="77793" y="224245"/>
                </a:moveTo>
                <a:lnTo>
                  <a:pt x="73749" y="204464"/>
                </a:lnTo>
                <a:lnTo>
                  <a:pt x="36170" y="195185"/>
                </a:lnTo>
                <a:lnTo>
                  <a:pt x="25908" y="146487"/>
                </a:lnTo>
                <a:lnTo>
                  <a:pt x="0" y="133925"/>
                </a:lnTo>
                <a:lnTo>
                  <a:pt x="1899" y="111425"/>
                </a:lnTo>
                <a:lnTo>
                  <a:pt x="40072" y="81808"/>
                </a:lnTo>
                <a:lnTo>
                  <a:pt x="54904" y="86115"/>
                </a:lnTo>
                <a:lnTo>
                  <a:pt x="94103" y="29401"/>
                </a:lnTo>
                <a:lnTo>
                  <a:pt x="119103" y="31965"/>
                </a:lnTo>
                <a:lnTo>
                  <a:pt x="146879" y="16359"/>
                </a:lnTo>
                <a:lnTo>
                  <a:pt x="159666" y="26694"/>
                </a:lnTo>
                <a:lnTo>
                  <a:pt x="186865" y="0"/>
                </a:lnTo>
                <a:lnTo>
                  <a:pt x="199941" y="13375"/>
                </a:lnTo>
                <a:lnTo>
                  <a:pt x="206242" y="63248"/>
                </a:lnTo>
                <a:lnTo>
                  <a:pt x="287044" y="98004"/>
                </a:lnTo>
                <a:lnTo>
                  <a:pt x="290723" y="123908"/>
                </a:lnTo>
                <a:lnTo>
                  <a:pt x="332201" y="105353"/>
                </a:lnTo>
                <a:lnTo>
                  <a:pt x="357847" y="129771"/>
                </a:lnTo>
                <a:lnTo>
                  <a:pt x="379023" y="120519"/>
                </a:lnTo>
                <a:lnTo>
                  <a:pt x="396491" y="128699"/>
                </a:lnTo>
                <a:lnTo>
                  <a:pt x="387811" y="171828"/>
                </a:lnTo>
                <a:lnTo>
                  <a:pt x="402281" y="191876"/>
                </a:lnTo>
                <a:lnTo>
                  <a:pt x="398799" y="209643"/>
                </a:lnTo>
                <a:lnTo>
                  <a:pt x="369832" y="221903"/>
                </a:lnTo>
                <a:lnTo>
                  <a:pt x="305616" y="311757"/>
                </a:lnTo>
                <a:lnTo>
                  <a:pt x="326956" y="349783"/>
                </a:lnTo>
                <a:lnTo>
                  <a:pt x="325287" y="396431"/>
                </a:lnTo>
                <a:lnTo>
                  <a:pt x="367090" y="428916"/>
                </a:lnTo>
                <a:lnTo>
                  <a:pt x="316183" y="517871"/>
                </a:lnTo>
                <a:lnTo>
                  <a:pt x="257507" y="499966"/>
                </a:lnTo>
                <a:lnTo>
                  <a:pt x="265004" y="516349"/>
                </a:lnTo>
                <a:lnTo>
                  <a:pt x="245194" y="522606"/>
                </a:lnTo>
                <a:lnTo>
                  <a:pt x="215418" y="502625"/>
                </a:lnTo>
                <a:lnTo>
                  <a:pt x="154215" y="516986"/>
                </a:lnTo>
                <a:lnTo>
                  <a:pt x="122012" y="486521"/>
                </a:lnTo>
                <a:lnTo>
                  <a:pt x="99948" y="499929"/>
                </a:lnTo>
                <a:lnTo>
                  <a:pt x="99819" y="517431"/>
                </a:lnTo>
                <a:lnTo>
                  <a:pt x="60402" y="515392"/>
                </a:lnTo>
                <a:lnTo>
                  <a:pt x="56590" y="497319"/>
                </a:lnTo>
                <a:lnTo>
                  <a:pt x="74572" y="465119"/>
                </a:lnTo>
                <a:lnTo>
                  <a:pt x="104288" y="453130"/>
                </a:lnTo>
                <a:lnTo>
                  <a:pt x="87030" y="409596"/>
                </a:lnTo>
                <a:lnTo>
                  <a:pt x="97873" y="386326"/>
                </a:lnTo>
                <a:lnTo>
                  <a:pt x="84716" y="371996"/>
                </a:lnTo>
                <a:lnTo>
                  <a:pt x="63111" y="377239"/>
                </a:lnTo>
                <a:lnTo>
                  <a:pt x="54836" y="319020"/>
                </a:lnTo>
                <a:lnTo>
                  <a:pt x="68751" y="299597"/>
                </a:lnTo>
                <a:lnTo>
                  <a:pt x="116734" y="303562"/>
                </a:lnTo>
                <a:lnTo>
                  <a:pt x="136006" y="287145"/>
                </a:lnTo>
                <a:lnTo>
                  <a:pt x="151404" y="295727"/>
                </a:lnTo>
                <a:lnTo>
                  <a:pt x="188356" y="279772"/>
                </a:lnTo>
                <a:lnTo>
                  <a:pt x="223751" y="281309"/>
                </a:lnTo>
                <a:lnTo>
                  <a:pt x="236858" y="261053"/>
                </a:lnTo>
                <a:lnTo>
                  <a:pt x="222809" y="216579"/>
                </a:lnTo>
                <a:lnTo>
                  <a:pt x="186342" y="249289"/>
                </a:lnTo>
                <a:lnTo>
                  <a:pt x="164965" y="238961"/>
                </a:lnTo>
                <a:lnTo>
                  <a:pt x="139943" y="253177"/>
                </a:lnTo>
                <a:lnTo>
                  <a:pt x="133733" y="223662"/>
                </a:lnTo>
                <a:lnTo>
                  <a:pt x="108111" y="256127"/>
                </a:lnTo>
                <a:lnTo>
                  <a:pt x="77296" y="249182"/>
                </a:lnTo>
                <a:lnTo>
                  <a:pt x="77793" y="224245"/>
                </a:lnTo>
                <a:close/>
                <a:moveTo>
                  <a:pt x="220688" y="202517"/>
                </a:moveTo>
                <a:lnTo>
                  <a:pt x="232291" y="187035"/>
                </a:lnTo>
                <a:lnTo>
                  <a:pt x="220688" y="202517"/>
                </a:lnTo>
                <a:close/>
                <a:moveTo>
                  <a:pt x="164594" y="217506"/>
                </a:moveTo>
                <a:lnTo>
                  <a:pt x="181418" y="220548"/>
                </a:lnTo>
                <a:lnTo>
                  <a:pt x="171288" y="207075"/>
                </a:lnTo>
                <a:lnTo>
                  <a:pt x="164594" y="217506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ap"/>
          <p:cNvSpPr/>
          <p:nvPr/>
        </p:nvSpPr>
        <p:spPr>
          <a:xfrm>
            <a:off x="2543223" y="5249999"/>
            <a:ext cx="168486" cy="116527"/>
          </a:xfrm>
          <a:custGeom>
            <a:avLst/>
            <a:gdLst/>
            <a:ahLst/>
            <a:cxnLst/>
            <a:rect l="0" t="0" r="r" b="b"/>
            <a:pathLst>
              <a:path w="168486" h="116527">
                <a:moveTo>
                  <a:pt x="0" y="112562"/>
                </a:moveTo>
                <a:lnTo>
                  <a:pt x="21737" y="67864"/>
                </a:lnTo>
                <a:lnTo>
                  <a:pt x="39360" y="69093"/>
                </a:lnTo>
                <a:lnTo>
                  <a:pt x="64982" y="36628"/>
                </a:lnTo>
                <a:lnTo>
                  <a:pt x="71192" y="66143"/>
                </a:lnTo>
                <a:lnTo>
                  <a:pt x="96214" y="51926"/>
                </a:lnTo>
                <a:lnTo>
                  <a:pt x="117591" y="62255"/>
                </a:lnTo>
                <a:lnTo>
                  <a:pt x="158889" y="30851"/>
                </a:lnTo>
                <a:lnTo>
                  <a:pt x="153120" y="41083"/>
                </a:lnTo>
                <a:lnTo>
                  <a:pt x="168486" y="64028"/>
                </a:lnTo>
                <a:lnTo>
                  <a:pt x="158947" y="92558"/>
                </a:lnTo>
                <a:lnTo>
                  <a:pt x="82653" y="108692"/>
                </a:lnTo>
                <a:lnTo>
                  <a:pt x="67255" y="100111"/>
                </a:lnTo>
                <a:lnTo>
                  <a:pt x="47983" y="116527"/>
                </a:lnTo>
                <a:lnTo>
                  <a:pt x="0" y="112562"/>
                </a:lnTo>
                <a:close/>
                <a:moveTo>
                  <a:pt x="163540" y="0"/>
                </a:moveTo>
                <a:lnTo>
                  <a:pt x="151937" y="15482"/>
                </a:lnTo>
                <a:lnTo>
                  <a:pt x="163540" y="0"/>
                </a:lnTo>
                <a:close/>
                <a:moveTo>
                  <a:pt x="109016" y="25444"/>
                </a:moveTo>
                <a:lnTo>
                  <a:pt x="106759" y="36611"/>
                </a:lnTo>
                <a:lnTo>
                  <a:pt x="94144" y="24982"/>
                </a:lnTo>
                <a:lnTo>
                  <a:pt x="109016" y="2544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p"/>
          <p:cNvSpPr/>
          <p:nvPr/>
        </p:nvSpPr>
        <p:spPr>
          <a:xfrm>
            <a:off x="3302318" y="5825712"/>
            <a:ext cx="394654" cy="339572"/>
          </a:xfrm>
          <a:custGeom>
            <a:avLst/>
            <a:gdLst/>
            <a:ahLst/>
            <a:cxnLst/>
            <a:rect l="0" t="0" r="r" b="b"/>
            <a:pathLst>
              <a:path w="394654" h="339572">
                <a:moveTo>
                  <a:pt x="365568" y="320332"/>
                </a:moveTo>
                <a:lnTo>
                  <a:pt x="370029" y="334361"/>
                </a:lnTo>
                <a:lnTo>
                  <a:pt x="335699" y="339572"/>
                </a:lnTo>
                <a:lnTo>
                  <a:pt x="342312" y="329791"/>
                </a:lnTo>
                <a:lnTo>
                  <a:pt x="328950" y="332501"/>
                </a:lnTo>
                <a:lnTo>
                  <a:pt x="322203" y="319958"/>
                </a:lnTo>
                <a:lnTo>
                  <a:pt x="331674" y="311335"/>
                </a:lnTo>
                <a:lnTo>
                  <a:pt x="300754" y="309833"/>
                </a:lnTo>
                <a:lnTo>
                  <a:pt x="298687" y="295139"/>
                </a:lnTo>
                <a:lnTo>
                  <a:pt x="275908" y="306633"/>
                </a:lnTo>
                <a:lnTo>
                  <a:pt x="263244" y="284697"/>
                </a:lnTo>
                <a:lnTo>
                  <a:pt x="234943" y="291355"/>
                </a:lnTo>
                <a:lnTo>
                  <a:pt x="236810" y="307009"/>
                </a:lnTo>
                <a:lnTo>
                  <a:pt x="136874" y="309484"/>
                </a:lnTo>
                <a:lnTo>
                  <a:pt x="125471" y="266867"/>
                </a:lnTo>
                <a:lnTo>
                  <a:pt x="140067" y="233457"/>
                </a:lnTo>
                <a:lnTo>
                  <a:pt x="114767" y="197067"/>
                </a:lnTo>
                <a:lnTo>
                  <a:pt x="128757" y="170996"/>
                </a:lnTo>
                <a:lnTo>
                  <a:pt x="98813" y="154571"/>
                </a:lnTo>
                <a:lnTo>
                  <a:pt x="53346" y="151945"/>
                </a:lnTo>
                <a:lnTo>
                  <a:pt x="0" y="115535"/>
                </a:lnTo>
                <a:lnTo>
                  <a:pt x="14858" y="97400"/>
                </a:lnTo>
                <a:lnTo>
                  <a:pt x="11176" y="73243"/>
                </a:lnTo>
                <a:lnTo>
                  <a:pt x="39675" y="56068"/>
                </a:lnTo>
                <a:lnTo>
                  <a:pt x="26821" y="44735"/>
                </a:lnTo>
                <a:lnTo>
                  <a:pt x="28835" y="21205"/>
                </a:lnTo>
                <a:lnTo>
                  <a:pt x="40577" y="14038"/>
                </a:lnTo>
                <a:lnTo>
                  <a:pt x="66808" y="25638"/>
                </a:lnTo>
                <a:lnTo>
                  <a:pt x="99440" y="0"/>
                </a:lnTo>
                <a:lnTo>
                  <a:pt x="162670" y="39125"/>
                </a:lnTo>
                <a:lnTo>
                  <a:pt x="188047" y="79307"/>
                </a:lnTo>
                <a:lnTo>
                  <a:pt x="176390" y="92547"/>
                </a:lnTo>
                <a:lnTo>
                  <a:pt x="205707" y="111509"/>
                </a:lnTo>
                <a:lnTo>
                  <a:pt x="248700" y="101182"/>
                </a:lnTo>
                <a:lnTo>
                  <a:pt x="252323" y="123486"/>
                </a:lnTo>
                <a:lnTo>
                  <a:pt x="270256" y="135941"/>
                </a:lnTo>
                <a:lnTo>
                  <a:pt x="303687" y="125522"/>
                </a:lnTo>
                <a:lnTo>
                  <a:pt x="337675" y="155983"/>
                </a:lnTo>
                <a:lnTo>
                  <a:pt x="341026" y="180867"/>
                </a:lnTo>
                <a:lnTo>
                  <a:pt x="369523" y="158970"/>
                </a:lnTo>
                <a:lnTo>
                  <a:pt x="388761" y="163407"/>
                </a:lnTo>
                <a:lnTo>
                  <a:pt x="364272" y="183801"/>
                </a:lnTo>
                <a:lnTo>
                  <a:pt x="358939" y="207141"/>
                </a:lnTo>
                <a:lnTo>
                  <a:pt x="394654" y="233889"/>
                </a:lnTo>
                <a:lnTo>
                  <a:pt x="375496" y="259903"/>
                </a:lnTo>
                <a:lnTo>
                  <a:pt x="388882" y="298931"/>
                </a:lnTo>
                <a:lnTo>
                  <a:pt x="365568" y="32033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map"/>
          <p:cNvSpPr/>
          <p:nvPr/>
        </p:nvSpPr>
        <p:spPr>
          <a:xfrm>
            <a:off x="3463145" y="5360841"/>
            <a:ext cx="885506" cy="945696"/>
          </a:xfrm>
          <a:custGeom>
            <a:avLst/>
            <a:gdLst/>
            <a:ahLst/>
            <a:cxnLst/>
            <a:rect l="0" t="0" r="r" b="b"/>
            <a:pathLst>
              <a:path w="885506" h="945696">
                <a:moveTo>
                  <a:pt x="227538" y="814024"/>
                </a:moveTo>
                <a:lnTo>
                  <a:pt x="230362" y="794939"/>
                </a:lnTo>
                <a:lnTo>
                  <a:pt x="204741" y="785202"/>
                </a:lnTo>
                <a:lnTo>
                  <a:pt x="228055" y="763801"/>
                </a:lnTo>
                <a:lnTo>
                  <a:pt x="214669" y="724774"/>
                </a:lnTo>
                <a:lnTo>
                  <a:pt x="233826" y="698760"/>
                </a:lnTo>
                <a:lnTo>
                  <a:pt x="198112" y="672011"/>
                </a:lnTo>
                <a:lnTo>
                  <a:pt x="203445" y="648672"/>
                </a:lnTo>
                <a:lnTo>
                  <a:pt x="227934" y="628278"/>
                </a:lnTo>
                <a:lnTo>
                  <a:pt x="208695" y="623841"/>
                </a:lnTo>
                <a:lnTo>
                  <a:pt x="180199" y="645738"/>
                </a:lnTo>
                <a:lnTo>
                  <a:pt x="176848" y="620854"/>
                </a:lnTo>
                <a:lnTo>
                  <a:pt x="142860" y="590393"/>
                </a:lnTo>
                <a:lnTo>
                  <a:pt x="109429" y="600812"/>
                </a:lnTo>
                <a:lnTo>
                  <a:pt x="91496" y="588356"/>
                </a:lnTo>
                <a:lnTo>
                  <a:pt x="87872" y="566053"/>
                </a:lnTo>
                <a:lnTo>
                  <a:pt x="44880" y="576380"/>
                </a:lnTo>
                <a:lnTo>
                  <a:pt x="15562" y="557417"/>
                </a:lnTo>
                <a:lnTo>
                  <a:pt x="25331" y="536921"/>
                </a:lnTo>
                <a:lnTo>
                  <a:pt x="0" y="508423"/>
                </a:lnTo>
                <a:lnTo>
                  <a:pt x="35623" y="476829"/>
                </a:lnTo>
                <a:lnTo>
                  <a:pt x="47237" y="480753"/>
                </a:lnTo>
                <a:lnTo>
                  <a:pt x="51686" y="453119"/>
                </a:lnTo>
                <a:lnTo>
                  <a:pt x="78886" y="435504"/>
                </a:lnTo>
                <a:lnTo>
                  <a:pt x="130487" y="484663"/>
                </a:lnTo>
                <a:lnTo>
                  <a:pt x="174156" y="454089"/>
                </a:lnTo>
                <a:lnTo>
                  <a:pt x="198397" y="456685"/>
                </a:lnTo>
                <a:lnTo>
                  <a:pt x="186852" y="410636"/>
                </a:lnTo>
                <a:lnTo>
                  <a:pt x="122345" y="347909"/>
                </a:lnTo>
                <a:lnTo>
                  <a:pt x="126306" y="327974"/>
                </a:lnTo>
                <a:lnTo>
                  <a:pt x="204576" y="288252"/>
                </a:lnTo>
                <a:lnTo>
                  <a:pt x="240028" y="307936"/>
                </a:lnTo>
                <a:lnTo>
                  <a:pt x="266683" y="295492"/>
                </a:lnTo>
                <a:lnTo>
                  <a:pt x="284691" y="305598"/>
                </a:lnTo>
                <a:lnTo>
                  <a:pt x="298592" y="289206"/>
                </a:lnTo>
                <a:lnTo>
                  <a:pt x="319230" y="309386"/>
                </a:lnTo>
                <a:lnTo>
                  <a:pt x="335976" y="287620"/>
                </a:lnTo>
                <a:lnTo>
                  <a:pt x="334451" y="244458"/>
                </a:lnTo>
                <a:lnTo>
                  <a:pt x="352953" y="227398"/>
                </a:lnTo>
                <a:lnTo>
                  <a:pt x="342870" y="211454"/>
                </a:lnTo>
                <a:lnTo>
                  <a:pt x="393224" y="170721"/>
                </a:lnTo>
                <a:lnTo>
                  <a:pt x="391471" y="144633"/>
                </a:lnTo>
                <a:lnTo>
                  <a:pt x="437909" y="112481"/>
                </a:lnTo>
                <a:lnTo>
                  <a:pt x="403236" y="90657"/>
                </a:lnTo>
                <a:lnTo>
                  <a:pt x="395057" y="69937"/>
                </a:lnTo>
                <a:lnTo>
                  <a:pt x="407510" y="47897"/>
                </a:lnTo>
                <a:lnTo>
                  <a:pt x="438236" y="75115"/>
                </a:lnTo>
                <a:lnTo>
                  <a:pt x="478454" y="49177"/>
                </a:lnTo>
                <a:lnTo>
                  <a:pt x="498604" y="52864"/>
                </a:lnTo>
                <a:lnTo>
                  <a:pt x="504801" y="35199"/>
                </a:lnTo>
                <a:lnTo>
                  <a:pt x="571312" y="0"/>
                </a:lnTo>
                <a:lnTo>
                  <a:pt x="612756" y="51711"/>
                </a:lnTo>
                <a:lnTo>
                  <a:pt x="600468" y="68842"/>
                </a:lnTo>
                <a:lnTo>
                  <a:pt x="623146" y="101461"/>
                </a:lnTo>
                <a:lnTo>
                  <a:pt x="575527" y="168577"/>
                </a:lnTo>
                <a:lnTo>
                  <a:pt x="582376" y="188762"/>
                </a:lnTo>
                <a:lnTo>
                  <a:pt x="540388" y="193750"/>
                </a:lnTo>
                <a:lnTo>
                  <a:pt x="483526" y="260498"/>
                </a:lnTo>
                <a:lnTo>
                  <a:pt x="514690" y="303895"/>
                </a:lnTo>
                <a:lnTo>
                  <a:pt x="490938" y="325290"/>
                </a:lnTo>
                <a:lnTo>
                  <a:pt x="512939" y="369224"/>
                </a:lnTo>
                <a:lnTo>
                  <a:pt x="494474" y="396559"/>
                </a:lnTo>
                <a:lnTo>
                  <a:pt x="510647" y="407909"/>
                </a:lnTo>
                <a:lnTo>
                  <a:pt x="545371" y="369089"/>
                </a:lnTo>
                <a:lnTo>
                  <a:pt x="566734" y="353245"/>
                </a:lnTo>
                <a:lnTo>
                  <a:pt x="584514" y="361605"/>
                </a:lnTo>
                <a:lnTo>
                  <a:pt x="590914" y="345675"/>
                </a:lnTo>
                <a:lnTo>
                  <a:pt x="659233" y="384044"/>
                </a:lnTo>
                <a:lnTo>
                  <a:pt x="701794" y="372579"/>
                </a:lnTo>
                <a:lnTo>
                  <a:pt x="719903" y="415836"/>
                </a:lnTo>
                <a:lnTo>
                  <a:pt x="799373" y="394864"/>
                </a:lnTo>
                <a:lnTo>
                  <a:pt x="814432" y="435166"/>
                </a:lnTo>
                <a:lnTo>
                  <a:pt x="885506" y="493091"/>
                </a:lnTo>
                <a:lnTo>
                  <a:pt x="880244" y="535208"/>
                </a:lnTo>
                <a:lnTo>
                  <a:pt x="836864" y="572380"/>
                </a:lnTo>
                <a:lnTo>
                  <a:pt x="821868" y="565967"/>
                </a:lnTo>
                <a:lnTo>
                  <a:pt x="768464" y="599100"/>
                </a:lnTo>
                <a:lnTo>
                  <a:pt x="757483" y="641631"/>
                </a:lnTo>
                <a:lnTo>
                  <a:pt x="785519" y="678008"/>
                </a:lnTo>
                <a:lnTo>
                  <a:pt x="756400" y="691325"/>
                </a:lnTo>
                <a:lnTo>
                  <a:pt x="752722" y="725551"/>
                </a:lnTo>
                <a:lnTo>
                  <a:pt x="716851" y="737051"/>
                </a:lnTo>
                <a:lnTo>
                  <a:pt x="702453" y="766860"/>
                </a:lnTo>
                <a:lnTo>
                  <a:pt x="661880" y="746001"/>
                </a:lnTo>
                <a:lnTo>
                  <a:pt x="665073" y="711371"/>
                </a:lnTo>
                <a:lnTo>
                  <a:pt x="649446" y="700725"/>
                </a:lnTo>
                <a:lnTo>
                  <a:pt x="630968" y="715253"/>
                </a:lnTo>
                <a:lnTo>
                  <a:pt x="588666" y="660528"/>
                </a:lnTo>
                <a:lnTo>
                  <a:pt x="546031" y="655469"/>
                </a:lnTo>
                <a:lnTo>
                  <a:pt x="513381" y="675234"/>
                </a:lnTo>
                <a:lnTo>
                  <a:pt x="506555" y="715259"/>
                </a:lnTo>
                <a:lnTo>
                  <a:pt x="463298" y="761203"/>
                </a:lnTo>
                <a:lnTo>
                  <a:pt x="419495" y="771994"/>
                </a:lnTo>
                <a:lnTo>
                  <a:pt x="391256" y="744476"/>
                </a:lnTo>
                <a:lnTo>
                  <a:pt x="367131" y="760065"/>
                </a:lnTo>
                <a:lnTo>
                  <a:pt x="339059" y="823940"/>
                </a:lnTo>
                <a:lnTo>
                  <a:pt x="347640" y="847062"/>
                </a:lnTo>
                <a:lnTo>
                  <a:pt x="310608" y="864874"/>
                </a:lnTo>
                <a:lnTo>
                  <a:pt x="295230" y="854534"/>
                </a:lnTo>
                <a:lnTo>
                  <a:pt x="270955" y="873426"/>
                </a:lnTo>
                <a:lnTo>
                  <a:pt x="260631" y="935416"/>
                </a:lnTo>
                <a:lnTo>
                  <a:pt x="232515" y="945696"/>
                </a:lnTo>
                <a:lnTo>
                  <a:pt x="215611" y="890971"/>
                </a:lnTo>
                <a:lnTo>
                  <a:pt x="234936" y="870081"/>
                </a:lnTo>
                <a:lnTo>
                  <a:pt x="218299" y="870197"/>
                </a:lnTo>
                <a:lnTo>
                  <a:pt x="210596" y="856346"/>
                </a:lnTo>
                <a:lnTo>
                  <a:pt x="227538" y="81402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p"/>
          <p:cNvSpPr/>
          <p:nvPr/>
        </p:nvSpPr>
        <p:spPr>
          <a:xfrm>
            <a:off x="3687158" y="6012749"/>
            <a:ext cx="478440" cy="477394"/>
          </a:xfrm>
          <a:custGeom>
            <a:avLst/>
            <a:gdLst/>
            <a:ahLst/>
            <a:cxnLst/>
            <a:rect l="0" t="0" r="r" b="b"/>
            <a:pathLst>
              <a:path w="478440" h="477394">
                <a:moveTo>
                  <a:pt x="280354" y="451744"/>
                </a:moveTo>
                <a:lnTo>
                  <a:pt x="267572" y="466711"/>
                </a:lnTo>
                <a:lnTo>
                  <a:pt x="214426" y="477394"/>
                </a:lnTo>
                <a:lnTo>
                  <a:pt x="202116" y="465145"/>
                </a:lnTo>
                <a:lnTo>
                  <a:pt x="170211" y="470821"/>
                </a:lnTo>
                <a:lnTo>
                  <a:pt x="137147" y="455413"/>
                </a:lnTo>
                <a:lnTo>
                  <a:pt x="138645" y="438169"/>
                </a:lnTo>
                <a:lnTo>
                  <a:pt x="165807" y="439368"/>
                </a:lnTo>
                <a:lnTo>
                  <a:pt x="202956" y="417443"/>
                </a:lnTo>
                <a:lnTo>
                  <a:pt x="181494" y="396792"/>
                </a:lnTo>
                <a:lnTo>
                  <a:pt x="166579" y="425427"/>
                </a:lnTo>
                <a:lnTo>
                  <a:pt x="150912" y="399934"/>
                </a:lnTo>
                <a:lnTo>
                  <a:pt x="170533" y="359188"/>
                </a:lnTo>
                <a:lnTo>
                  <a:pt x="199710" y="347391"/>
                </a:lnTo>
                <a:lnTo>
                  <a:pt x="190302" y="334841"/>
                </a:lnTo>
                <a:lnTo>
                  <a:pt x="178760" y="331099"/>
                </a:lnTo>
                <a:lnTo>
                  <a:pt x="179648" y="349158"/>
                </a:lnTo>
                <a:lnTo>
                  <a:pt x="127273" y="350411"/>
                </a:lnTo>
                <a:lnTo>
                  <a:pt x="137136" y="383235"/>
                </a:lnTo>
                <a:lnTo>
                  <a:pt x="107495" y="391276"/>
                </a:lnTo>
                <a:lnTo>
                  <a:pt x="80157" y="352710"/>
                </a:lnTo>
                <a:lnTo>
                  <a:pt x="51977" y="375149"/>
                </a:lnTo>
                <a:lnTo>
                  <a:pt x="46105" y="350269"/>
                </a:lnTo>
                <a:lnTo>
                  <a:pt x="21528" y="351191"/>
                </a:lnTo>
                <a:lnTo>
                  <a:pt x="25785" y="337531"/>
                </a:lnTo>
                <a:lnTo>
                  <a:pt x="0" y="319355"/>
                </a:lnTo>
                <a:lnTo>
                  <a:pt x="42218" y="306112"/>
                </a:lnTo>
                <a:lnTo>
                  <a:pt x="25827" y="291891"/>
                </a:lnTo>
                <a:lnTo>
                  <a:pt x="42043" y="270137"/>
                </a:lnTo>
                <a:lnTo>
                  <a:pt x="46279" y="222098"/>
                </a:lnTo>
                <a:lnTo>
                  <a:pt x="71216" y="202626"/>
                </a:lnTo>
                <a:lnTo>
                  <a:pt x="86595" y="212966"/>
                </a:lnTo>
                <a:lnTo>
                  <a:pt x="123627" y="195154"/>
                </a:lnTo>
                <a:lnTo>
                  <a:pt x="115046" y="172032"/>
                </a:lnTo>
                <a:lnTo>
                  <a:pt x="143118" y="108157"/>
                </a:lnTo>
                <a:lnTo>
                  <a:pt x="167243" y="92567"/>
                </a:lnTo>
                <a:lnTo>
                  <a:pt x="195481" y="120086"/>
                </a:lnTo>
                <a:lnTo>
                  <a:pt x="237842" y="110088"/>
                </a:lnTo>
                <a:lnTo>
                  <a:pt x="282542" y="63351"/>
                </a:lnTo>
                <a:lnTo>
                  <a:pt x="290048" y="22492"/>
                </a:lnTo>
                <a:lnTo>
                  <a:pt x="347234" y="0"/>
                </a:lnTo>
                <a:lnTo>
                  <a:pt x="406954" y="63344"/>
                </a:lnTo>
                <a:lnTo>
                  <a:pt x="425433" y="48817"/>
                </a:lnTo>
                <a:lnTo>
                  <a:pt x="441060" y="59462"/>
                </a:lnTo>
                <a:lnTo>
                  <a:pt x="437866" y="94093"/>
                </a:lnTo>
                <a:lnTo>
                  <a:pt x="478440" y="114952"/>
                </a:lnTo>
                <a:lnTo>
                  <a:pt x="471942" y="138557"/>
                </a:lnTo>
                <a:lnTo>
                  <a:pt x="455617" y="147102"/>
                </a:lnTo>
                <a:lnTo>
                  <a:pt x="433913" y="224731"/>
                </a:lnTo>
                <a:lnTo>
                  <a:pt x="407575" y="254502"/>
                </a:lnTo>
                <a:lnTo>
                  <a:pt x="392909" y="252850"/>
                </a:lnTo>
                <a:lnTo>
                  <a:pt x="405229" y="266852"/>
                </a:lnTo>
                <a:lnTo>
                  <a:pt x="401307" y="285566"/>
                </a:lnTo>
                <a:lnTo>
                  <a:pt x="372181" y="299095"/>
                </a:lnTo>
                <a:lnTo>
                  <a:pt x="385058" y="314815"/>
                </a:lnTo>
                <a:lnTo>
                  <a:pt x="360586" y="338725"/>
                </a:lnTo>
                <a:lnTo>
                  <a:pt x="363181" y="355218"/>
                </a:lnTo>
                <a:lnTo>
                  <a:pt x="330698" y="347584"/>
                </a:lnTo>
                <a:lnTo>
                  <a:pt x="301804" y="375103"/>
                </a:lnTo>
                <a:lnTo>
                  <a:pt x="289638" y="354223"/>
                </a:lnTo>
                <a:lnTo>
                  <a:pt x="272601" y="378993"/>
                </a:lnTo>
                <a:lnTo>
                  <a:pt x="294383" y="389201"/>
                </a:lnTo>
                <a:lnTo>
                  <a:pt x="282775" y="398054"/>
                </a:lnTo>
                <a:lnTo>
                  <a:pt x="280354" y="451744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ap"/>
          <p:cNvSpPr/>
          <p:nvPr/>
        </p:nvSpPr>
        <p:spPr>
          <a:xfrm>
            <a:off x="3946671" y="4786478"/>
            <a:ext cx="2047406" cy="1166846"/>
          </a:xfrm>
          <a:custGeom>
            <a:avLst/>
            <a:gdLst/>
            <a:ahLst/>
            <a:cxnLst/>
            <a:rect l="0" t="0" r="r" b="b"/>
            <a:pathLst>
              <a:path w="2047406" h="1166846">
                <a:moveTo>
                  <a:pt x="1029787" y="1121951"/>
                </a:moveTo>
                <a:lnTo>
                  <a:pt x="987508" y="1162971"/>
                </a:lnTo>
                <a:lnTo>
                  <a:pt x="949480" y="1166846"/>
                </a:lnTo>
                <a:lnTo>
                  <a:pt x="921233" y="1157740"/>
                </a:lnTo>
                <a:lnTo>
                  <a:pt x="779629" y="1051546"/>
                </a:lnTo>
                <a:lnTo>
                  <a:pt x="748224" y="1051790"/>
                </a:lnTo>
                <a:lnTo>
                  <a:pt x="717461" y="1077628"/>
                </a:lnTo>
                <a:lnTo>
                  <a:pt x="689575" y="1047375"/>
                </a:lnTo>
                <a:lnTo>
                  <a:pt x="663419" y="1064941"/>
                </a:lnTo>
                <a:lnTo>
                  <a:pt x="636957" y="1036897"/>
                </a:lnTo>
                <a:lnTo>
                  <a:pt x="585947" y="1057775"/>
                </a:lnTo>
                <a:lnTo>
                  <a:pt x="520533" y="978261"/>
                </a:lnTo>
                <a:lnTo>
                  <a:pt x="501881" y="994301"/>
                </a:lnTo>
                <a:lnTo>
                  <a:pt x="475743" y="962585"/>
                </a:lnTo>
                <a:lnTo>
                  <a:pt x="492938" y="944150"/>
                </a:lnTo>
                <a:lnTo>
                  <a:pt x="466578" y="906780"/>
                </a:lnTo>
                <a:lnTo>
                  <a:pt x="443422" y="922512"/>
                </a:lnTo>
                <a:lnTo>
                  <a:pt x="422302" y="897787"/>
                </a:lnTo>
                <a:lnTo>
                  <a:pt x="401079" y="912422"/>
                </a:lnTo>
                <a:lnTo>
                  <a:pt x="374749" y="880682"/>
                </a:lnTo>
                <a:lnTo>
                  <a:pt x="332211" y="913067"/>
                </a:lnTo>
                <a:lnTo>
                  <a:pt x="350246" y="941641"/>
                </a:lnTo>
                <a:lnTo>
                  <a:pt x="341666" y="952383"/>
                </a:lnTo>
                <a:lnTo>
                  <a:pt x="349603" y="969024"/>
                </a:lnTo>
                <a:lnTo>
                  <a:pt x="324944" y="994512"/>
                </a:lnTo>
                <a:lnTo>
                  <a:pt x="310739" y="968687"/>
                </a:lnTo>
                <a:lnTo>
                  <a:pt x="235193" y="989910"/>
                </a:lnTo>
                <a:lnTo>
                  <a:pt x="218267" y="946942"/>
                </a:lnTo>
                <a:lnTo>
                  <a:pt x="175707" y="958407"/>
                </a:lnTo>
                <a:lnTo>
                  <a:pt x="107387" y="920038"/>
                </a:lnTo>
                <a:lnTo>
                  <a:pt x="100988" y="935968"/>
                </a:lnTo>
                <a:lnTo>
                  <a:pt x="83208" y="927608"/>
                </a:lnTo>
                <a:lnTo>
                  <a:pt x="61845" y="943453"/>
                </a:lnTo>
                <a:lnTo>
                  <a:pt x="27120" y="982272"/>
                </a:lnTo>
                <a:lnTo>
                  <a:pt x="10948" y="970922"/>
                </a:lnTo>
                <a:lnTo>
                  <a:pt x="29413" y="943587"/>
                </a:lnTo>
                <a:lnTo>
                  <a:pt x="7411" y="899654"/>
                </a:lnTo>
                <a:lnTo>
                  <a:pt x="31164" y="878258"/>
                </a:lnTo>
                <a:lnTo>
                  <a:pt x="0" y="834862"/>
                </a:lnTo>
                <a:lnTo>
                  <a:pt x="56862" y="768114"/>
                </a:lnTo>
                <a:lnTo>
                  <a:pt x="98850" y="763125"/>
                </a:lnTo>
                <a:lnTo>
                  <a:pt x="92001" y="742940"/>
                </a:lnTo>
                <a:lnTo>
                  <a:pt x="139619" y="675824"/>
                </a:lnTo>
                <a:lnTo>
                  <a:pt x="170242" y="655245"/>
                </a:lnTo>
                <a:lnTo>
                  <a:pt x="240231" y="685095"/>
                </a:lnTo>
                <a:lnTo>
                  <a:pt x="299884" y="639591"/>
                </a:lnTo>
                <a:lnTo>
                  <a:pt x="286804" y="600972"/>
                </a:lnTo>
                <a:lnTo>
                  <a:pt x="457707" y="486491"/>
                </a:lnTo>
                <a:lnTo>
                  <a:pt x="419746" y="436454"/>
                </a:lnTo>
                <a:lnTo>
                  <a:pt x="408161" y="429032"/>
                </a:lnTo>
                <a:lnTo>
                  <a:pt x="390857" y="440335"/>
                </a:lnTo>
                <a:lnTo>
                  <a:pt x="375831" y="420446"/>
                </a:lnTo>
                <a:lnTo>
                  <a:pt x="319122" y="470759"/>
                </a:lnTo>
                <a:lnTo>
                  <a:pt x="285833" y="438739"/>
                </a:lnTo>
                <a:lnTo>
                  <a:pt x="260222" y="449116"/>
                </a:lnTo>
                <a:lnTo>
                  <a:pt x="248392" y="435687"/>
                </a:lnTo>
                <a:lnTo>
                  <a:pt x="263275" y="417148"/>
                </a:lnTo>
                <a:lnTo>
                  <a:pt x="258058" y="403969"/>
                </a:lnTo>
                <a:lnTo>
                  <a:pt x="312321" y="330473"/>
                </a:lnTo>
                <a:lnTo>
                  <a:pt x="350751" y="333661"/>
                </a:lnTo>
                <a:lnTo>
                  <a:pt x="380586" y="317308"/>
                </a:lnTo>
                <a:lnTo>
                  <a:pt x="369607" y="256437"/>
                </a:lnTo>
                <a:lnTo>
                  <a:pt x="402301" y="232154"/>
                </a:lnTo>
                <a:lnTo>
                  <a:pt x="414996" y="195830"/>
                </a:lnTo>
                <a:lnTo>
                  <a:pt x="411309" y="155328"/>
                </a:lnTo>
                <a:lnTo>
                  <a:pt x="389911" y="113461"/>
                </a:lnTo>
                <a:lnTo>
                  <a:pt x="391689" y="60297"/>
                </a:lnTo>
                <a:lnTo>
                  <a:pt x="428774" y="68825"/>
                </a:lnTo>
                <a:lnTo>
                  <a:pt x="454329" y="99796"/>
                </a:lnTo>
                <a:lnTo>
                  <a:pt x="478750" y="108148"/>
                </a:lnTo>
                <a:lnTo>
                  <a:pt x="567623" y="189591"/>
                </a:lnTo>
                <a:lnTo>
                  <a:pt x="558346" y="208621"/>
                </a:lnTo>
                <a:lnTo>
                  <a:pt x="568824" y="222350"/>
                </a:lnTo>
                <a:lnTo>
                  <a:pt x="591905" y="210822"/>
                </a:lnTo>
                <a:lnTo>
                  <a:pt x="610886" y="228241"/>
                </a:lnTo>
                <a:lnTo>
                  <a:pt x="634108" y="216267"/>
                </a:lnTo>
                <a:lnTo>
                  <a:pt x="659871" y="247115"/>
                </a:lnTo>
                <a:lnTo>
                  <a:pt x="684408" y="237486"/>
                </a:lnTo>
                <a:lnTo>
                  <a:pt x="716988" y="286697"/>
                </a:lnTo>
                <a:lnTo>
                  <a:pt x="760364" y="256398"/>
                </a:lnTo>
                <a:lnTo>
                  <a:pt x="748838" y="221592"/>
                </a:lnTo>
                <a:lnTo>
                  <a:pt x="771795" y="146890"/>
                </a:lnTo>
                <a:lnTo>
                  <a:pt x="731256" y="117828"/>
                </a:lnTo>
                <a:lnTo>
                  <a:pt x="841943" y="0"/>
                </a:lnTo>
                <a:lnTo>
                  <a:pt x="1061872" y="33876"/>
                </a:lnTo>
                <a:lnTo>
                  <a:pt x="1080006" y="14553"/>
                </a:lnTo>
                <a:lnTo>
                  <a:pt x="1133679" y="22548"/>
                </a:lnTo>
                <a:lnTo>
                  <a:pt x="1214102" y="109928"/>
                </a:lnTo>
                <a:lnTo>
                  <a:pt x="1574823" y="375151"/>
                </a:lnTo>
                <a:lnTo>
                  <a:pt x="1569983" y="382501"/>
                </a:lnTo>
                <a:lnTo>
                  <a:pt x="1680050" y="441497"/>
                </a:lnTo>
                <a:lnTo>
                  <a:pt x="1789903" y="428727"/>
                </a:lnTo>
                <a:lnTo>
                  <a:pt x="1811160" y="400684"/>
                </a:lnTo>
                <a:lnTo>
                  <a:pt x="1834422" y="394470"/>
                </a:lnTo>
                <a:lnTo>
                  <a:pt x="1895103" y="397336"/>
                </a:lnTo>
                <a:lnTo>
                  <a:pt x="1911630" y="365412"/>
                </a:lnTo>
                <a:lnTo>
                  <a:pt x="1969416" y="362875"/>
                </a:lnTo>
                <a:lnTo>
                  <a:pt x="1985313" y="338776"/>
                </a:lnTo>
                <a:lnTo>
                  <a:pt x="2047406" y="358870"/>
                </a:lnTo>
                <a:lnTo>
                  <a:pt x="1998694" y="418842"/>
                </a:lnTo>
                <a:lnTo>
                  <a:pt x="1999479" y="438572"/>
                </a:lnTo>
                <a:lnTo>
                  <a:pt x="2040536" y="458370"/>
                </a:lnTo>
                <a:lnTo>
                  <a:pt x="2024759" y="477910"/>
                </a:lnTo>
                <a:lnTo>
                  <a:pt x="2027943" y="500068"/>
                </a:lnTo>
                <a:lnTo>
                  <a:pt x="2000603" y="495570"/>
                </a:lnTo>
                <a:lnTo>
                  <a:pt x="1990366" y="508230"/>
                </a:lnTo>
                <a:lnTo>
                  <a:pt x="2006263" y="514194"/>
                </a:lnTo>
                <a:lnTo>
                  <a:pt x="2002134" y="531769"/>
                </a:lnTo>
                <a:lnTo>
                  <a:pt x="1914946" y="553464"/>
                </a:lnTo>
                <a:lnTo>
                  <a:pt x="1887025" y="590342"/>
                </a:lnTo>
                <a:lnTo>
                  <a:pt x="1741140" y="593483"/>
                </a:lnTo>
                <a:lnTo>
                  <a:pt x="1710786" y="626847"/>
                </a:lnTo>
                <a:lnTo>
                  <a:pt x="1699598" y="617822"/>
                </a:lnTo>
                <a:lnTo>
                  <a:pt x="1667293" y="635866"/>
                </a:lnTo>
                <a:lnTo>
                  <a:pt x="1647267" y="667083"/>
                </a:lnTo>
                <a:lnTo>
                  <a:pt x="1566983" y="655032"/>
                </a:lnTo>
                <a:lnTo>
                  <a:pt x="1489453" y="688562"/>
                </a:lnTo>
                <a:lnTo>
                  <a:pt x="1475903" y="707781"/>
                </a:lnTo>
                <a:lnTo>
                  <a:pt x="1432771" y="712402"/>
                </a:lnTo>
                <a:lnTo>
                  <a:pt x="1406711" y="728979"/>
                </a:lnTo>
                <a:lnTo>
                  <a:pt x="1408301" y="694443"/>
                </a:lnTo>
                <a:lnTo>
                  <a:pt x="1391759" y="680795"/>
                </a:lnTo>
                <a:lnTo>
                  <a:pt x="1330712" y="702417"/>
                </a:lnTo>
                <a:lnTo>
                  <a:pt x="1322050" y="722252"/>
                </a:lnTo>
                <a:lnTo>
                  <a:pt x="1288764" y="740009"/>
                </a:lnTo>
                <a:lnTo>
                  <a:pt x="1293544" y="750553"/>
                </a:lnTo>
                <a:lnTo>
                  <a:pt x="1269455" y="783639"/>
                </a:lnTo>
                <a:lnTo>
                  <a:pt x="1276893" y="811216"/>
                </a:lnTo>
                <a:lnTo>
                  <a:pt x="1236782" y="829681"/>
                </a:lnTo>
                <a:lnTo>
                  <a:pt x="1123941" y="944252"/>
                </a:lnTo>
                <a:lnTo>
                  <a:pt x="1124261" y="981481"/>
                </a:lnTo>
                <a:lnTo>
                  <a:pt x="1099172" y="1006692"/>
                </a:lnTo>
                <a:lnTo>
                  <a:pt x="1094765" y="1050211"/>
                </a:lnTo>
                <a:lnTo>
                  <a:pt x="1038228" y="1096697"/>
                </a:lnTo>
                <a:lnTo>
                  <a:pt x="1029787" y="112195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p"/>
          <p:cNvSpPr/>
          <p:nvPr/>
        </p:nvSpPr>
        <p:spPr>
          <a:xfrm>
            <a:off x="3959759" y="5667403"/>
            <a:ext cx="974420" cy="1000652"/>
          </a:xfrm>
          <a:custGeom>
            <a:avLst/>
            <a:gdLst/>
            <a:ahLst/>
            <a:cxnLst/>
            <a:rect l="0" t="0" r="r" b="b"/>
            <a:pathLst>
              <a:path w="974420" h="1000652">
                <a:moveTo>
                  <a:pt x="52685" y="841502"/>
                </a:moveTo>
                <a:lnTo>
                  <a:pt x="44970" y="783968"/>
                </a:lnTo>
                <a:lnTo>
                  <a:pt x="10701" y="804384"/>
                </a:lnTo>
                <a:lnTo>
                  <a:pt x="10174" y="743400"/>
                </a:lnTo>
                <a:lnTo>
                  <a:pt x="21782" y="734547"/>
                </a:lnTo>
                <a:lnTo>
                  <a:pt x="0" y="724339"/>
                </a:lnTo>
                <a:lnTo>
                  <a:pt x="17037" y="699569"/>
                </a:lnTo>
                <a:lnTo>
                  <a:pt x="29203" y="720449"/>
                </a:lnTo>
                <a:lnTo>
                  <a:pt x="58097" y="692930"/>
                </a:lnTo>
                <a:lnTo>
                  <a:pt x="90580" y="700564"/>
                </a:lnTo>
                <a:lnTo>
                  <a:pt x="87984" y="684071"/>
                </a:lnTo>
                <a:lnTo>
                  <a:pt x="112456" y="660161"/>
                </a:lnTo>
                <a:lnTo>
                  <a:pt x="99579" y="644441"/>
                </a:lnTo>
                <a:lnTo>
                  <a:pt x="128706" y="630912"/>
                </a:lnTo>
                <a:lnTo>
                  <a:pt x="132628" y="612198"/>
                </a:lnTo>
                <a:lnTo>
                  <a:pt x="120308" y="598196"/>
                </a:lnTo>
                <a:lnTo>
                  <a:pt x="148533" y="589155"/>
                </a:lnTo>
                <a:lnTo>
                  <a:pt x="175010" y="547181"/>
                </a:lnTo>
                <a:lnTo>
                  <a:pt x="183015" y="492448"/>
                </a:lnTo>
                <a:lnTo>
                  <a:pt x="199340" y="483903"/>
                </a:lnTo>
                <a:lnTo>
                  <a:pt x="218020" y="433081"/>
                </a:lnTo>
                <a:lnTo>
                  <a:pt x="256108" y="418989"/>
                </a:lnTo>
                <a:lnTo>
                  <a:pt x="258243" y="386541"/>
                </a:lnTo>
                <a:lnTo>
                  <a:pt x="288905" y="371445"/>
                </a:lnTo>
                <a:lnTo>
                  <a:pt x="260868" y="335069"/>
                </a:lnTo>
                <a:lnTo>
                  <a:pt x="267290" y="299722"/>
                </a:lnTo>
                <a:lnTo>
                  <a:pt x="325253" y="259405"/>
                </a:lnTo>
                <a:lnTo>
                  <a:pt x="340250" y="265818"/>
                </a:lnTo>
                <a:lnTo>
                  <a:pt x="383630" y="228646"/>
                </a:lnTo>
                <a:lnTo>
                  <a:pt x="388892" y="186528"/>
                </a:lnTo>
                <a:lnTo>
                  <a:pt x="311856" y="113586"/>
                </a:lnTo>
                <a:lnTo>
                  <a:pt x="336515" y="88099"/>
                </a:lnTo>
                <a:lnTo>
                  <a:pt x="328578" y="71458"/>
                </a:lnTo>
                <a:lnTo>
                  <a:pt x="337157" y="60715"/>
                </a:lnTo>
                <a:lnTo>
                  <a:pt x="319123" y="32142"/>
                </a:lnTo>
                <a:lnTo>
                  <a:pt x="360101" y="0"/>
                </a:lnTo>
                <a:lnTo>
                  <a:pt x="387991" y="31496"/>
                </a:lnTo>
                <a:lnTo>
                  <a:pt x="409214" y="16862"/>
                </a:lnTo>
                <a:lnTo>
                  <a:pt x="430334" y="41586"/>
                </a:lnTo>
                <a:lnTo>
                  <a:pt x="453490" y="25854"/>
                </a:lnTo>
                <a:lnTo>
                  <a:pt x="479850" y="63225"/>
                </a:lnTo>
                <a:lnTo>
                  <a:pt x="462655" y="81660"/>
                </a:lnTo>
                <a:lnTo>
                  <a:pt x="488793" y="113375"/>
                </a:lnTo>
                <a:lnTo>
                  <a:pt x="507445" y="97336"/>
                </a:lnTo>
                <a:lnTo>
                  <a:pt x="572859" y="176849"/>
                </a:lnTo>
                <a:lnTo>
                  <a:pt x="623869" y="155972"/>
                </a:lnTo>
                <a:lnTo>
                  <a:pt x="650331" y="184015"/>
                </a:lnTo>
                <a:lnTo>
                  <a:pt x="676487" y="166450"/>
                </a:lnTo>
                <a:lnTo>
                  <a:pt x="704373" y="196703"/>
                </a:lnTo>
                <a:lnTo>
                  <a:pt x="735136" y="170864"/>
                </a:lnTo>
                <a:lnTo>
                  <a:pt x="766541" y="170621"/>
                </a:lnTo>
                <a:lnTo>
                  <a:pt x="917398" y="281836"/>
                </a:lnTo>
                <a:lnTo>
                  <a:pt x="974420" y="282046"/>
                </a:lnTo>
                <a:lnTo>
                  <a:pt x="952987" y="324287"/>
                </a:lnTo>
                <a:lnTo>
                  <a:pt x="921934" y="344558"/>
                </a:lnTo>
                <a:lnTo>
                  <a:pt x="905891" y="401724"/>
                </a:lnTo>
                <a:lnTo>
                  <a:pt x="862552" y="452774"/>
                </a:lnTo>
                <a:lnTo>
                  <a:pt x="823058" y="474312"/>
                </a:lnTo>
                <a:lnTo>
                  <a:pt x="764794" y="532426"/>
                </a:lnTo>
                <a:lnTo>
                  <a:pt x="732580" y="526391"/>
                </a:lnTo>
                <a:lnTo>
                  <a:pt x="663192" y="566517"/>
                </a:lnTo>
                <a:lnTo>
                  <a:pt x="697893" y="658433"/>
                </a:lnTo>
                <a:lnTo>
                  <a:pt x="648799" y="714666"/>
                </a:lnTo>
                <a:lnTo>
                  <a:pt x="665855" y="747640"/>
                </a:lnTo>
                <a:lnTo>
                  <a:pt x="647731" y="778314"/>
                </a:lnTo>
                <a:lnTo>
                  <a:pt x="531334" y="803521"/>
                </a:lnTo>
                <a:lnTo>
                  <a:pt x="522707" y="858251"/>
                </a:lnTo>
                <a:lnTo>
                  <a:pt x="477878" y="865930"/>
                </a:lnTo>
                <a:lnTo>
                  <a:pt x="481533" y="845841"/>
                </a:lnTo>
                <a:lnTo>
                  <a:pt x="460339" y="829192"/>
                </a:lnTo>
                <a:lnTo>
                  <a:pt x="443888" y="845472"/>
                </a:lnTo>
                <a:lnTo>
                  <a:pt x="443124" y="834842"/>
                </a:lnTo>
                <a:lnTo>
                  <a:pt x="429972" y="840122"/>
                </a:lnTo>
                <a:lnTo>
                  <a:pt x="404442" y="869605"/>
                </a:lnTo>
                <a:lnTo>
                  <a:pt x="385027" y="919926"/>
                </a:lnTo>
                <a:lnTo>
                  <a:pt x="371415" y="906338"/>
                </a:lnTo>
                <a:lnTo>
                  <a:pt x="346230" y="918653"/>
                </a:lnTo>
                <a:lnTo>
                  <a:pt x="311687" y="896089"/>
                </a:lnTo>
                <a:lnTo>
                  <a:pt x="294141" y="899777"/>
                </a:lnTo>
                <a:lnTo>
                  <a:pt x="289868" y="941182"/>
                </a:lnTo>
                <a:lnTo>
                  <a:pt x="249814" y="977691"/>
                </a:lnTo>
                <a:lnTo>
                  <a:pt x="252493" y="989782"/>
                </a:lnTo>
                <a:lnTo>
                  <a:pt x="213911" y="1000652"/>
                </a:lnTo>
                <a:lnTo>
                  <a:pt x="183333" y="990078"/>
                </a:lnTo>
                <a:lnTo>
                  <a:pt x="176975" y="936492"/>
                </a:lnTo>
                <a:lnTo>
                  <a:pt x="186184" y="928604"/>
                </a:lnTo>
                <a:lnTo>
                  <a:pt x="138100" y="913895"/>
                </a:lnTo>
                <a:lnTo>
                  <a:pt x="145459" y="878711"/>
                </a:lnTo>
                <a:lnTo>
                  <a:pt x="90056" y="867155"/>
                </a:lnTo>
                <a:lnTo>
                  <a:pt x="52685" y="841502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map"/>
          <p:cNvSpPr/>
          <p:nvPr/>
        </p:nvSpPr>
        <p:spPr>
          <a:xfrm>
            <a:off x="3034836" y="6420356"/>
            <a:ext cx="559234" cy="448286"/>
          </a:xfrm>
          <a:custGeom>
            <a:avLst/>
            <a:gdLst/>
            <a:ahLst/>
            <a:cxnLst/>
            <a:rect l="0" t="0" r="r" b="b"/>
            <a:pathLst>
              <a:path w="559234" h="448286">
                <a:moveTo>
                  <a:pt x="495522" y="86488"/>
                </a:moveTo>
                <a:lnTo>
                  <a:pt x="487399" y="99513"/>
                </a:lnTo>
                <a:lnTo>
                  <a:pt x="501273" y="100574"/>
                </a:lnTo>
                <a:lnTo>
                  <a:pt x="522104" y="144786"/>
                </a:lnTo>
                <a:lnTo>
                  <a:pt x="511325" y="181635"/>
                </a:lnTo>
                <a:lnTo>
                  <a:pt x="534040" y="176801"/>
                </a:lnTo>
                <a:lnTo>
                  <a:pt x="559234" y="192014"/>
                </a:lnTo>
                <a:lnTo>
                  <a:pt x="545076" y="214343"/>
                </a:lnTo>
                <a:lnTo>
                  <a:pt x="516264" y="196607"/>
                </a:lnTo>
                <a:lnTo>
                  <a:pt x="518437" y="218175"/>
                </a:lnTo>
                <a:lnTo>
                  <a:pt x="500211" y="226795"/>
                </a:lnTo>
                <a:lnTo>
                  <a:pt x="510688" y="250162"/>
                </a:lnTo>
                <a:lnTo>
                  <a:pt x="411886" y="298667"/>
                </a:lnTo>
                <a:lnTo>
                  <a:pt x="404650" y="326283"/>
                </a:lnTo>
                <a:lnTo>
                  <a:pt x="365074" y="349988"/>
                </a:lnTo>
                <a:lnTo>
                  <a:pt x="369064" y="362269"/>
                </a:lnTo>
                <a:lnTo>
                  <a:pt x="304739" y="364023"/>
                </a:lnTo>
                <a:lnTo>
                  <a:pt x="279900" y="392710"/>
                </a:lnTo>
                <a:lnTo>
                  <a:pt x="265554" y="377262"/>
                </a:lnTo>
                <a:lnTo>
                  <a:pt x="185386" y="448286"/>
                </a:lnTo>
                <a:lnTo>
                  <a:pt x="88025" y="447276"/>
                </a:lnTo>
                <a:lnTo>
                  <a:pt x="104850" y="420555"/>
                </a:lnTo>
                <a:lnTo>
                  <a:pt x="87622" y="373063"/>
                </a:lnTo>
                <a:lnTo>
                  <a:pt x="69549" y="365315"/>
                </a:lnTo>
                <a:lnTo>
                  <a:pt x="87249" y="354817"/>
                </a:lnTo>
                <a:lnTo>
                  <a:pt x="60712" y="315033"/>
                </a:lnTo>
                <a:lnTo>
                  <a:pt x="67152" y="269704"/>
                </a:lnTo>
                <a:lnTo>
                  <a:pt x="50080" y="270630"/>
                </a:lnTo>
                <a:lnTo>
                  <a:pt x="51618" y="227609"/>
                </a:lnTo>
                <a:lnTo>
                  <a:pt x="26980" y="210065"/>
                </a:lnTo>
                <a:lnTo>
                  <a:pt x="11568" y="214814"/>
                </a:lnTo>
                <a:lnTo>
                  <a:pt x="24799" y="167945"/>
                </a:lnTo>
                <a:lnTo>
                  <a:pt x="0" y="139540"/>
                </a:lnTo>
                <a:lnTo>
                  <a:pt x="51655" y="123432"/>
                </a:lnTo>
                <a:lnTo>
                  <a:pt x="38285" y="94194"/>
                </a:lnTo>
                <a:lnTo>
                  <a:pt x="51269" y="85821"/>
                </a:lnTo>
                <a:lnTo>
                  <a:pt x="31886" y="84369"/>
                </a:lnTo>
                <a:lnTo>
                  <a:pt x="49183" y="63102"/>
                </a:lnTo>
                <a:lnTo>
                  <a:pt x="57907" y="13056"/>
                </a:lnTo>
                <a:lnTo>
                  <a:pt x="79815" y="7977"/>
                </a:lnTo>
                <a:lnTo>
                  <a:pt x="86658" y="26632"/>
                </a:lnTo>
                <a:lnTo>
                  <a:pt x="104494" y="32790"/>
                </a:lnTo>
                <a:lnTo>
                  <a:pt x="123168" y="22549"/>
                </a:lnTo>
                <a:lnTo>
                  <a:pt x="124971" y="3455"/>
                </a:lnTo>
                <a:lnTo>
                  <a:pt x="147341" y="23083"/>
                </a:lnTo>
                <a:lnTo>
                  <a:pt x="150318" y="0"/>
                </a:lnTo>
                <a:lnTo>
                  <a:pt x="173311" y="35570"/>
                </a:lnTo>
                <a:lnTo>
                  <a:pt x="205496" y="29668"/>
                </a:lnTo>
                <a:lnTo>
                  <a:pt x="247057" y="78894"/>
                </a:lnTo>
                <a:lnTo>
                  <a:pt x="273005" y="84310"/>
                </a:lnTo>
                <a:lnTo>
                  <a:pt x="282129" y="107810"/>
                </a:lnTo>
                <a:lnTo>
                  <a:pt x="293863" y="85122"/>
                </a:lnTo>
                <a:lnTo>
                  <a:pt x="321565" y="90535"/>
                </a:lnTo>
                <a:lnTo>
                  <a:pt x="358122" y="59537"/>
                </a:lnTo>
                <a:lnTo>
                  <a:pt x="371377" y="16064"/>
                </a:lnTo>
                <a:lnTo>
                  <a:pt x="378223" y="40223"/>
                </a:lnTo>
                <a:lnTo>
                  <a:pt x="391962" y="42238"/>
                </a:lnTo>
                <a:lnTo>
                  <a:pt x="382894" y="72951"/>
                </a:lnTo>
                <a:lnTo>
                  <a:pt x="409659" y="72696"/>
                </a:lnTo>
                <a:lnTo>
                  <a:pt x="418237" y="101628"/>
                </a:lnTo>
                <a:lnTo>
                  <a:pt x="449149" y="78301"/>
                </a:lnTo>
                <a:lnTo>
                  <a:pt x="495522" y="86488"/>
                </a:lnTo>
                <a:close/>
                <a:moveTo>
                  <a:pt x="412534" y="328130"/>
                </a:moveTo>
                <a:lnTo>
                  <a:pt x="407418" y="336706"/>
                </a:lnTo>
                <a:lnTo>
                  <a:pt x="412534" y="32813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p"/>
          <p:cNvSpPr/>
          <p:nvPr/>
        </p:nvSpPr>
        <p:spPr>
          <a:xfrm>
            <a:off x="1374806" y="6774236"/>
            <a:ext cx="449829" cy="674944"/>
          </a:xfrm>
          <a:custGeom>
            <a:avLst/>
            <a:gdLst/>
            <a:ahLst/>
            <a:cxnLst/>
            <a:rect l="0" t="0" r="r" b="b"/>
            <a:pathLst>
              <a:path w="449829" h="674944">
                <a:moveTo>
                  <a:pt x="210584" y="44773"/>
                </a:moveTo>
                <a:lnTo>
                  <a:pt x="244197" y="96453"/>
                </a:lnTo>
                <a:lnTo>
                  <a:pt x="273279" y="82469"/>
                </a:lnTo>
                <a:lnTo>
                  <a:pt x="289614" y="93670"/>
                </a:lnTo>
                <a:lnTo>
                  <a:pt x="268514" y="111223"/>
                </a:lnTo>
                <a:lnTo>
                  <a:pt x="287417" y="128726"/>
                </a:lnTo>
                <a:lnTo>
                  <a:pt x="356139" y="136806"/>
                </a:lnTo>
                <a:lnTo>
                  <a:pt x="367012" y="210285"/>
                </a:lnTo>
                <a:lnTo>
                  <a:pt x="400105" y="265507"/>
                </a:lnTo>
                <a:lnTo>
                  <a:pt x="386743" y="349074"/>
                </a:lnTo>
                <a:lnTo>
                  <a:pt x="417006" y="403567"/>
                </a:lnTo>
                <a:lnTo>
                  <a:pt x="449829" y="526968"/>
                </a:lnTo>
                <a:lnTo>
                  <a:pt x="441254" y="559516"/>
                </a:lnTo>
                <a:lnTo>
                  <a:pt x="408556" y="578135"/>
                </a:lnTo>
                <a:lnTo>
                  <a:pt x="364237" y="580775"/>
                </a:lnTo>
                <a:lnTo>
                  <a:pt x="346372" y="568501"/>
                </a:lnTo>
                <a:lnTo>
                  <a:pt x="328796" y="577331"/>
                </a:lnTo>
                <a:lnTo>
                  <a:pt x="334145" y="612009"/>
                </a:lnTo>
                <a:lnTo>
                  <a:pt x="281794" y="599521"/>
                </a:lnTo>
                <a:lnTo>
                  <a:pt x="316324" y="643428"/>
                </a:lnTo>
                <a:lnTo>
                  <a:pt x="270515" y="674944"/>
                </a:lnTo>
                <a:lnTo>
                  <a:pt x="244238" y="629969"/>
                </a:lnTo>
                <a:lnTo>
                  <a:pt x="222157" y="651228"/>
                </a:lnTo>
                <a:lnTo>
                  <a:pt x="187884" y="649229"/>
                </a:lnTo>
                <a:lnTo>
                  <a:pt x="199269" y="621721"/>
                </a:lnTo>
                <a:lnTo>
                  <a:pt x="153229" y="568294"/>
                </a:lnTo>
                <a:lnTo>
                  <a:pt x="189604" y="559463"/>
                </a:lnTo>
                <a:lnTo>
                  <a:pt x="164822" y="552594"/>
                </a:lnTo>
                <a:lnTo>
                  <a:pt x="141622" y="508997"/>
                </a:lnTo>
                <a:lnTo>
                  <a:pt x="105787" y="511124"/>
                </a:lnTo>
                <a:lnTo>
                  <a:pt x="83779" y="479824"/>
                </a:lnTo>
                <a:lnTo>
                  <a:pt x="63288" y="474208"/>
                </a:lnTo>
                <a:lnTo>
                  <a:pt x="72695" y="445395"/>
                </a:lnTo>
                <a:lnTo>
                  <a:pt x="5125" y="408871"/>
                </a:lnTo>
                <a:lnTo>
                  <a:pt x="28413" y="371407"/>
                </a:lnTo>
                <a:lnTo>
                  <a:pt x="0" y="358124"/>
                </a:lnTo>
                <a:lnTo>
                  <a:pt x="14686" y="331670"/>
                </a:lnTo>
                <a:lnTo>
                  <a:pt x="59199" y="338030"/>
                </a:lnTo>
                <a:lnTo>
                  <a:pt x="38417" y="319616"/>
                </a:lnTo>
                <a:lnTo>
                  <a:pt x="19982" y="264341"/>
                </a:lnTo>
                <a:lnTo>
                  <a:pt x="29654" y="248132"/>
                </a:lnTo>
                <a:lnTo>
                  <a:pt x="9112" y="234084"/>
                </a:lnTo>
                <a:lnTo>
                  <a:pt x="6219" y="208972"/>
                </a:lnTo>
                <a:lnTo>
                  <a:pt x="15182" y="173278"/>
                </a:lnTo>
                <a:lnTo>
                  <a:pt x="42049" y="180527"/>
                </a:lnTo>
                <a:lnTo>
                  <a:pt x="73022" y="166095"/>
                </a:lnTo>
                <a:lnTo>
                  <a:pt x="59132" y="144293"/>
                </a:lnTo>
                <a:lnTo>
                  <a:pt x="79445" y="97016"/>
                </a:lnTo>
                <a:lnTo>
                  <a:pt x="53472" y="72824"/>
                </a:lnTo>
                <a:lnTo>
                  <a:pt x="74858" y="51681"/>
                </a:lnTo>
                <a:lnTo>
                  <a:pt x="80646" y="18324"/>
                </a:lnTo>
                <a:lnTo>
                  <a:pt x="104592" y="560"/>
                </a:lnTo>
                <a:lnTo>
                  <a:pt x="126947" y="28994"/>
                </a:lnTo>
                <a:lnTo>
                  <a:pt x="148770" y="34712"/>
                </a:lnTo>
                <a:lnTo>
                  <a:pt x="166993" y="0"/>
                </a:lnTo>
                <a:lnTo>
                  <a:pt x="210584" y="44773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map"/>
          <p:cNvSpPr/>
          <p:nvPr/>
        </p:nvSpPr>
        <p:spPr>
          <a:xfrm>
            <a:off x="1136870" y="6628539"/>
            <a:ext cx="207588" cy="315687"/>
          </a:xfrm>
          <a:custGeom>
            <a:avLst/>
            <a:gdLst/>
            <a:ahLst/>
            <a:cxnLst/>
            <a:rect l="0" t="0" r="r" b="b"/>
            <a:pathLst>
              <a:path w="207588" h="315687">
                <a:moveTo>
                  <a:pt x="170357" y="80195"/>
                </a:moveTo>
                <a:lnTo>
                  <a:pt x="175789" y="119333"/>
                </a:lnTo>
                <a:lnTo>
                  <a:pt x="207588" y="155872"/>
                </a:lnTo>
                <a:lnTo>
                  <a:pt x="206443" y="203732"/>
                </a:lnTo>
                <a:lnTo>
                  <a:pt x="180747" y="260148"/>
                </a:lnTo>
                <a:lnTo>
                  <a:pt x="164422" y="278356"/>
                </a:lnTo>
                <a:lnTo>
                  <a:pt x="152283" y="268674"/>
                </a:lnTo>
                <a:lnTo>
                  <a:pt x="166245" y="263249"/>
                </a:lnTo>
                <a:lnTo>
                  <a:pt x="182043" y="226138"/>
                </a:lnTo>
                <a:lnTo>
                  <a:pt x="171120" y="211857"/>
                </a:lnTo>
                <a:lnTo>
                  <a:pt x="147396" y="218065"/>
                </a:lnTo>
                <a:lnTo>
                  <a:pt x="67823" y="306886"/>
                </a:lnTo>
                <a:lnTo>
                  <a:pt x="25617" y="315687"/>
                </a:lnTo>
                <a:lnTo>
                  <a:pt x="0" y="234175"/>
                </a:lnTo>
                <a:lnTo>
                  <a:pt x="36943" y="206349"/>
                </a:lnTo>
                <a:lnTo>
                  <a:pt x="38836" y="243646"/>
                </a:lnTo>
                <a:lnTo>
                  <a:pt x="73133" y="236186"/>
                </a:lnTo>
                <a:lnTo>
                  <a:pt x="64771" y="193441"/>
                </a:lnTo>
                <a:lnTo>
                  <a:pt x="124082" y="165938"/>
                </a:lnTo>
                <a:lnTo>
                  <a:pt x="138820" y="173129"/>
                </a:lnTo>
                <a:lnTo>
                  <a:pt x="164927" y="127143"/>
                </a:lnTo>
                <a:lnTo>
                  <a:pt x="142187" y="121018"/>
                </a:lnTo>
                <a:lnTo>
                  <a:pt x="134493" y="103882"/>
                </a:lnTo>
                <a:lnTo>
                  <a:pt x="148166" y="98945"/>
                </a:lnTo>
                <a:lnTo>
                  <a:pt x="137004" y="84215"/>
                </a:lnTo>
                <a:lnTo>
                  <a:pt x="124897" y="93428"/>
                </a:lnTo>
                <a:lnTo>
                  <a:pt x="124949" y="117471"/>
                </a:lnTo>
                <a:lnTo>
                  <a:pt x="100173" y="108876"/>
                </a:lnTo>
                <a:lnTo>
                  <a:pt x="68515" y="64922"/>
                </a:lnTo>
                <a:lnTo>
                  <a:pt x="55966" y="8979"/>
                </a:lnTo>
                <a:lnTo>
                  <a:pt x="69534" y="0"/>
                </a:lnTo>
                <a:lnTo>
                  <a:pt x="89594" y="21357"/>
                </a:lnTo>
                <a:lnTo>
                  <a:pt x="91476" y="48941"/>
                </a:lnTo>
                <a:lnTo>
                  <a:pt x="117270" y="70212"/>
                </a:lnTo>
                <a:lnTo>
                  <a:pt x="170357" y="8019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p-line"/>
          <p:cNvSpPr/>
          <p:nvPr/>
        </p:nvSpPr>
        <p:spPr>
          <a:xfrm>
            <a:off x="6423813" y="8514255"/>
            <a:ext cx="662476" cy="660565"/>
          </a:xfrm>
          <a:custGeom>
            <a:avLst/>
            <a:gdLst/>
            <a:ahLst/>
            <a:cxnLst/>
            <a:rect l="0" t="0" r="r" b="b"/>
            <a:pathLst>
              <a:path w="662476" h="660565">
                <a:moveTo>
                  <a:pt x="380320" y="652596"/>
                </a:moveTo>
                <a:lnTo>
                  <a:pt x="327428" y="660565"/>
                </a:lnTo>
                <a:lnTo>
                  <a:pt x="316629" y="633442"/>
                </a:lnTo>
                <a:lnTo>
                  <a:pt x="288692" y="619890"/>
                </a:lnTo>
                <a:lnTo>
                  <a:pt x="274096" y="568271"/>
                </a:lnTo>
                <a:lnTo>
                  <a:pt x="249415" y="548753"/>
                </a:lnTo>
                <a:lnTo>
                  <a:pt x="274976" y="533605"/>
                </a:lnTo>
                <a:lnTo>
                  <a:pt x="274876" y="517085"/>
                </a:lnTo>
                <a:lnTo>
                  <a:pt x="259093" y="511593"/>
                </a:lnTo>
                <a:lnTo>
                  <a:pt x="195929" y="561142"/>
                </a:lnTo>
                <a:lnTo>
                  <a:pt x="135476" y="519493"/>
                </a:lnTo>
                <a:lnTo>
                  <a:pt x="88663" y="513317"/>
                </a:lnTo>
                <a:lnTo>
                  <a:pt x="69658" y="450391"/>
                </a:lnTo>
                <a:lnTo>
                  <a:pt x="79864" y="422480"/>
                </a:lnTo>
                <a:lnTo>
                  <a:pt x="2580" y="368201"/>
                </a:lnTo>
                <a:lnTo>
                  <a:pt x="0" y="296615"/>
                </a:lnTo>
                <a:lnTo>
                  <a:pt x="54160" y="298654"/>
                </a:lnTo>
                <a:lnTo>
                  <a:pt x="67839" y="274350"/>
                </a:lnTo>
                <a:lnTo>
                  <a:pt x="61262" y="249397"/>
                </a:lnTo>
                <a:lnTo>
                  <a:pt x="10381" y="217700"/>
                </a:lnTo>
                <a:lnTo>
                  <a:pt x="12337" y="204907"/>
                </a:lnTo>
                <a:lnTo>
                  <a:pt x="27043" y="211075"/>
                </a:lnTo>
                <a:lnTo>
                  <a:pt x="49214" y="185353"/>
                </a:lnTo>
                <a:lnTo>
                  <a:pt x="194955" y="164303"/>
                </a:lnTo>
                <a:lnTo>
                  <a:pt x="207450" y="142148"/>
                </a:lnTo>
                <a:lnTo>
                  <a:pt x="231955" y="141821"/>
                </a:lnTo>
                <a:lnTo>
                  <a:pt x="264646" y="84063"/>
                </a:lnTo>
                <a:lnTo>
                  <a:pt x="312126" y="105576"/>
                </a:lnTo>
                <a:lnTo>
                  <a:pt x="330587" y="88879"/>
                </a:lnTo>
                <a:lnTo>
                  <a:pt x="361026" y="95968"/>
                </a:lnTo>
                <a:lnTo>
                  <a:pt x="371440" y="65067"/>
                </a:lnTo>
                <a:lnTo>
                  <a:pt x="353370" y="43200"/>
                </a:lnTo>
                <a:lnTo>
                  <a:pt x="388622" y="0"/>
                </a:lnTo>
                <a:lnTo>
                  <a:pt x="418532" y="2667"/>
                </a:lnTo>
                <a:lnTo>
                  <a:pt x="422180" y="18596"/>
                </a:lnTo>
                <a:lnTo>
                  <a:pt x="440912" y="20235"/>
                </a:lnTo>
                <a:lnTo>
                  <a:pt x="441846" y="37041"/>
                </a:lnTo>
                <a:lnTo>
                  <a:pt x="468331" y="53054"/>
                </a:lnTo>
                <a:lnTo>
                  <a:pt x="503448" y="41057"/>
                </a:lnTo>
                <a:lnTo>
                  <a:pt x="530649" y="70975"/>
                </a:lnTo>
                <a:lnTo>
                  <a:pt x="555995" y="68462"/>
                </a:lnTo>
                <a:lnTo>
                  <a:pt x="537037" y="124737"/>
                </a:lnTo>
                <a:lnTo>
                  <a:pt x="520456" y="136449"/>
                </a:lnTo>
                <a:lnTo>
                  <a:pt x="507536" y="128326"/>
                </a:lnTo>
                <a:lnTo>
                  <a:pt x="469839" y="173418"/>
                </a:lnTo>
                <a:lnTo>
                  <a:pt x="498265" y="187742"/>
                </a:lnTo>
                <a:lnTo>
                  <a:pt x="463784" y="221364"/>
                </a:lnTo>
                <a:lnTo>
                  <a:pt x="513429" y="273178"/>
                </a:lnTo>
                <a:lnTo>
                  <a:pt x="535557" y="273853"/>
                </a:lnTo>
                <a:lnTo>
                  <a:pt x="553716" y="239774"/>
                </a:lnTo>
                <a:lnTo>
                  <a:pt x="571957" y="246269"/>
                </a:lnTo>
                <a:lnTo>
                  <a:pt x="585460" y="265081"/>
                </a:lnTo>
                <a:lnTo>
                  <a:pt x="576962" y="300140"/>
                </a:lnTo>
                <a:lnTo>
                  <a:pt x="584981" y="334563"/>
                </a:lnTo>
                <a:lnTo>
                  <a:pt x="662476" y="450774"/>
                </a:lnTo>
                <a:lnTo>
                  <a:pt x="657891" y="462813"/>
                </a:lnTo>
                <a:lnTo>
                  <a:pt x="632095" y="467224"/>
                </a:lnTo>
                <a:lnTo>
                  <a:pt x="619661" y="450237"/>
                </a:lnTo>
                <a:lnTo>
                  <a:pt x="592559" y="492818"/>
                </a:lnTo>
                <a:lnTo>
                  <a:pt x="612258" y="497867"/>
                </a:lnTo>
                <a:lnTo>
                  <a:pt x="618903" y="518307"/>
                </a:lnTo>
                <a:lnTo>
                  <a:pt x="621664" y="589569"/>
                </a:lnTo>
                <a:lnTo>
                  <a:pt x="578525" y="608624"/>
                </a:lnTo>
                <a:lnTo>
                  <a:pt x="561581" y="596092"/>
                </a:lnTo>
                <a:lnTo>
                  <a:pt x="555775" y="616211"/>
                </a:lnTo>
                <a:lnTo>
                  <a:pt x="532417" y="623796"/>
                </a:lnTo>
                <a:lnTo>
                  <a:pt x="519944" y="606624"/>
                </a:lnTo>
                <a:lnTo>
                  <a:pt x="514599" y="625446"/>
                </a:lnTo>
                <a:lnTo>
                  <a:pt x="485997" y="610042"/>
                </a:lnTo>
                <a:lnTo>
                  <a:pt x="435364" y="608522"/>
                </a:lnTo>
                <a:lnTo>
                  <a:pt x="422842" y="640606"/>
                </a:lnTo>
                <a:lnTo>
                  <a:pt x="380320" y="652596"/>
                </a:lnTo>
                <a:lnTo>
                  <a:pt x="380320" y="65259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map-line"/>
          <p:cNvSpPr/>
          <p:nvPr/>
        </p:nvSpPr>
        <p:spPr>
          <a:xfrm>
            <a:off x="5872267" y="8047896"/>
            <a:ext cx="988169" cy="765125"/>
          </a:xfrm>
          <a:custGeom>
            <a:avLst/>
            <a:gdLst/>
            <a:ahLst/>
            <a:cxnLst/>
            <a:rect l="0" t="0" r="r" b="b"/>
            <a:pathLst>
              <a:path w="988169" h="765125">
                <a:moveTo>
                  <a:pt x="56675" y="365301"/>
                </a:moveTo>
                <a:lnTo>
                  <a:pt x="0" y="86728"/>
                </a:lnTo>
                <a:lnTo>
                  <a:pt x="36597" y="72149"/>
                </a:lnTo>
                <a:lnTo>
                  <a:pt x="28712" y="50028"/>
                </a:lnTo>
                <a:lnTo>
                  <a:pt x="60453" y="51453"/>
                </a:lnTo>
                <a:lnTo>
                  <a:pt x="58194" y="72556"/>
                </a:lnTo>
                <a:lnTo>
                  <a:pt x="71157" y="79150"/>
                </a:lnTo>
                <a:lnTo>
                  <a:pt x="98918" y="80910"/>
                </a:lnTo>
                <a:lnTo>
                  <a:pt x="110900" y="59424"/>
                </a:lnTo>
                <a:lnTo>
                  <a:pt x="193755" y="78640"/>
                </a:lnTo>
                <a:lnTo>
                  <a:pt x="246533" y="62997"/>
                </a:lnTo>
                <a:lnTo>
                  <a:pt x="285827" y="32809"/>
                </a:lnTo>
                <a:lnTo>
                  <a:pt x="324877" y="37800"/>
                </a:lnTo>
                <a:lnTo>
                  <a:pt x="368847" y="22169"/>
                </a:lnTo>
                <a:lnTo>
                  <a:pt x="368809" y="8060"/>
                </a:lnTo>
                <a:lnTo>
                  <a:pt x="384896" y="0"/>
                </a:lnTo>
                <a:lnTo>
                  <a:pt x="391704" y="50947"/>
                </a:lnTo>
                <a:lnTo>
                  <a:pt x="425318" y="73982"/>
                </a:lnTo>
                <a:lnTo>
                  <a:pt x="426901" y="100715"/>
                </a:lnTo>
                <a:lnTo>
                  <a:pt x="446823" y="93940"/>
                </a:lnTo>
                <a:lnTo>
                  <a:pt x="459979" y="103384"/>
                </a:lnTo>
                <a:lnTo>
                  <a:pt x="440241" y="122577"/>
                </a:lnTo>
                <a:lnTo>
                  <a:pt x="445403" y="148489"/>
                </a:lnTo>
                <a:lnTo>
                  <a:pt x="483673" y="161772"/>
                </a:lnTo>
                <a:lnTo>
                  <a:pt x="475753" y="178124"/>
                </a:lnTo>
                <a:lnTo>
                  <a:pt x="501877" y="210540"/>
                </a:lnTo>
                <a:lnTo>
                  <a:pt x="516449" y="207068"/>
                </a:lnTo>
                <a:lnTo>
                  <a:pt x="512641" y="196719"/>
                </a:lnTo>
                <a:lnTo>
                  <a:pt x="543522" y="160514"/>
                </a:lnTo>
                <a:lnTo>
                  <a:pt x="604342" y="122831"/>
                </a:lnTo>
                <a:lnTo>
                  <a:pt x="616171" y="122442"/>
                </a:lnTo>
                <a:lnTo>
                  <a:pt x="621451" y="150967"/>
                </a:lnTo>
                <a:lnTo>
                  <a:pt x="646731" y="121757"/>
                </a:lnTo>
                <a:lnTo>
                  <a:pt x="683433" y="128131"/>
                </a:lnTo>
                <a:lnTo>
                  <a:pt x="680778" y="135992"/>
                </a:lnTo>
                <a:lnTo>
                  <a:pt x="723769" y="123319"/>
                </a:lnTo>
                <a:lnTo>
                  <a:pt x="740829" y="141424"/>
                </a:lnTo>
                <a:lnTo>
                  <a:pt x="773687" y="111767"/>
                </a:lnTo>
                <a:lnTo>
                  <a:pt x="827733" y="95334"/>
                </a:lnTo>
                <a:lnTo>
                  <a:pt x="847640" y="153538"/>
                </a:lnTo>
                <a:lnTo>
                  <a:pt x="865020" y="151712"/>
                </a:lnTo>
                <a:lnTo>
                  <a:pt x="912284" y="208306"/>
                </a:lnTo>
                <a:lnTo>
                  <a:pt x="941538" y="299287"/>
                </a:lnTo>
                <a:lnTo>
                  <a:pt x="988169" y="317334"/>
                </a:lnTo>
                <a:lnTo>
                  <a:pt x="965315" y="349326"/>
                </a:lnTo>
                <a:lnTo>
                  <a:pt x="941640" y="353714"/>
                </a:lnTo>
                <a:lnTo>
                  <a:pt x="963979" y="389368"/>
                </a:lnTo>
                <a:lnTo>
                  <a:pt x="979980" y="394163"/>
                </a:lnTo>
                <a:lnTo>
                  <a:pt x="957736" y="431343"/>
                </a:lnTo>
                <a:lnTo>
                  <a:pt x="976737" y="476471"/>
                </a:lnTo>
                <a:lnTo>
                  <a:pt x="940168" y="466359"/>
                </a:lnTo>
                <a:lnTo>
                  <a:pt x="919967" y="488506"/>
                </a:lnTo>
                <a:lnTo>
                  <a:pt x="904549" y="511990"/>
                </a:lnTo>
                <a:lnTo>
                  <a:pt x="922986" y="531426"/>
                </a:lnTo>
                <a:lnTo>
                  <a:pt x="918221" y="557482"/>
                </a:lnTo>
                <a:lnTo>
                  <a:pt x="882132" y="555238"/>
                </a:lnTo>
                <a:lnTo>
                  <a:pt x="863672" y="571935"/>
                </a:lnTo>
                <a:lnTo>
                  <a:pt x="816192" y="550422"/>
                </a:lnTo>
                <a:lnTo>
                  <a:pt x="783500" y="608181"/>
                </a:lnTo>
                <a:lnTo>
                  <a:pt x="758996" y="608507"/>
                </a:lnTo>
                <a:lnTo>
                  <a:pt x="746500" y="630663"/>
                </a:lnTo>
                <a:lnTo>
                  <a:pt x="600759" y="651712"/>
                </a:lnTo>
                <a:lnTo>
                  <a:pt x="578589" y="677435"/>
                </a:lnTo>
                <a:lnTo>
                  <a:pt x="563882" y="671266"/>
                </a:lnTo>
                <a:lnTo>
                  <a:pt x="561927" y="684059"/>
                </a:lnTo>
                <a:lnTo>
                  <a:pt x="613844" y="717152"/>
                </a:lnTo>
                <a:lnTo>
                  <a:pt x="619385" y="740710"/>
                </a:lnTo>
                <a:lnTo>
                  <a:pt x="604622" y="765125"/>
                </a:lnTo>
                <a:lnTo>
                  <a:pt x="551546" y="762974"/>
                </a:lnTo>
                <a:lnTo>
                  <a:pt x="531077" y="713779"/>
                </a:lnTo>
                <a:lnTo>
                  <a:pt x="480751" y="675829"/>
                </a:lnTo>
                <a:lnTo>
                  <a:pt x="455887" y="671416"/>
                </a:lnTo>
                <a:lnTo>
                  <a:pt x="435955" y="687417"/>
                </a:lnTo>
                <a:lnTo>
                  <a:pt x="408614" y="676781"/>
                </a:lnTo>
                <a:lnTo>
                  <a:pt x="397384" y="695003"/>
                </a:lnTo>
                <a:lnTo>
                  <a:pt x="371521" y="702662"/>
                </a:lnTo>
                <a:lnTo>
                  <a:pt x="292148" y="667722"/>
                </a:lnTo>
                <a:lnTo>
                  <a:pt x="257408" y="668521"/>
                </a:lnTo>
                <a:lnTo>
                  <a:pt x="262109" y="626018"/>
                </a:lnTo>
                <a:lnTo>
                  <a:pt x="222755" y="615510"/>
                </a:lnTo>
                <a:lnTo>
                  <a:pt x="245691" y="577765"/>
                </a:lnTo>
                <a:lnTo>
                  <a:pt x="199375" y="542220"/>
                </a:lnTo>
                <a:lnTo>
                  <a:pt x="185246" y="556056"/>
                </a:lnTo>
                <a:lnTo>
                  <a:pt x="164437" y="553954"/>
                </a:lnTo>
                <a:lnTo>
                  <a:pt x="154311" y="595108"/>
                </a:lnTo>
                <a:lnTo>
                  <a:pt x="113709" y="610133"/>
                </a:lnTo>
                <a:lnTo>
                  <a:pt x="100645" y="601878"/>
                </a:lnTo>
                <a:lnTo>
                  <a:pt x="100452" y="618508"/>
                </a:lnTo>
                <a:lnTo>
                  <a:pt x="56675" y="365301"/>
                </a:lnTo>
                <a:lnTo>
                  <a:pt x="56675" y="3653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p-line"/>
          <p:cNvSpPr/>
          <p:nvPr/>
        </p:nvSpPr>
        <p:spPr>
          <a:xfrm>
            <a:off x="2202809" y="4160271"/>
            <a:ext cx="479544" cy="637902"/>
          </a:xfrm>
          <a:custGeom>
            <a:avLst/>
            <a:gdLst/>
            <a:ahLst/>
            <a:cxnLst/>
            <a:rect l="0" t="0" r="r" b="b"/>
            <a:pathLst>
              <a:path w="479544" h="637902">
                <a:moveTo>
                  <a:pt x="182813" y="154923"/>
                </a:moveTo>
                <a:lnTo>
                  <a:pt x="186072" y="132398"/>
                </a:lnTo>
                <a:lnTo>
                  <a:pt x="202833" y="125057"/>
                </a:lnTo>
                <a:lnTo>
                  <a:pt x="200204" y="104036"/>
                </a:lnTo>
                <a:lnTo>
                  <a:pt x="248027" y="99734"/>
                </a:lnTo>
                <a:lnTo>
                  <a:pt x="269793" y="118404"/>
                </a:lnTo>
                <a:lnTo>
                  <a:pt x="314048" y="60095"/>
                </a:lnTo>
                <a:lnTo>
                  <a:pt x="419677" y="0"/>
                </a:lnTo>
                <a:lnTo>
                  <a:pt x="460433" y="20267"/>
                </a:lnTo>
                <a:lnTo>
                  <a:pt x="468436" y="42831"/>
                </a:lnTo>
                <a:lnTo>
                  <a:pt x="453038" y="68683"/>
                </a:lnTo>
                <a:lnTo>
                  <a:pt x="479544" y="130098"/>
                </a:lnTo>
                <a:lnTo>
                  <a:pt x="453304" y="208294"/>
                </a:lnTo>
                <a:lnTo>
                  <a:pt x="469234" y="246832"/>
                </a:lnTo>
                <a:lnTo>
                  <a:pt x="421506" y="239741"/>
                </a:lnTo>
                <a:lnTo>
                  <a:pt x="395435" y="257786"/>
                </a:lnTo>
                <a:lnTo>
                  <a:pt x="405726" y="287528"/>
                </a:lnTo>
                <a:lnTo>
                  <a:pt x="387805" y="291378"/>
                </a:lnTo>
                <a:lnTo>
                  <a:pt x="407287" y="348668"/>
                </a:lnTo>
                <a:lnTo>
                  <a:pt x="385072" y="347319"/>
                </a:lnTo>
                <a:lnTo>
                  <a:pt x="369727" y="379220"/>
                </a:lnTo>
                <a:lnTo>
                  <a:pt x="321126" y="389489"/>
                </a:lnTo>
                <a:lnTo>
                  <a:pt x="321286" y="428033"/>
                </a:lnTo>
                <a:lnTo>
                  <a:pt x="302724" y="424006"/>
                </a:lnTo>
                <a:lnTo>
                  <a:pt x="268913" y="445882"/>
                </a:lnTo>
                <a:lnTo>
                  <a:pt x="286964" y="475870"/>
                </a:lnTo>
                <a:lnTo>
                  <a:pt x="245217" y="475761"/>
                </a:lnTo>
                <a:lnTo>
                  <a:pt x="231617" y="495837"/>
                </a:lnTo>
                <a:lnTo>
                  <a:pt x="244821" y="509204"/>
                </a:lnTo>
                <a:lnTo>
                  <a:pt x="211225" y="524742"/>
                </a:lnTo>
                <a:lnTo>
                  <a:pt x="215882" y="544193"/>
                </a:lnTo>
                <a:lnTo>
                  <a:pt x="201551" y="557150"/>
                </a:lnTo>
                <a:lnTo>
                  <a:pt x="208760" y="583375"/>
                </a:lnTo>
                <a:lnTo>
                  <a:pt x="170713" y="609662"/>
                </a:lnTo>
                <a:lnTo>
                  <a:pt x="147736" y="603960"/>
                </a:lnTo>
                <a:lnTo>
                  <a:pt x="117540" y="637902"/>
                </a:lnTo>
                <a:lnTo>
                  <a:pt x="100699" y="597136"/>
                </a:lnTo>
                <a:lnTo>
                  <a:pt x="62939" y="603420"/>
                </a:lnTo>
                <a:lnTo>
                  <a:pt x="56562" y="587201"/>
                </a:lnTo>
                <a:lnTo>
                  <a:pt x="73285" y="543727"/>
                </a:lnTo>
                <a:lnTo>
                  <a:pt x="69121" y="513792"/>
                </a:lnTo>
                <a:lnTo>
                  <a:pt x="51212" y="489320"/>
                </a:lnTo>
                <a:lnTo>
                  <a:pt x="2774" y="466685"/>
                </a:lnTo>
                <a:lnTo>
                  <a:pt x="9528" y="447068"/>
                </a:lnTo>
                <a:lnTo>
                  <a:pt x="41011" y="431772"/>
                </a:lnTo>
                <a:lnTo>
                  <a:pt x="34266" y="394405"/>
                </a:lnTo>
                <a:lnTo>
                  <a:pt x="6442" y="374965"/>
                </a:lnTo>
                <a:lnTo>
                  <a:pt x="20834" y="343723"/>
                </a:lnTo>
                <a:lnTo>
                  <a:pt x="0" y="326280"/>
                </a:lnTo>
                <a:lnTo>
                  <a:pt x="8376" y="304943"/>
                </a:lnTo>
                <a:lnTo>
                  <a:pt x="71215" y="267591"/>
                </a:lnTo>
                <a:lnTo>
                  <a:pt x="91512" y="225291"/>
                </a:lnTo>
                <a:lnTo>
                  <a:pt x="106434" y="222503"/>
                </a:lnTo>
                <a:lnTo>
                  <a:pt x="96388" y="195269"/>
                </a:lnTo>
                <a:lnTo>
                  <a:pt x="141175" y="176627"/>
                </a:lnTo>
                <a:lnTo>
                  <a:pt x="166332" y="180773"/>
                </a:lnTo>
                <a:lnTo>
                  <a:pt x="182813" y="154923"/>
                </a:lnTo>
                <a:lnTo>
                  <a:pt x="182813" y="15492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map-line"/>
          <p:cNvSpPr/>
          <p:nvPr/>
        </p:nvSpPr>
        <p:spPr>
          <a:xfrm>
            <a:off x="1056615" y="6347269"/>
            <a:ext cx="518863" cy="686859"/>
          </a:xfrm>
          <a:custGeom>
            <a:avLst/>
            <a:gdLst/>
            <a:ahLst/>
            <a:cxnLst/>
            <a:rect l="0" t="0" r="r" b="b"/>
            <a:pathLst>
              <a:path w="518863" h="686859">
                <a:moveTo>
                  <a:pt x="89400" y="648206"/>
                </a:moveTo>
                <a:lnTo>
                  <a:pt x="60550" y="597082"/>
                </a:lnTo>
                <a:lnTo>
                  <a:pt x="25106" y="602474"/>
                </a:lnTo>
                <a:lnTo>
                  <a:pt x="46946" y="374867"/>
                </a:lnTo>
                <a:lnTo>
                  <a:pt x="18265" y="304897"/>
                </a:lnTo>
                <a:lnTo>
                  <a:pt x="31608" y="220335"/>
                </a:lnTo>
                <a:lnTo>
                  <a:pt x="19727" y="233094"/>
                </a:lnTo>
                <a:lnTo>
                  <a:pt x="52" y="197449"/>
                </a:lnTo>
                <a:lnTo>
                  <a:pt x="22156" y="129446"/>
                </a:lnTo>
                <a:lnTo>
                  <a:pt x="0" y="46973"/>
                </a:lnTo>
                <a:lnTo>
                  <a:pt x="46336" y="73163"/>
                </a:lnTo>
                <a:lnTo>
                  <a:pt x="34038" y="53889"/>
                </a:lnTo>
                <a:lnTo>
                  <a:pt x="40682" y="43886"/>
                </a:lnTo>
                <a:lnTo>
                  <a:pt x="38111" y="53103"/>
                </a:lnTo>
                <a:lnTo>
                  <a:pt x="49636" y="51905"/>
                </a:lnTo>
                <a:lnTo>
                  <a:pt x="47413" y="42735"/>
                </a:lnTo>
                <a:lnTo>
                  <a:pt x="29538" y="37405"/>
                </a:lnTo>
                <a:lnTo>
                  <a:pt x="59566" y="42156"/>
                </a:lnTo>
                <a:lnTo>
                  <a:pt x="68066" y="86151"/>
                </a:lnTo>
                <a:lnTo>
                  <a:pt x="49173" y="90291"/>
                </a:lnTo>
                <a:lnTo>
                  <a:pt x="73073" y="112076"/>
                </a:lnTo>
                <a:lnTo>
                  <a:pt x="68242" y="89241"/>
                </a:lnTo>
                <a:lnTo>
                  <a:pt x="83076" y="114784"/>
                </a:lnTo>
                <a:lnTo>
                  <a:pt x="103188" y="122328"/>
                </a:lnTo>
                <a:lnTo>
                  <a:pt x="97351" y="138678"/>
                </a:lnTo>
                <a:lnTo>
                  <a:pt x="110204" y="151792"/>
                </a:lnTo>
                <a:lnTo>
                  <a:pt x="145607" y="119762"/>
                </a:lnTo>
                <a:lnTo>
                  <a:pt x="145082" y="107506"/>
                </a:lnTo>
                <a:lnTo>
                  <a:pt x="117682" y="122359"/>
                </a:lnTo>
                <a:lnTo>
                  <a:pt x="147771" y="100836"/>
                </a:lnTo>
                <a:lnTo>
                  <a:pt x="154391" y="113556"/>
                </a:lnTo>
                <a:lnTo>
                  <a:pt x="158359" y="104571"/>
                </a:lnTo>
                <a:lnTo>
                  <a:pt x="183476" y="112102"/>
                </a:lnTo>
                <a:lnTo>
                  <a:pt x="230887" y="93780"/>
                </a:lnTo>
                <a:lnTo>
                  <a:pt x="248806" y="105766"/>
                </a:lnTo>
                <a:lnTo>
                  <a:pt x="209321" y="126816"/>
                </a:lnTo>
                <a:lnTo>
                  <a:pt x="263415" y="105921"/>
                </a:lnTo>
                <a:lnTo>
                  <a:pt x="282151" y="155924"/>
                </a:lnTo>
                <a:lnTo>
                  <a:pt x="293359" y="148910"/>
                </a:lnTo>
                <a:lnTo>
                  <a:pt x="296942" y="72584"/>
                </a:lnTo>
                <a:lnTo>
                  <a:pt x="284600" y="46617"/>
                </a:lnTo>
                <a:lnTo>
                  <a:pt x="309909" y="0"/>
                </a:lnTo>
                <a:lnTo>
                  <a:pt x="320534" y="31431"/>
                </a:lnTo>
                <a:lnTo>
                  <a:pt x="359872" y="47870"/>
                </a:lnTo>
                <a:lnTo>
                  <a:pt x="372558" y="87364"/>
                </a:lnTo>
                <a:lnTo>
                  <a:pt x="378958" y="72227"/>
                </a:lnTo>
                <a:lnTo>
                  <a:pt x="364772" y="61338"/>
                </a:lnTo>
                <a:lnTo>
                  <a:pt x="394506" y="53716"/>
                </a:lnTo>
                <a:lnTo>
                  <a:pt x="422514" y="102043"/>
                </a:lnTo>
                <a:lnTo>
                  <a:pt x="385792" y="123513"/>
                </a:lnTo>
                <a:lnTo>
                  <a:pt x="414759" y="150884"/>
                </a:lnTo>
                <a:lnTo>
                  <a:pt x="441883" y="140678"/>
                </a:lnTo>
                <a:lnTo>
                  <a:pt x="464009" y="156595"/>
                </a:lnTo>
                <a:lnTo>
                  <a:pt x="504607" y="219177"/>
                </a:lnTo>
                <a:lnTo>
                  <a:pt x="507392" y="234809"/>
                </a:lnTo>
                <a:lnTo>
                  <a:pt x="475801" y="246601"/>
                </a:lnTo>
                <a:lnTo>
                  <a:pt x="486351" y="265972"/>
                </a:lnTo>
                <a:lnTo>
                  <a:pt x="463456" y="288098"/>
                </a:lnTo>
                <a:lnTo>
                  <a:pt x="462158" y="306940"/>
                </a:lnTo>
                <a:lnTo>
                  <a:pt x="503456" y="369132"/>
                </a:lnTo>
                <a:lnTo>
                  <a:pt x="518863" y="370492"/>
                </a:lnTo>
                <a:lnTo>
                  <a:pt x="501141" y="378090"/>
                </a:lnTo>
                <a:lnTo>
                  <a:pt x="498012" y="409842"/>
                </a:lnTo>
                <a:lnTo>
                  <a:pt x="468966" y="460979"/>
                </a:lnTo>
                <a:lnTo>
                  <a:pt x="445138" y="455961"/>
                </a:lnTo>
                <a:lnTo>
                  <a:pt x="422783" y="427527"/>
                </a:lnTo>
                <a:lnTo>
                  <a:pt x="398838" y="445291"/>
                </a:lnTo>
                <a:lnTo>
                  <a:pt x="393049" y="478648"/>
                </a:lnTo>
                <a:lnTo>
                  <a:pt x="371663" y="499791"/>
                </a:lnTo>
                <a:lnTo>
                  <a:pt x="397637" y="523983"/>
                </a:lnTo>
                <a:lnTo>
                  <a:pt x="377323" y="571260"/>
                </a:lnTo>
                <a:lnTo>
                  <a:pt x="391214" y="593062"/>
                </a:lnTo>
                <a:lnTo>
                  <a:pt x="360241" y="607494"/>
                </a:lnTo>
                <a:lnTo>
                  <a:pt x="332112" y="601127"/>
                </a:lnTo>
                <a:lnTo>
                  <a:pt x="330924" y="657865"/>
                </a:lnTo>
                <a:lnTo>
                  <a:pt x="304139" y="658061"/>
                </a:lnTo>
                <a:lnTo>
                  <a:pt x="296111" y="684843"/>
                </a:lnTo>
                <a:lnTo>
                  <a:pt x="237764" y="686859"/>
                </a:lnTo>
                <a:lnTo>
                  <a:pt x="206712" y="611930"/>
                </a:lnTo>
                <a:lnTo>
                  <a:pt x="193395" y="637890"/>
                </a:lnTo>
                <a:lnTo>
                  <a:pt x="170009" y="626396"/>
                </a:lnTo>
                <a:lnTo>
                  <a:pt x="106830" y="663975"/>
                </a:lnTo>
                <a:lnTo>
                  <a:pt x="89400" y="648206"/>
                </a:lnTo>
                <a:lnTo>
                  <a:pt x="89400" y="64820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p-line"/>
          <p:cNvSpPr/>
          <p:nvPr/>
        </p:nvSpPr>
        <p:spPr>
          <a:xfrm>
            <a:off x="1136870" y="6628539"/>
            <a:ext cx="207588" cy="315687"/>
          </a:xfrm>
          <a:custGeom>
            <a:avLst/>
            <a:gdLst/>
            <a:ahLst/>
            <a:cxnLst/>
            <a:rect l="0" t="0" r="r" b="b"/>
            <a:pathLst>
              <a:path w="207588" h="315687">
                <a:moveTo>
                  <a:pt x="170631" y="99851"/>
                </a:moveTo>
                <a:lnTo>
                  <a:pt x="168374" y="77917"/>
                </a:lnTo>
                <a:lnTo>
                  <a:pt x="117270" y="70212"/>
                </a:lnTo>
                <a:lnTo>
                  <a:pt x="91476" y="48941"/>
                </a:lnTo>
                <a:lnTo>
                  <a:pt x="89594" y="21357"/>
                </a:lnTo>
                <a:lnTo>
                  <a:pt x="69534" y="0"/>
                </a:lnTo>
                <a:lnTo>
                  <a:pt x="55966" y="8979"/>
                </a:lnTo>
                <a:lnTo>
                  <a:pt x="68515" y="64922"/>
                </a:lnTo>
                <a:lnTo>
                  <a:pt x="100173" y="108876"/>
                </a:lnTo>
                <a:lnTo>
                  <a:pt x="124949" y="117471"/>
                </a:lnTo>
                <a:lnTo>
                  <a:pt x="124897" y="93428"/>
                </a:lnTo>
                <a:lnTo>
                  <a:pt x="137004" y="84215"/>
                </a:lnTo>
                <a:lnTo>
                  <a:pt x="148166" y="98945"/>
                </a:lnTo>
                <a:lnTo>
                  <a:pt x="134493" y="103882"/>
                </a:lnTo>
                <a:lnTo>
                  <a:pt x="142187" y="121018"/>
                </a:lnTo>
                <a:lnTo>
                  <a:pt x="164927" y="127143"/>
                </a:lnTo>
                <a:lnTo>
                  <a:pt x="138820" y="173129"/>
                </a:lnTo>
                <a:lnTo>
                  <a:pt x="124082" y="165938"/>
                </a:lnTo>
                <a:lnTo>
                  <a:pt x="64771" y="193441"/>
                </a:lnTo>
                <a:lnTo>
                  <a:pt x="73133" y="236186"/>
                </a:lnTo>
                <a:lnTo>
                  <a:pt x="38836" y="243646"/>
                </a:lnTo>
                <a:lnTo>
                  <a:pt x="36943" y="206349"/>
                </a:lnTo>
                <a:lnTo>
                  <a:pt x="0" y="234175"/>
                </a:lnTo>
                <a:lnTo>
                  <a:pt x="25617" y="315687"/>
                </a:lnTo>
                <a:lnTo>
                  <a:pt x="67823" y="306886"/>
                </a:lnTo>
                <a:lnTo>
                  <a:pt x="147396" y="218065"/>
                </a:lnTo>
                <a:lnTo>
                  <a:pt x="171120" y="211857"/>
                </a:lnTo>
                <a:lnTo>
                  <a:pt x="182043" y="226138"/>
                </a:lnTo>
                <a:lnTo>
                  <a:pt x="166245" y="263249"/>
                </a:lnTo>
                <a:lnTo>
                  <a:pt x="152283" y="268674"/>
                </a:lnTo>
                <a:lnTo>
                  <a:pt x="164422" y="278356"/>
                </a:lnTo>
                <a:lnTo>
                  <a:pt x="180747" y="260148"/>
                </a:lnTo>
                <a:lnTo>
                  <a:pt x="206443" y="203732"/>
                </a:lnTo>
                <a:lnTo>
                  <a:pt x="207588" y="155872"/>
                </a:lnTo>
                <a:lnTo>
                  <a:pt x="170631" y="99851"/>
                </a:lnTo>
                <a:lnTo>
                  <a:pt x="170631" y="9985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ap-line"/>
          <p:cNvSpPr/>
          <p:nvPr/>
        </p:nvSpPr>
        <p:spPr>
          <a:xfrm>
            <a:off x="1163444" y="6959199"/>
            <a:ext cx="270561" cy="259826"/>
          </a:xfrm>
          <a:custGeom>
            <a:avLst/>
            <a:gdLst/>
            <a:ahLst/>
            <a:cxnLst/>
            <a:rect l="0" t="0" r="r" b="b"/>
            <a:pathLst>
              <a:path w="270561" h="259826">
                <a:moveTo>
                  <a:pt x="9850" y="106829"/>
                </a:moveTo>
                <a:lnTo>
                  <a:pt x="0" y="52045"/>
                </a:lnTo>
                <a:lnTo>
                  <a:pt x="63179" y="14466"/>
                </a:lnTo>
                <a:lnTo>
                  <a:pt x="86565" y="25960"/>
                </a:lnTo>
                <a:lnTo>
                  <a:pt x="99882" y="0"/>
                </a:lnTo>
                <a:lnTo>
                  <a:pt x="131925" y="75609"/>
                </a:lnTo>
                <a:lnTo>
                  <a:pt x="187733" y="73791"/>
                </a:lnTo>
                <a:lnTo>
                  <a:pt x="204432" y="44739"/>
                </a:lnTo>
                <a:lnTo>
                  <a:pt x="235355" y="57369"/>
                </a:lnTo>
                <a:lnTo>
                  <a:pt x="249779" y="134652"/>
                </a:lnTo>
                <a:lnTo>
                  <a:pt x="270561" y="153067"/>
                </a:lnTo>
                <a:lnTo>
                  <a:pt x="220271" y="150338"/>
                </a:lnTo>
                <a:lnTo>
                  <a:pt x="212022" y="174987"/>
                </a:lnTo>
                <a:lnTo>
                  <a:pt x="239651" y="187506"/>
                </a:lnTo>
                <a:lnTo>
                  <a:pt x="200307" y="236155"/>
                </a:lnTo>
                <a:lnTo>
                  <a:pt x="169365" y="224472"/>
                </a:lnTo>
                <a:lnTo>
                  <a:pt x="109834" y="259826"/>
                </a:lnTo>
                <a:lnTo>
                  <a:pt x="73463" y="233358"/>
                </a:lnTo>
                <a:lnTo>
                  <a:pt x="36260" y="180845"/>
                </a:lnTo>
                <a:lnTo>
                  <a:pt x="35071" y="146241"/>
                </a:lnTo>
                <a:lnTo>
                  <a:pt x="9850" y="106829"/>
                </a:lnTo>
                <a:lnTo>
                  <a:pt x="9850" y="10682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p-line"/>
          <p:cNvSpPr/>
          <p:nvPr/>
        </p:nvSpPr>
        <p:spPr>
          <a:xfrm>
            <a:off x="1273278" y="7183257"/>
            <a:ext cx="291132" cy="219554"/>
          </a:xfrm>
          <a:custGeom>
            <a:avLst/>
            <a:gdLst/>
            <a:ahLst/>
            <a:cxnLst/>
            <a:rect l="0" t="0" r="r" b="b"/>
            <a:pathLst>
              <a:path w="291132" h="219554">
                <a:moveTo>
                  <a:pt x="9703" y="73574"/>
                </a:moveTo>
                <a:lnTo>
                  <a:pt x="0" y="35767"/>
                </a:lnTo>
                <a:lnTo>
                  <a:pt x="59531" y="413"/>
                </a:lnTo>
                <a:lnTo>
                  <a:pt x="87666" y="12860"/>
                </a:lnTo>
                <a:lnTo>
                  <a:pt x="109378" y="0"/>
                </a:lnTo>
                <a:lnTo>
                  <a:pt x="172496" y="34084"/>
                </a:lnTo>
                <a:lnTo>
                  <a:pt x="164018" y="63901"/>
                </a:lnTo>
                <a:lnTo>
                  <a:pt x="185307" y="70803"/>
                </a:lnTo>
                <a:lnTo>
                  <a:pt x="206107" y="101383"/>
                </a:lnTo>
                <a:lnTo>
                  <a:pt x="243150" y="99976"/>
                </a:lnTo>
                <a:lnTo>
                  <a:pt x="266350" y="143573"/>
                </a:lnTo>
                <a:lnTo>
                  <a:pt x="291132" y="150441"/>
                </a:lnTo>
                <a:lnTo>
                  <a:pt x="245346" y="167109"/>
                </a:lnTo>
                <a:lnTo>
                  <a:pt x="246701" y="194409"/>
                </a:lnTo>
                <a:lnTo>
                  <a:pt x="213096" y="219554"/>
                </a:lnTo>
                <a:lnTo>
                  <a:pt x="183263" y="205718"/>
                </a:lnTo>
                <a:lnTo>
                  <a:pt x="186789" y="189535"/>
                </a:lnTo>
                <a:lnTo>
                  <a:pt x="149427" y="208313"/>
                </a:lnTo>
                <a:lnTo>
                  <a:pt x="146588" y="178227"/>
                </a:lnTo>
                <a:lnTo>
                  <a:pt x="69855" y="194892"/>
                </a:lnTo>
                <a:lnTo>
                  <a:pt x="34657" y="158464"/>
                </a:lnTo>
                <a:lnTo>
                  <a:pt x="33638" y="91796"/>
                </a:lnTo>
                <a:lnTo>
                  <a:pt x="9703" y="73574"/>
                </a:lnTo>
                <a:lnTo>
                  <a:pt x="9703" y="7357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ap-line"/>
          <p:cNvSpPr/>
          <p:nvPr/>
        </p:nvSpPr>
        <p:spPr>
          <a:xfrm>
            <a:off x="1316860" y="7342530"/>
            <a:ext cx="257215" cy="178596"/>
          </a:xfrm>
          <a:custGeom>
            <a:avLst/>
            <a:gdLst/>
            <a:ahLst/>
            <a:cxnLst/>
            <a:rect l="0" t="0" r="r" b="b"/>
            <a:pathLst>
              <a:path w="257215" h="178596">
                <a:moveTo>
                  <a:pt x="10797" y="121208"/>
                </a:moveTo>
                <a:lnTo>
                  <a:pt x="0" y="90088"/>
                </a:lnTo>
                <a:lnTo>
                  <a:pt x="23519" y="83199"/>
                </a:lnTo>
                <a:lnTo>
                  <a:pt x="5919" y="22734"/>
                </a:lnTo>
                <a:lnTo>
                  <a:pt x="27239" y="35762"/>
                </a:lnTo>
                <a:lnTo>
                  <a:pt x="103006" y="18955"/>
                </a:lnTo>
                <a:lnTo>
                  <a:pt x="105845" y="49040"/>
                </a:lnTo>
                <a:lnTo>
                  <a:pt x="143207" y="30262"/>
                </a:lnTo>
                <a:lnTo>
                  <a:pt x="139681" y="46446"/>
                </a:lnTo>
                <a:lnTo>
                  <a:pt x="169514" y="60281"/>
                </a:lnTo>
                <a:lnTo>
                  <a:pt x="203118" y="35137"/>
                </a:lnTo>
                <a:lnTo>
                  <a:pt x="194638" y="20432"/>
                </a:lnTo>
                <a:lnTo>
                  <a:pt x="211175" y="0"/>
                </a:lnTo>
                <a:lnTo>
                  <a:pt x="257215" y="53427"/>
                </a:lnTo>
                <a:lnTo>
                  <a:pt x="231813" y="84074"/>
                </a:lnTo>
                <a:lnTo>
                  <a:pt x="205826" y="53198"/>
                </a:lnTo>
                <a:lnTo>
                  <a:pt x="175172" y="73464"/>
                </a:lnTo>
                <a:lnTo>
                  <a:pt x="181585" y="81463"/>
                </a:lnTo>
                <a:lnTo>
                  <a:pt x="161332" y="103617"/>
                </a:lnTo>
                <a:lnTo>
                  <a:pt x="172846" y="109858"/>
                </a:lnTo>
                <a:lnTo>
                  <a:pt x="171648" y="155709"/>
                </a:lnTo>
                <a:lnTo>
                  <a:pt x="152666" y="177020"/>
                </a:lnTo>
                <a:lnTo>
                  <a:pt x="134872" y="178596"/>
                </a:lnTo>
                <a:lnTo>
                  <a:pt x="119692" y="150330"/>
                </a:lnTo>
                <a:lnTo>
                  <a:pt x="101903" y="169064"/>
                </a:lnTo>
                <a:lnTo>
                  <a:pt x="62113" y="136606"/>
                </a:lnTo>
                <a:lnTo>
                  <a:pt x="10797" y="121208"/>
                </a:lnTo>
                <a:lnTo>
                  <a:pt x="10797" y="12120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p-line"/>
          <p:cNvSpPr/>
          <p:nvPr/>
        </p:nvSpPr>
        <p:spPr>
          <a:xfrm>
            <a:off x="1414461" y="7396084"/>
            <a:ext cx="140151" cy="163481"/>
          </a:xfrm>
          <a:custGeom>
            <a:avLst/>
            <a:gdLst/>
            <a:ahLst/>
            <a:cxnLst/>
            <a:rect l="0" t="0" r="r" b="b"/>
            <a:pathLst>
              <a:path w="140151" h="163481">
                <a:moveTo>
                  <a:pt x="36277" y="163481"/>
                </a:moveTo>
                <a:lnTo>
                  <a:pt x="27869" y="135334"/>
                </a:lnTo>
                <a:lnTo>
                  <a:pt x="0" y="145311"/>
                </a:lnTo>
                <a:lnTo>
                  <a:pt x="7148" y="108418"/>
                </a:lnTo>
                <a:lnTo>
                  <a:pt x="22092" y="96776"/>
                </a:lnTo>
                <a:lnTo>
                  <a:pt x="37272" y="125042"/>
                </a:lnTo>
                <a:lnTo>
                  <a:pt x="61492" y="119621"/>
                </a:lnTo>
                <a:lnTo>
                  <a:pt x="77255" y="78845"/>
                </a:lnTo>
                <a:lnTo>
                  <a:pt x="64142" y="47045"/>
                </a:lnTo>
                <a:lnTo>
                  <a:pt x="83984" y="27910"/>
                </a:lnTo>
                <a:lnTo>
                  <a:pt x="77572" y="19910"/>
                </a:lnTo>
                <a:lnTo>
                  <a:pt x="109268" y="0"/>
                </a:lnTo>
                <a:lnTo>
                  <a:pt x="109173" y="13437"/>
                </a:lnTo>
                <a:lnTo>
                  <a:pt x="132692" y="19842"/>
                </a:lnTo>
                <a:lnTo>
                  <a:pt x="140151" y="67592"/>
                </a:lnTo>
                <a:lnTo>
                  <a:pt x="65195" y="161191"/>
                </a:lnTo>
                <a:lnTo>
                  <a:pt x="36277" y="163481"/>
                </a:lnTo>
                <a:lnTo>
                  <a:pt x="36277" y="16348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map-line"/>
          <p:cNvSpPr/>
          <p:nvPr/>
        </p:nvSpPr>
        <p:spPr>
          <a:xfrm>
            <a:off x="1455478" y="7404630"/>
            <a:ext cx="297774" cy="270427"/>
          </a:xfrm>
          <a:custGeom>
            <a:avLst/>
            <a:gdLst/>
            <a:ahLst/>
            <a:cxnLst/>
            <a:rect l="0" t="0" r="r" b="b"/>
            <a:pathLst>
              <a:path w="297774" h="270427">
                <a:moveTo>
                  <a:pt x="3239" y="206601"/>
                </a:moveTo>
                <a:lnTo>
                  <a:pt x="0" y="154428"/>
                </a:lnTo>
                <a:lnTo>
                  <a:pt x="23285" y="153321"/>
                </a:lnTo>
                <a:lnTo>
                  <a:pt x="65739" y="110356"/>
                </a:lnTo>
                <a:lnTo>
                  <a:pt x="99134" y="59046"/>
                </a:lnTo>
                <a:lnTo>
                  <a:pt x="93196" y="21974"/>
                </a:lnTo>
                <a:lnTo>
                  <a:pt x="103337" y="12397"/>
                </a:lnTo>
                <a:lnTo>
                  <a:pt x="141486" y="20834"/>
                </a:lnTo>
                <a:lnTo>
                  <a:pt x="164582" y="0"/>
                </a:lnTo>
                <a:lnTo>
                  <a:pt x="187588" y="43395"/>
                </a:lnTo>
                <a:lnTo>
                  <a:pt x="212720" y="33740"/>
                </a:lnTo>
                <a:lnTo>
                  <a:pt x="238345" y="69664"/>
                </a:lnTo>
                <a:lnTo>
                  <a:pt x="252841" y="96900"/>
                </a:lnTo>
                <a:lnTo>
                  <a:pt x="239138" y="111586"/>
                </a:lnTo>
                <a:lnTo>
                  <a:pt x="297682" y="125787"/>
                </a:lnTo>
                <a:lnTo>
                  <a:pt x="285094" y="142251"/>
                </a:lnTo>
                <a:lnTo>
                  <a:pt x="297774" y="171857"/>
                </a:lnTo>
                <a:lnTo>
                  <a:pt x="215361" y="186879"/>
                </a:lnTo>
                <a:lnTo>
                  <a:pt x="172222" y="270427"/>
                </a:lnTo>
                <a:lnTo>
                  <a:pt x="149441" y="265069"/>
                </a:lnTo>
                <a:lnTo>
                  <a:pt x="134366" y="241631"/>
                </a:lnTo>
                <a:lnTo>
                  <a:pt x="118574" y="242661"/>
                </a:lnTo>
                <a:lnTo>
                  <a:pt x="109318" y="261153"/>
                </a:lnTo>
                <a:lnTo>
                  <a:pt x="44105" y="257256"/>
                </a:lnTo>
                <a:lnTo>
                  <a:pt x="3239" y="206601"/>
                </a:lnTo>
                <a:lnTo>
                  <a:pt x="3239" y="2066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p-line"/>
          <p:cNvSpPr/>
          <p:nvPr/>
        </p:nvSpPr>
        <p:spPr>
          <a:xfrm>
            <a:off x="1446112" y="7336943"/>
            <a:ext cx="451301" cy="693268"/>
          </a:xfrm>
          <a:custGeom>
            <a:avLst/>
            <a:gdLst/>
            <a:ahLst/>
            <a:cxnLst/>
            <a:rect l="0" t="0" r="r" b="b"/>
            <a:pathLst>
              <a:path w="451301" h="693268">
                <a:moveTo>
                  <a:pt x="7657" y="398204"/>
                </a:moveTo>
                <a:lnTo>
                  <a:pt x="0" y="338034"/>
                </a:lnTo>
                <a:lnTo>
                  <a:pt x="43385" y="318888"/>
                </a:lnTo>
                <a:lnTo>
                  <a:pt x="118683" y="328840"/>
                </a:lnTo>
                <a:lnTo>
                  <a:pt x="127939" y="310348"/>
                </a:lnTo>
                <a:lnTo>
                  <a:pt x="143732" y="309318"/>
                </a:lnTo>
                <a:lnTo>
                  <a:pt x="158807" y="332755"/>
                </a:lnTo>
                <a:lnTo>
                  <a:pt x="181588" y="338113"/>
                </a:lnTo>
                <a:lnTo>
                  <a:pt x="224727" y="254566"/>
                </a:lnTo>
                <a:lnTo>
                  <a:pt x="307140" y="239544"/>
                </a:lnTo>
                <a:lnTo>
                  <a:pt x="294460" y="209938"/>
                </a:lnTo>
                <a:lnTo>
                  <a:pt x="306307" y="191251"/>
                </a:lnTo>
                <a:lnTo>
                  <a:pt x="247939" y="178331"/>
                </a:lnTo>
                <a:lnTo>
                  <a:pt x="262087" y="163663"/>
                </a:lnTo>
                <a:lnTo>
                  <a:pt x="222086" y="101426"/>
                </a:lnTo>
                <a:lnTo>
                  <a:pt x="244921" y="79750"/>
                </a:lnTo>
                <a:lnTo>
                  <a:pt x="209842" y="37605"/>
                </a:lnTo>
                <a:lnTo>
                  <a:pt x="251741" y="53117"/>
                </a:lnTo>
                <a:lnTo>
                  <a:pt x="268216" y="38349"/>
                </a:lnTo>
                <a:lnTo>
                  <a:pt x="254587" y="17160"/>
                </a:lnTo>
                <a:lnTo>
                  <a:pt x="273886" y="5989"/>
                </a:lnTo>
                <a:lnTo>
                  <a:pt x="293806" y="18203"/>
                </a:lnTo>
                <a:lnTo>
                  <a:pt x="337250" y="15428"/>
                </a:lnTo>
                <a:lnTo>
                  <a:pt x="348562" y="0"/>
                </a:lnTo>
                <a:lnTo>
                  <a:pt x="382649" y="9687"/>
                </a:lnTo>
                <a:lnTo>
                  <a:pt x="428408" y="72707"/>
                </a:lnTo>
                <a:lnTo>
                  <a:pt x="451301" y="135670"/>
                </a:lnTo>
                <a:lnTo>
                  <a:pt x="419339" y="136031"/>
                </a:lnTo>
                <a:lnTo>
                  <a:pt x="390486" y="160945"/>
                </a:lnTo>
                <a:lnTo>
                  <a:pt x="410328" y="202837"/>
                </a:lnTo>
                <a:lnTo>
                  <a:pt x="402109" y="229663"/>
                </a:lnTo>
                <a:lnTo>
                  <a:pt x="412623" y="242748"/>
                </a:lnTo>
                <a:lnTo>
                  <a:pt x="382758" y="322965"/>
                </a:lnTo>
                <a:lnTo>
                  <a:pt x="349096" y="330718"/>
                </a:lnTo>
                <a:lnTo>
                  <a:pt x="339006" y="348561"/>
                </a:lnTo>
                <a:lnTo>
                  <a:pt x="397474" y="315972"/>
                </a:lnTo>
                <a:lnTo>
                  <a:pt x="413934" y="329618"/>
                </a:lnTo>
                <a:lnTo>
                  <a:pt x="341329" y="363126"/>
                </a:lnTo>
                <a:lnTo>
                  <a:pt x="320516" y="384960"/>
                </a:lnTo>
                <a:lnTo>
                  <a:pt x="329995" y="393379"/>
                </a:lnTo>
                <a:lnTo>
                  <a:pt x="282580" y="417632"/>
                </a:lnTo>
                <a:lnTo>
                  <a:pt x="286582" y="460316"/>
                </a:lnTo>
                <a:lnTo>
                  <a:pt x="263777" y="489671"/>
                </a:lnTo>
                <a:lnTo>
                  <a:pt x="261537" y="566034"/>
                </a:lnTo>
                <a:lnTo>
                  <a:pt x="239653" y="648072"/>
                </a:lnTo>
                <a:lnTo>
                  <a:pt x="247926" y="678741"/>
                </a:lnTo>
                <a:lnTo>
                  <a:pt x="193622" y="693113"/>
                </a:lnTo>
                <a:lnTo>
                  <a:pt x="146331" y="677556"/>
                </a:lnTo>
                <a:lnTo>
                  <a:pt x="99822" y="693268"/>
                </a:lnTo>
                <a:lnTo>
                  <a:pt x="62499" y="660527"/>
                </a:lnTo>
                <a:lnTo>
                  <a:pt x="46155" y="616757"/>
                </a:lnTo>
                <a:lnTo>
                  <a:pt x="64912" y="575503"/>
                </a:lnTo>
                <a:lnTo>
                  <a:pt x="53942" y="563523"/>
                </a:lnTo>
                <a:lnTo>
                  <a:pt x="62579" y="497355"/>
                </a:lnTo>
                <a:lnTo>
                  <a:pt x="37056" y="488299"/>
                </a:lnTo>
                <a:lnTo>
                  <a:pt x="45073" y="471922"/>
                </a:lnTo>
                <a:lnTo>
                  <a:pt x="7657" y="398204"/>
                </a:lnTo>
                <a:lnTo>
                  <a:pt x="7657" y="39820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map-line"/>
          <p:cNvSpPr/>
          <p:nvPr/>
        </p:nvSpPr>
        <p:spPr>
          <a:xfrm>
            <a:off x="1864044" y="7648167"/>
            <a:ext cx="26306" cy="17164"/>
          </a:xfrm>
          <a:custGeom>
            <a:avLst/>
            <a:gdLst/>
            <a:ahLst/>
            <a:cxnLst/>
            <a:rect l="0" t="0" r="r" b="b"/>
            <a:pathLst>
              <a:path w="26306" h="17164">
                <a:moveTo>
                  <a:pt x="26306" y="16221"/>
                </a:moveTo>
                <a:lnTo>
                  <a:pt x="8794" y="17164"/>
                </a:lnTo>
                <a:lnTo>
                  <a:pt x="0" y="0"/>
                </a:lnTo>
                <a:lnTo>
                  <a:pt x="26306" y="16221"/>
                </a:lnTo>
                <a:lnTo>
                  <a:pt x="26306" y="1622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p-line"/>
          <p:cNvSpPr/>
          <p:nvPr/>
        </p:nvSpPr>
        <p:spPr>
          <a:xfrm>
            <a:off x="3947625" y="3328840"/>
            <a:ext cx="657463" cy="949798"/>
          </a:xfrm>
          <a:custGeom>
            <a:avLst/>
            <a:gdLst/>
            <a:ahLst/>
            <a:cxnLst/>
            <a:rect l="0" t="0" r="r" b="b"/>
            <a:pathLst>
              <a:path w="657463" h="949798">
                <a:moveTo>
                  <a:pt x="321082" y="0"/>
                </a:moveTo>
                <a:lnTo>
                  <a:pt x="377656" y="24257"/>
                </a:lnTo>
                <a:lnTo>
                  <a:pt x="420842" y="14799"/>
                </a:lnTo>
                <a:lnTo>
                  <a:pt x="468044" y="44513"/>
                </a:lnTo>
                <a:lnTo>
                  <a:pt x="497707" y="26310"/>
                </a:lnTo>
                <a:lnTo>
                  <a:pt x="506394" y="77719"/>
                </a:lnTo>
                <a:lnTo>
                  <a:pt x="548744" y="50659"/>
                </a:lnTo>
                <a:lnTo>
                  <a:pt x="555350" y="89304"/>
                </a:lnTo>
                <a:lnTo>
                  <a:pt x="534922" y="94469"/>
                </a:lnTo>
                <a:lnTo>
                  <a:pt x="554256" y="96390"/>
                </a:lnTo>
                <a:lnTo>
                  <a:pt x="564436" y="115811"/>
                </a:lnTo>
                <a:lnTo>
                  <a:pt x="582194" y="96790"/>
                </a:lnTo>
                <a:lnTo>
                  <a:pt x="590451" y="121604"/>
                </a:lnTo>
                <a:lnTo>
                  <a:pt x="605820" y="97382"/>
                </a:lnTo>
                <a:lnTo>
                  <a:pt x="614951" y="102425"/>
                </a:lnTo>
                <a:lnTo>
                  <a:pt x="607234" y="143794"/>
                </a:lnTo>
                <a:lnTo>
                  <a:pt x="617969" y="184554"/>
                </a:lnTo>
                <a:lnTo>
                  <a:pt x="586474" y="184767"/>
                </a:lnTo>
                <a:lnTo>
                  <a:pt x="572171" y="138890"/>
                </a:lnTo>
                <a:lnTo>
                  <a:pt x="584983" y="126113"/>
                </a:lnTo>
                <a:lnTo>
                  <a:pt x="552929" y="139227"/>
                </a:lnTo>
                <a:lnTo>
                  <a:pt x="569667" y="158504"/>
                </a:lnTo>
                <a:lnTo>
                  <a:pt x="563196" y="170815"/>
                </a:lnTo>
                <a:lnTo>
                  <a:pt x="539572" y="161780"/>
                </a:lnTo>
                <a:lnTo>
                  <a:pt x="563330" y="173484"/>
                </a:lnTo>
                <a:lnTo>
                  <a:pt x="572352" y="196254"/>
                </a:lnTo>
                <a:lnTo>
                  <a:pt x="557319" y="195849"/>
                </a:lnTo>
                <a:lnTo>
                  <a:pt x="578207" y="207131"/>
                </a:lnTo>
                <a:lnTo>
                  <a:pt x="542246" y="210056"/>
                </a:lnTo>
                <a:lnTo>
                  <a:pt x="562264" y="210075"/>
                </a:lnTo>
                <a:lnTo>
                  <a:pt x="587190" y="236118"/>
                </a:lnTo>
                <a:lnTo>
                  <a:pt x="552711" y="236084"/>
                </a:lnTo>
                <a:lnTo>
                  <a:pt x="563372" y="246035"/>
                </a:lnTo>
                <a:lnTo>
                  <a:pt x="548828" y="243613"/>
                </a:lnTo>
                <a:lnTo>
                  <a:pt x="554978" y="259447"/>
                </a:lnTo>
                <a:lnTo>
                  <a:pt x="518082" y="245051"/>
                </a:lnTo>
                <a:lnTo>
                  <a:pt x="497273" y="255835"/>
                </a:lnTo>
                <a:lnTo>
                  <a:pt x="514363" y="247820"/>
                </a:lnTo>
                <a:lnTo>
                  <a:pt x="551697" y="263161"/>
                </a:lnTo>
                <a:lnTo>
                  <a:pt x="575702" y="251620"/>
                </a:lnTo>
                <a:lnTo>
                  <a:pt x="603305" y="297365"/>
                </a:lnTo>
                <a:lnTo>
                  <a:pt x="612759" y="351853"/>
                </a:lnTo>
                <a:lnTo>
                  <a:pt x="625056" y="341360"/>
                </a:lnTo>
                <a:lnTo>
                  <a:pt x="633022" y="350683"/>
                </a:lnTo>
                <a:lnTo>
                  <a:pt x="645289" y="538923"/>
                </a:lnTo>
                <a:lnTo>
                  <a:pt x="621882" y="618629"/>
                </a:lnTo>
                <a:lnTo>
                  <a:pt x="630517" y="645074"/>
                </a:lnTo>
                <a:lnTo>
                  <a:pt x="630261" y="622744"/>
                </a:lnTo>
                <a:lnTo>
                  <a:pt x="638569" y="627571"/>
                </a:lnTo>
                <a:lnTo>
                  <a:pt x="634996" y="716805"/>
                </a:lnTo>
                <a:lnTo>
                  <a:pt x="643734" y="732377"/>
                </a:lnTo>
                <a:lnTo>
                  <a:pt x="657463" y="715173"/>
                </a:lnTo>
                <a:lnTo>
                  <a:pt x="630826" y="798501"/>
                </a:lnTo>
                <a:lnTo>
                  <a:pt x="646827" y="802454"/>
                </a:lnTo>
                <a:lnTo>
                  <a:pt x="648518" y="829831"/>
                </a:lnTo>
                <a:lnTo>
                  <a:pt x="589444" y="893297"/>
                </a:lnTo>
                <a:lnTo>
                  <a:pt x="596081" y="909545"/>
                </a:lnTo>
                <a:lnTo>
                  <a:pt x="584717" y="924099"/>
                </a:lnTo>
                <a:lnTo>
                  <a:pt x="530738" y="949798"/>
                </a:lnTo>
                <a:lnTo>
                  <a:pt x="405508" y="948989"/>
                </a:lnTo>
                <a:lnTo>
                  <a:pt x="299983" y="886327"/>
                </a:lnTo>
                <a:lnTo>
                  <a:pt x="213776" y="670073"/>
                </a:lnTo>
                <a:lnTo>
                  <a:pt x="215292" y="600371"/>
                </a:lnTo>
                <a:lnTo>
                  <a:pt x="190179" y="588693"/>
                </a:lnTo>
                <a:lnTo>
                  <a:pt x="198852" y="571513"/>
                </a:lnTo>
                <a:lnTo>
                  <a:pt x="209946" y="578713"/>
                </a:lnTo>
                <a:lnTo>
                  <a:pt x="194261" y="551045"/>
                </a:lnTo>
                <a:lnTo>
                  <a:pt x="211633" y="543516"/>
                </a:lnTo>
                <a:lnTo>
                  <a:pt x="190110" y="540927"/>
                </a:lnTo>
                <a:lnTo>
                  <a:pt x="194769" y="500150"/>
                </a:lnTo>
                <a:lnTo>
                  <a:pt x="186423" y="514849"/>
                </a:lnTo>
                <a:lnTo>
                  <a:pt x="177858" y="507939"/>
                </a:lnTo>
                <a:lnTo>
                  <a:pt x="190816" y="441069"/>
                </a:lnTo>
                <a:lnTo>
                  <a:pt x="211911" y="440033"/>
                </a:lnTo>
                <a:lnTo>
                  <a:pt x="199160" y="397551"/>
                </a:lnTo>
                <a:lnTo>
                  <a:pt x="177269" y="365826"/>
                </a:lnTo>
                <a:lnTo>
                  <a:pt x="189083" y="393659"/>
                </a:lnTo>
                <a:lnTo>
                  <a:pt x="181303" y="423664"/>
                </a:lnTo>
                <a:lnTo>
                  <a:pt x="158620" y="427129"/>
                </a:lnTo>
                <a:lnTo>
                  <a:pt x="158447" y="506858"/>
                </a:lnTo>
                <a:lnTo>
                  <a:pt x="117415" y="467484"/>
                </a:lnTo>
                <a:lnTo>
                  <a:pt x="73905" y="474013"/>
                </a:lnTo>
                <a:lnTo>
                  <a:pt x="55889" y="443751"/>
                </a:lnTo>
                <a:lnTo>
                  <a:pt x="88733" y="396402"/>
                </a:lnTo>
                <a:lnTo>
                  <a:pt x="0" y="260839"/>
                </a:lnTo>
                <a:lnTo>
                  <a:pt x="23232" y="223954"/>
                </a:lnTo>
                <a:lnTo>
                  <a:pt x="47950" y="210478"/>
                </a:lnTo>
                <a:lnTo>
                  <a:pt x="159325" y="213198"/>
                </a:lnTo>
                <a:lnTo>
                  <a:pt x="190574" y="202215"/>
                </a:lnTo>
                <a:lnTo>
                  <a:pt x="226824" y="125065"/>
                </a:lnTo>
                <a:lnTo>
                  <a:pt x="221771" y="76268"/>
                </a:lnTo>
                <a:lnTo>
                  <a:pt x="268170" y="30409"/>
                </a:lnTo>
                <a:lnTo>
                  <a:pt x="328365" y="23789"/>
                </a:lnTo>
                <a:lnTo>
                  <a:pt x="321082" y="0"/>
                </a:lnTo>
                <a:lnTo>
                  <a:pt x="32108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map-line"/>
          <p:cNvSpPr/>
          <p:nvPr/>
        </p:nvSpPr>
        <p:spPr>
          <a:xfrm>
            <a:off x="4084055" y="3825616"/>
            <a:ext cx="15188" cy="34351"/>
          </a:xfrm>
          <a:custGeom>
            <a:avLst/>
            <a:gdLst/>
            <a:ahLst/>
            <a:cxnLst/>
            <a:rect l="0" t="0" r="r" b="b"/>
            <a:pathLst>
              <a:path w="15188" h="34351">
                <a:moveTo>
                  <a:pt x="0" y="0"/>
                </a:moveTo>
                <a:lnTo>
                  <a:pt x="15188" y="8882"/>
                </a:lnTo>
                <a:lnTo>
                  <a:pt x="14039" y="34351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p-line"/>
          <p:cNvSpPr/>
          <p:nvPr/>
        </p:nvSpPr>
        <p:spPr>
          <a:xfrm>
            <a:off x="4548498" y="3596324"/>
            <a:ext cx="8093" cy="24856"/>
          </a:xfrm>
          <a:custGeom>
            <a:avLst/>
            <a:gdLst/>
            <a:ahLst/>
            <a:cxnLst/>
            <a:rect l="0" t="0" r="r" b="b"/>
            <a:pathLst>
              <a:path w="8093" h="24856">
                <a:moveTo>
                  <a:pt x="0" y="0"/>
                </a:moveTo>
                <a:lnTo>
                  <a:pt x="8093" y="2485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ap-line"/>
          <p:cNvSpPr/>
          <p:nvPr/>
        </p:nvSpPr>
        <p:spPr>
          <a:xfrm>
            <a:off x="6105830" y="2654977"/>
            <a:ext cx="5365" cy="8898"/>
          </a:xfrm>
          <a:custGeom>
            <a:avLst/>
            <a:gdLst/>
            <a:ahLst/>
            <a:cxnLst/>
            <a:rect l="0" t="0" r="r" b="b"/>
            <a:pathLst>
              <a:path w="5365" h="8898">
                <a:moveTo>
                  <a:pt x="0" y="0"/>
                </a:moveTo>
                <a:lnTo>
                  <a:pt x="5365" y="889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p-line"/>
          <p:cNvSpPr/>
          <p:nvPr/>
        </p:nvSpPr>
        <p:spPr>
          <a:xfrm>
            <a:off x="3088250" y="3590978"/>
            <a:ext cx="1007350" cy="1087783"/>
          </a:xfrm>
          <a:custGeom>
            <a:avLst/>
            <a:gdLst/>
            <a:ahLst/>
            <a:cxnLst/>
            <a:rect l="0" t="0" r="r" b="b"/>
            <a:pathLst>
              <a:path w="1007350" h="1087783">
                <a:moveTo>
                  <a:pt x="835537" y="28552"/>
                </a:moveTo>
                <a:lnTo>
                  <a:pt x="860507" y="0"/>
                </a:lnTo>
                <a:lnTo>
                  <a:pt x="948108" y="134263"/>
                </a:lnTo>
                <a:lnTo>
                  <a:pt x="915608" y="185344"/>
                </a:lnTo>
                <a:lnTo>
                  <a:pt x="933280" y="211874"/>
                </a:lnTo>
                <a:lnTo>
                  <a:pt x="978338" y="206052"/>
                </a:lnTo>
                <a:lnTo>
                  <a:pt x="995804" y="234637"/>
                </a:lnTo>
                <a:lnTo>
                  <a:pt x="997613" y="244096"/>
                </a:lnTo>
                <a:lnTo>
                  <a:pt x="983679" y="237658"/>
                </a:lnTo>
                <a:lnTo>
                  <a:pt x="1007350" y="276521"/>
                </a:lnTo>
                <a:lnTo>
                  <a:pt x="1001394" y="292492"/>
                </a:lnTo>
                <a:lnTo>
                  <a:pt x="989149" y="281077"/>
                </a:lnTo>
                <a:lnTo>
                  <a:pt x="984535" y="294328"/>
                </a:lnTo>
                <a:lnTo>
                  <a:pt x="967089" y="277410"/>
                </a:lnTo>
                <a:lnTo>
                  <a:pt x="989672" y="333678"/>
                </a:lnTo>
                <a:lnTo>
                  <a:pt x="985725" y="377495"/>
                </a:lnTo>
                <a:lnTo>
                  <a:pt x="948667" y="441881"/>
                </a:lnTo>
                <a:lnTo>
                  <a:pt x="948770" y="415761"/>
                </a:lnTo>
                <a:lnTo>
                  <a:pt x="894703" y="452859"/>
                </a:lnTo>
                <a:lnTo>
                  <a:pt x="867450" y="435626"/>
                </a:lnTo>
                <a:lnTo>
                  <a:pt x="871607" y="448333"/>
                </a:lnTo>
                <a:lnTo>
                  <a:pt x="838789" y="504673"/>
                </a:lnTo>
                <a:lnTo>
                  <a:pt x="824175" y="504039"/>
                </a:lnTo>
                <a:lnTo>
                  <a:pt x="816428" y="532448"/>
                </a:lnTo>
                <a:lnTo>
                  <a:pt x="795491" y="529325"/>
                </a:lnTo>
                <a:lnTo>
                  <a:pt x="802220" y="548912"/>
                </a:lnTo>
                <a:lnTo>
                  <a:pt x="787356" y="542283"/>
                </a:lnTo>
                <a:lnTo>
                  <a:pt x="780989" y="560829"/>
                </a:lnTo>
                <a:lnTo>
                  <a:pt x="761833" y="551543"/>
                </a:lnTo>
                <a:lnTo>
                  <a:pt x="750531" y="618695"/>
                </a:lnTo>
                <a:lnTo>
                  <a:pt x="765681" y="631546"/>
                </a:lnTo>
                <a:lnTo>
                  <a:pt x="778720" y="621541"/>
                </a:lnTo>
                <a:lnTo>
                  <a:pt x="779017" y="643830"/>
                </a:lnTo>
                <a:lnTo>
                  <a:pt x="752217" y="711304"/>
                </a:lnTo>
                <a:lnTo>
                  <a:pt x="757631" y="730588"/>
                </a:lnTo>
                <a:lnTo>
                  <a:pt x="711010" y="759534"/>
                </a:lnTo>
                <a:lnTo>
                  <a:pt x="669921" y="727412"/>
                </a:lnTo>
                <a:lnTo>
                  <a:pt x="638230" y="807330"/>
                </a:lnTo>
                <a:lnTo>
                  <a:pt x="604722" y="816075"/>
                </a:lnTo>
                <a:lnTo>
                  <a:pt x="586054" y="854986"/>
                </a:lnTo>
                <a:lnTo>
                  <a:pt x="590328" y="914704"/>
                </a:lnTo>
                <a:lnTo>
                  <a:pt x="609400" y="944294"/>
                </a:lnTo>
                <a:lnTo>
                  <a:pt x="571705" y="979493"/>
                </a:lnTo>
                <a:lnTo>
                  <a:pt x="542495" y="986242"/>
                </a:lnTo>
                <a:lnTo>
                  <a:pt x="556190" y="1008266"/>
                </a:lnTo>
                <a:lnTo>
                  <a:pt x="531776" y="1048824"/>
                </a:lnTo>
                <a:lnTo>
                  <a:pt x="458780" y="1087783"/>
                </a:lnTo>
                <a:lnTo>
                  <a:pt x="429270" y="1055672"/>
                </a:lnTo>
                <a:lnTo>
                  <a:pt x="428318" y="1025448"/>
                </a:lnTo>
                <a:lnTo>
                  <a:pt x="403105" y="1004449"/>
                </a:lnTo>
                <a:lnTo>
                  <a:pt x="372596" y="1008927"/>
                </a:lnTo>
                <a:lnTo>
                  <a:pt x="282275" y="961909"/>
                </a:lnTo>
                <a:lnTo>
                  <a:pt x="295825" y="940873"/>
                </a:lnTo>
                <a:lnTo>
                  <a:pt x="270515" y="894007"/>
                </a:lnTo>
                <a:lnTo>
                  <a:pt x="227463" y="888641"/>
                </a:lnTo>
                <a:lnTo>
                  <a:pt x="232400" y="864787"/>
                </a:lnTo>
                <a:lnTo>
                  <a:pt x="195222" y="817117"/>
                </a:lnTo>
                <a:lnTo>
                  <a:pt x="179861" y="817557"/>
                </a:lnTo>
                <a:lnTo>
                  <a:pt x="174444" y="834993"/>
                </a:lnTo>
                <a:lnTo>
                  <a:pt x="191322" y="855270"/>
                </a:lnTo>
                <a:lnTo>
                  <a:pt x="164906" y="862061"/>
                </a:lnTo>
                <a:lnTo>
                  <a:pt x="155429" y="831267"/>
                </a:lnTo>
                <a:lnTo>
                  <a:pt x="100634" y="834253"/>
                </a:lnTo>
                <a:lnTo>
                  <a:pt x="66548" y="816127"/>
                </a:lnTo>
                <a:lnTo>
                  <a:pt x="14173" y="547217"/>
                </a:lnTo>
                <a:lnTo>
                  <a:pt x="0" y="525391"/>
                </a:lnTo>
                <a:lnTo>
                  <a:pt x="7966" y="489947"/>
                </a:lnTo>
                <a:lnTo>
                  <a:pt x="286438" y="520773"/>
                </a:lnTo>
                <a:lnTo>
                  <a:pt x="364235" y="504407"/>
                </a:lnTo>
                <a:lnTo>
                  <a:pt x="396079" y="448331"/>
                </a:lnTo>
                <a:lnTo>
                  <a:pt x="404769" y="370703"/>
                </a:lnTo>
                <a:lnTo>
                  <a:pt x="426904" y="311264"/>
                </a:lnTo>
                <a:lnTo>
                  <a:pt x="444293" y="321835"/>
                </a:lnTo>
                <a:lnTo>
                  <a:pt x="506642" y="320498"/>
                </a:lnTo>
                <a:lnTo>
                  <a:pt x="528177" y="302592"/>
                </a:lnTo>
                <a:lnTo>
                  <a:pt x="532890" y="252534"/>
                </a:lnTo>
                <a:lnTo>
                  <a:pt x="556939" y="230895"/>
                </a:lnTo>
                <a:lnTo>
                  <a:pt x="577851" y="239247"/>
                </a:lnTo>
                <a:lnTo>
                  <a:pt x="595095" y="223128"/>
                </a:lnTo>
                <a:lnTo>
                  <a:pt x="585745" y="197594"/>
                </a:lnTo>
                <a:lnTo>
                  <a:pt x="609092" y="166176"/>
                </a:lnTo>
                <a:lnTo>
                  <a:pt x="640162" y="171530"/>
                </a:lnTo>
                <a:lnTo>
                  <a:pt x="652696" y="162508"/>
                </a:lnTo>
                <a:lnTo>
                  <a:pt x="647465" y="142742"/>
                </a:lnTo>
                <a:lnTo>
                  <a:pt x="709814" y="128911"/>
                </a:lnTo>
                <a:lnTo>
                  <a:pt x="714688" y="113900"/>
                </a:lnTo>
                <a:lnTo>
                  <a:pt x="740055" y="135583"/>
                </a:lnTo>
                <a:lnTo>
                  <a:pt x="835537" y="28552"/>
                </a:lnTo>
                <a:lnTo>
                  <a:pt x="835537" y="2855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map-line"/>
          <p:cNvSpPr/>
          <p:nvPr/>
        </p:nvSpPr>
        <p:spPr>
          <a:xfrm>
            <a:off x="3875128" y="4236549"/>
            <a:ext cx="7779" cy="11841"/>
          </a:xfrm>
          <a:custGeom>
            <a:avLst/>
            <a:gdLst/>
            <a:ahLst/>
            <a:cxnLst/>
            <a:rect l="0" t="0" r="r" b="b"/>
            <a:pathLst>
              <a:path w="7779" h="11841">
                <a:moveTo>
                  <a:pt x="7779" y="0"/>
                </a:moveTo>
                <a:lnTo>
                  <a:pt x="0" y="11841"/>
                </a:lnTo>
                <a:lnTo>
                  <a:pt x="7779" y="0"/>
                </a:lnTo>
                <a:lnTo>
                  <a:pt x="777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p-line"/>
          <p:cNvSpPr/>
          <p:nvPr/>
        </p:nvSpPr>
        <p:spPr>
          <a:xfrm>
            <a:off x="3956868" y="4129962"/>
            <a:ext cx="32330" cy="33898"/>
          </a:xfrm>
          <a:custGeom>
            <a:avLst/>
            <a:gdLst/>
            <a:ahLst/>
            <a:cxnLst/>
            <a:rect l="0" t="0" r="r" b="b"/>
            <a:pathLst>
              <a:path w="32330" h="33898">
                <a:moveTo>
                  <a:pt x="16029" y="33898"/>
                </a:moveTo>
                <a:lnTo>
                  <a:pt x="0" y="33676"/>
                </a:lnTo>
                <a:lnTo>
                  <a:pt x="17313" y="0"/>
                </a:lnTo>
                <a:lnTo>
                  <a:pt x="32330" y="14364"/>
                </a:lnTo>
                <a:lnTo>
                  <a:pt x="16029" y="33898"/>
                </a:lnTo>
                <a:lnTo>
                  <a:pt x="16029" y="3389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ap-line"/>
          <p:cNvSpPr/>
          <p:nvPr/>
        </p:nvSpPr>
        <p:spPr>
          <a:xfrm>
            <a:off x="3973273" y="4167370"/>
            <a:ext cx="9374" cy="3526"/>
          </a:xfrm>
          <a:custGeom>
            <a:avLst/>
            <a:gdLst/>
            <a:ahLst/>
            <a:cxnLst/>
            <a:rect l="0" t="0" r="r" b="b"/>
            <a:pathLst>
              <a:path w="9374" h="3526">
                <a:moveTo>
                  <a:pt x="9374" y="3526"/>
                </a:moveTo>
                <a:lnTo>
                  <a:pt x="0" y="0"/>
                </a:lnTo>
                <a:lnTo>
                  <a:pt x="9374" y="3526"/>
                </a:lnTo>
                <a:lnTo>
                  <a:pt x="9374" y="352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p-line"/>
          <p:cNvSpPr/>
          <p:nvPr/>
        </p:nvSpPr>
        <p:spPr>
          <a:xfrm>
            <a:off x="3994745" y="4155285"/>
            <a:ext cx="12893" cy="16543"/>
          </a:xfrm>
          <a:custGeom>
            <a:avLst/>
            <a:gdLst/>
            <a:ahLst/>
            <a:cxnLst/>
            <a:rect l="0" t="0" r="r" b="b"/>
            <a:pathLst>
              <a:path w="12893" h="16543">
                <a:moveTo>
                  <a:pt x="12893" y="16543"/>
                </a:moveTo>
                <a:lnTo>
                  <a:pt x="0" y="0"/>
                </a:lnTo>
                <a:lnTo>
                  <a:pt x="12893" y="16543"/>
                </a:lnTo>
                <a:lnTo>
                  <a:pt x="12893" y="1654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p-line"/>
          <p:cNvSpPr/>
          <p:nvPr/>
        </p:nvSpPr>
        <p:spPr>
          <a:xfrm>
            <a:off x="2649042" y="4036787"/>
            <a:ext cx="735033" cy="712928"/>
          </a:xfrm>
          <a:custGeom>
            <a:avLst/>
            <a:gdLst/>
            <a:ahLst/>
            <a:cxnLst/>
            <a:rect l="0" t="0" r="r" b="b"/>
            <a:pathLst>
              <a:path w="735033" h="712928">
                <a:moveTo>
                  <a:pt x="287552" y="4660"/>
                </a:moveTo>
                <a:lnTo>
                  <a:pt x="447174" y="44138"/>
                </a:lnTo>
                <a:lnTo>
                  <a:pt x="439208" y="79582"/>
                </a:lnTo>
                <a:lnTo>
                  <a:pt x="453381" y="101408"/>
                </a:lnTo>
                <a:lnTo>
                  <a:pt x="504382" y="368467"/>
                </a:lnTo>
                <a:lnTo>
                  <a:pt x="539842" y="388444"/>
                </a:lnTo>
                <a:lnTo>
                  <a:pt x="594637" y="385458"/>
                </a:lnTo>
                <a:lnTo>
                  <a:pt x="604114" y="416252"/>
                </a:lnTo>
                <a:lnTo>
                  <a:pt x="630531" y="409461"/>
                </a:lnTo>
                <a:lnTo>
                  <a:pt x="613653" y="389184"/>
                </a:lnTo>
                <a:lnTo>
                  <a:pt x="619069" y="371749"/>
                </a:lnTo>
                <a:lnTo>
                  <a:pt x="634431" y="371308"/>
                </a:lnTo>
                <a:lnTo>
                  <a:pt x="671608" y="418978"/>
                </a:lnTo>
                <a:lnTo>
                  <a:pt x="666672" y="442833"/>
                </a:lnTo>
                <a:lnTo>
                  <a:pt x="709723" y="448198"/>
                </a:lnTo>
                <a:lnTo>
                  <a:pt x="735033" y="495064"/>
                </a:lnTo>
                <a:lnTo>
                  <a:pt x="718926" y="506570"/>
                </a:lnTo>
                <a:lnTo>
                  <a:pt x="734169" y="525294"/>
                </a:lnTo>
                <a:lnTo>
                  <a:pt x="729649" y="538162"/>
                </a:lnTo>
                <a:lnTo>
                  <a:pt x="677154" y="549230"/>
                </a:lnTo>
                <a:lnTo>
                  <a:pt x="648104" y="536249"/>
                </a:lnTo>
                <a:lnTo>
                  <a:pt x="603576" y="579769"/>
                </a:lnTo>
                <a:lnTo>
                  <a:pt x="530909" y="612644"/>
                </a:lnTo>
                <a:lnTo>
                  <a:pt x="540642" y="642686"/>
                </a:lnTo>
                <a:lnTo>
                  <a:pt x="500874" y="670233"/>
                </a:lnTo>
                <a:lnTo>
                  <a:pt x="510506" y="690156"/>
                </a:lnTo>
                <a:lnTo>
                  <a:pt x="498903" y="695033"/>
                </a:lnTo>
                <a:lnTo>
                  <a:pt x="495977" y="684167"/>
                </a:lnTo>
                <a:lnTo>
                  <a:pt x="470908" y="700821"/>
                </a:lnTo>
                <a:lnTo>
                  <a:pt x="462325" y="684376"/>
                </a:lnTo>
                <a:lnTo>
                  <a:pt x="460150" y="704230"/>
                </a:lnTo>
                <a:lnTo>
                  <a:pt x="438010" y="712928"/>
                </a:lnTo>
                <a:lnTo>
                  <a:pt x="403881" y="682961"/>
                </a:lnTo>
                <a:lnTo>
                  <a:pt x="375531" y="689264"/>
                </a:lnTo>
                <a:lnTo>
                  <a:pt x="363947" y="670836"/>
                </a:lnTo>
                <a:lnTo>
                  <a:pt x="360894" y="636895"/>
                </a:lnTo>
                <a:lnTo>
                  <a:pt x="339788" y="622451"/>
                </a:lnTo>
                <a:lnTo>
                  <a:pt x="348978" y="561780"/>
                </a:lnTo>
                <a:lnTo>
                  <a:pt x="327516" y="546339"/>
                </a:lnTo>
                <a:lnTo>
                  <a:pt x="329982" y="513487"/>
                </a:lnTo>
                <a:lnTo>
                  <a:pt x="265495" y="519386"/>
                </a:lnTo>
                <a:lnTo>
                  <a:pt x="259199" y="484042"/>
                </a:lnTo>
                <a:lnTo>
                  <a:pt x="280460" y="450414"/>
                </a:lnTo>
                <a:lnTo>
                  <a:pt x="269557" y="434219"/>
                </a:lnTo>
                <a:lnTo>
                  <a:pt x="251596" y="433661"/>
                </a:lnTo>
                <a:lnTo>
                  <a:pt x="247548" y="407861"/>
                </a:lnTo>
                <a:lnTo>
                  <a:pt x="223836" y="423467"/>
                </a:lnTo>
                <a:lnTo>
                  <a:pt x="175016" y="426136"/>
                </a:lnTo>
                <a:lnTo>
                  <a:pt x="173895" y="392879"/>
                </a:lnTo>
                <a:lnTo>
                  <a:pt x="107696" y="400760"/>
                </a:lnTo>
                <a:lnTo>
                  <a:pt x="76617" y="353242"/>
                </a:lnTo>
                <a:lnTo>
                  <a:pt x="46600" y="377660"/>
                </a:lnTo>
                <a:lnTo>
                  <a:pt x="26001" y="375912"/>
                </a:lnTo>
                <a:lnTo>
                  <a:pt x="7384" y="339812"/>
                </a:lnTo>
                <a:lnTo>
                  <a:pt x="33311" y="253582"/>
                </a:lnTo>
                <a:lnTo>
                  <a:pt x="6805" y="192167"/>
                </a:lnTo>
                <a:lnTo>
                  <a:pt x="22203" y="166315"/>
                </a:lnTo>
                <a:lnTo>
                  <a:pt x="0" y="132447"/>
                </a:lnTo>
                <a:lnTo>
                  <a:pt x="57009" y="120841"/>
                </a:lnTo>
                <a:lnTo>
                  <a:pt x="83786" y="138029"/>
                </a:lnTo>
                <a:lnTo>
                  <a:pt x="96676" y="113313"/>
                </a:lnTo>
                <a:lnTo>
                  <a:pt x="140929" y="87210"/>
                </a:lnTo>
                <a:lnTo>
                  <a:pt x="151742" y="93539"/>
                </a:lnTo>
                <a:lnTo>
                  <a:pt x="142836" y="125335"/>
                </a:lnTo>
                <a:lnTo>
                  <a:pt x="177392" y="116417"/>
                </a:lnTo>
                <a:lnTo>
                  <a:pt x="183265" y="151022"/>
                </a:lnTo>
                <a:lnTo>
                  <a:pt x="233205" y="157112"/>
                </a:lnTo>
                <a:lnTo>
                  <a:pt x="249786" y="204539"/>
                </a:lnTo>
                <a:lnTo>
                  <a:pt x="235990" y="210846"/>
                </a:lnTo>
                <a:lnTo>
                  <a:pt x="222333" y="281652"/>
                </a:lnTo>
                <a:lnTo>
                  <a:pt x="237382" y="298950"/>
                </a:lnTo>
                <a:lnTo>
                  <a:pt x="272922" y="304771"/>
                </a:lnTo>
                <a:lnTo>
                  <a:pt x="274564" y="277262"/>
                </a:lnTo>
                <a:lnTo>
                  <a:pt x="310068" y="242587"/>
                </a:lnTo>
                <a:lnTo>
                  <a:pt x="297258" y="169537"/>
                </a:lnTo>
                <a:lnTo>
                  <a:pt x="271733" y="161800"/>
                </a:lnTo>
                <a:lnTo>
                  <a:pt x="257644" y="127385"/>
                </a:lnTo>
                <a:lnTo>
                  <a:pt x="290000" y="48387"/>
                </a:lnTo>
                <a:lnTo>
                  <a:pt x="285941" y="78220"/>
                </a:lnTo>
                <a:lnTo>
                  <a:pt x="330039" y="51613"/>
                </a:lnTo>
                <a:lnTo>
                  <a:pt x="272250" y="27095"/>
                </a:lnTo>
                <a:lnTo>
                  <a:pt x="257078" y="0"/>
                </a:lnTo>
                <a:lnTo>
                  <a:pt x="287552" y="4660"/>
                </a:lnTo>
                <a:lnTo>
                  <a:pt x="287552" y="466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p-line"/>
          <p:cNvSpPr/>
          <p:nvPr/>
        </p:nvSpPr>
        <p:spPr>
          <a:xfrm>
            <a:off x="2954499" y="4088230"/>
            <a:ext cx="4067" cy="8470"/>
          </a:xfrm>
          <a:custGeom>
            <a:avLst/>
            <a:gdLst/>
            <a:ahLst/>
            <a:cxnLst/>
            <a:rect l="0" t="0" r="r" b="b"/>
            <a:pathLst>
              <a:path w="4067" h="8470">
                <a:moveTo>
                  <a:pt x="0" y="8470"/>
                </a:moveTo>
                <a:lnTo>
                  <a:pt x="4067" y="0"/>
                </a:lnTo>
                <a:lnTo>
                  <a:pt x="0" y="8470"/>
                </a:lnTo>
                <a:lnTo>
                  <a:pt x="0" y="847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p-line"/>
          <p:cNvSpPr/>
          <p:nvPr/>
        </p:nvSpPr>
        <p:spPr>
          <a:xfrm>
            <a:off x="2818370" y="4086761"/>
            <a:ext cx="7087" cy="4485"/>
          </a:xfrm>
          <a:custGeom>
            <a:avLst/>
            <a:gdLst/>
            <a:ahLst/>
            <a:cxnLst/>
            <a:rect l="0" t="0" r="r" b="b"/>
            <a:pathLst>
              <a:path w="7087" h="4485">
                <a:moveTo>
                  <a:pt x="7087" y="4485"/>
                </a:moveTo>
                <a:lnTo>
                  <a:pt x="0" y="0"/>
                </a:lnTo>
                <a:lnTo>
                  <a:pt x="7087" y="4485"/>
                </a:lnTo>
                <a:lnTo>
                  <a:pt x="7087" y="448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p-line"/>
          <p:cNvSpPr/>
          <p:nvPr/>
        </p:nvSpPr>
        <p:spPr>
          <a:xfrm>
            <a:off x="2792328" y="4008127"/>
            <a:ext cx="6221" cy="10895"/>
          </a:xfrm>
          <a:custGeom>
            <a:avLst/>
            <a:gdLst/>
            <a:ahLst/>
            <a:cxnLst/>
            <a:rect l="0" t="0" r="r" b="b"/>
            <a:pathLst>
              <a:path w="6221" h="10895">
                <a:moveTo>
                  <a:pt x="0" y="10895"/>
                </a:moveTo>
                <a:lnTo>
                  <a:pt x="6221" y="0"/>
                </a:lnTo>
                <a:lnTo>
                  <a:pt x="0" y="10895"/>
                </a:lnTo>
                <a:lnTo>
                  <a:pt x="0" y="1089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p-line"/>
          <p:cNvSpPr/>
          <p:nvPr/>
        </p:nvSpPr>
        <p:spPr>
          <a:xfrm>
            <a:off x="2908627" y="4112786"/>
            <a:ext cx="728" cy="18297"/>
          </a:xfrm>
          <a:custGeom>
            <a:avLst/>
            <a:gdLst/>
            <a:ahLst/>
            <a:cxnLst/>
            <a:rect l="0" t="0" r="r" b="b"/>
            <a:pathLst>
              <a:path w="728" h="18297">
                <a:moveTo>
                  <a:pt x="0" y="18297"/>
                </a:moveTo>
                <a:lnTo>
                  <a:pt x="728" y="0"/>
                </a:lnTo>
                <a:lnTo>
                  <a:pt x="0" y="18297"/>
                </a:lnTo>
                <a:lnTo>
                  <a:pt x="0" y="1829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p-line"/>
          <p:cNvSpPr/>
          <p:nvPr/>
        </p:nvSpPr>
        <p:spPr>
          <a:xfrm>
            <a:off x="2906695" y="4102122"/>
            <a:ext cx="548" cy="9616"/>
          </a:xfrm>
          <a:custGeom>
            <a:avLst/>
            <a:gdLst/>
            <a:ahLst/>
            <a:cxnLst/>
            <a:rect l="0" t="0" r="r" b="b"/>
            <a:pathLst>
              <a:path w="548" h="9616">
                <a:moveTo>
                  <a:pt x="0" y="9616"/>
                </a:moveTo>
                <a:lnTo>
                  <a:pt x="548" y="0"/>
                </a:lnTo>
                <a:lnTo>
                  <a:pt x="0" y="9616"/>
                </a:lnTo>
                <a:lnTo>
                  <a:pt x="0" y="961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p-line"/>
          <p:cNvSpPr/>
          <p:nvPr/>
        </p:nvSpPr>
        <p:spPr>
          <a:xfrm>
            <a:off x="1541006" y="3796063"/>
            <a:ext cx="227839" cy="317805"/>
          </a:xfrm>
          <a:custGeom>
            <a:avLst/>
            <a:gdLst/>
            <a:ahLst/>
            <a:cxnLst/>
            <a:rect l="0" t="0" r="r" b="b"/>
            <a:pathLst>
              <a:path w="227839" h="317805">
                <a:moveTo>
                  <a:pt x="215204" y="111980"/>
                </a:moveTo>
                <a:lnTo>
                  <a:pt x="200578" y="196173"/>
                </a:lnTo>
                <a:lnTo>
                  <a:pt x="227839" y="245265"/>
                </a:lnTo>
                <a:lnTo>
                  <a:pt x="201598" y="288115"/>
                </a:lnTo>
                <a:lnTo>
                  <a:pt x="150180" y="292870"/>
                </a:lnTo>
                <a:lnTo>
                  <a:pt x="118076" y="317805"/>
                </a:lnTo>
                <a:lnTo>
                  <a:pt x="0" y="0"/>
                </a:lnTo>
                <a:lnTo>
                  <a:pt x="47863" y="13898"/>
                </a:lnTo>
                <a:lnTo>
                  <a:pt x="101958" y="310"/>
                </a:lnTo>
                <a:lnTo>
                  <a:pt x="124472" y="48819"/>
                </a:lnTo>
                <a:lnTo>
                  <a:pt x="195145" y="69239"/>
                </a:lnTo>
                <a:lnTo>
                  <a:pt x="124615" y="54324"/>
                </a:lnTo>
                <a:lnTo>
                  <a:pt x="137192" y="113352"/>
                </a:lnTo>
                <a:lnTo>
                  <a:pt x="153791" y="123752"/>
                </a:lnTo>
                <a:lnTo>
                  <a:pt x="192161" y="100133"/>
                </a:lnTo>
                <a:lnTo>
                  <a:pt x="215204" y="111980"/>
                </a:lnTo>
                <a:lnTo>
                  <a:pt x="215204" y="11198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p-line"/>
          <p:cNvSpPr/>
          <p:nvPr/>
        </p:nvSpPr>
        <p:spPr>
          <a:xfrm>
            <a:off x="2032972" y="4757407"/>
            <a:ext cx="532070" cy="440685"/>
          </a:xfrm>
          <a:custGeom>
            <a:avLst/>
            <a:gdLst/>
            <a:ahLst/>
            <a:cxnLst/>
            <a:rect l="0" t="0" r="r" b="b"/>
            <a:pathLst>
              <a:path w="532070" h="440685">
                <a:moveTo>
                  <a:pt x="148621" y="67435"/>
                </a:moveTo>
                <a:lnTo>
                  <a:pt x="180436" y="24738"/>
                </a:lnTo>
                <a:lnTo>
                  <a:pt x="270536" y="0"/>
                </a:lnTo>
                <a:lnTo>
                  <a:pt x="301009" y="67399"/>
                </a:lnTo>
                <a:lnTo>
                  <a:pt x="318518" y="75305"/>
                </a:lnTo>
                <a:lnTo>
                  <a:pt x="309308" y="98895"/>
                </a:lnTo>
                <a:lnTo>
                  <a:pt x="333155" y="118429"/>
                </a:lnTo>
                <a:lnTo>
                  <a:pt x="370084" y="197023"/>
                </a:lnTo>
                <a:lnTo>
                  <a:pt x="408112" y="215248"/>
                </a:lnTo>
                <a:lnTo>
                  <a:pt x="444919" y="208427"/>
                </a:lnTo>
                <a:lnTo>
                  <a:pt x="452070" y="224420"/>
                </a:lnTo>
                <a:lnTo>
                  <a:pt x="477818" y="215741"/>
                </a:lnTo>
                <a:lnTo>
                  <a:pt x="495913" y="240966"/>
                </a:lnTo>
                <a:lnTo>
                  <a:pt x="497185" y="293901"/>
                </a:lnTo>
                <a:lnTo>
                  <a:pt x="532070" y="321989"/>
                </a:lnTo>
                <a:lnTo>
                  <a:pt x="519852" y="369040"/>
                </a:lnTo>
                <a:lnTo>
                  <a:pt x="438447" y="429317"/>
                </a:lnTo>
                <a:lnTo>
                  <a:pt x="383148" y="439113"/>
                </a:lnTo>
                <a:lnTo>
                  <a:pt x="354012" y="423984"/>
                </a:lnTo>
                <a:lnTo>
                  <a:pt x="340938" y="440685"/>
                </a:lnTo>
                <a:lnTo>
                  <a:pt x="324568" y="438351"/>
                </a:lnTo>
                <a:lnTo>
                  <a:pt x="295225" y="405705"/>
                </a:lnTo>
                <a:lnTo>
                  <a:pt x="293445" y="418807"/>
                </a:lnTo>
                <a:lnTo>
                  <a:pt x="254554" y="430465"/>
                </a:lnTo>
                <a:lnTo>
                  <a:pt x="257222" y="392958"/>
                </a:lnTo>
                <a:lnTo>
                  <a:pt x="235577" y="358242"/>
                </a:lnTo>
                <a:lnTo>
                  <a:pt x="171287" y="387751"/>
                </a:lnTo>
                <a:lnTo>
                  <a:pt x="139071" y="384319"/>
                </a:lnTo>
                <a:lnTo>
                  <a:pt x="130785" y="396743"/>
                </a:lnTo>
                <a:lnTo>
                  <a:pt x="113844" y="378242"/>
                </a:lnTo>
                <a:lnTo>
                  <a:pt x="94730" y="395654"/>
                </a:lnTo>
                <a:lnTo>
                  <a:pt x="1456" y="389524"/>
                </a:lnTo>
                <a:lnTo>
                  <a:pt x="4071" y="343680"/>
                </a:lnTo>
                <a:lnTo>
                  <a:pt x="28537" y="331968"/>
                </a:lnTo>
                <a:lnTo>
                  <a:pt x="23075" y="289356"/>
                </a:lnTo>
                <a:lnTo>
                  <a:pt x="0" y="257413"/>
                </a:lnTo>
                <a:lnTo>
                  <a:pt x="44968" y="238834"/>
                </a:lnTo>
                <a:lnTo>
                  <a:pt x="43799" y="175992"/>
                </a:lnTo>
                <a:lnTo>
                  <a:pt x="71597" y="143951"/>
                </a:lnTo>
                <a:lnTo>
                  <a:pt x="70386" y="126497"/>
                </a:lnTo>
                <a:lnTo>
                  <a:pt x="96569" y="123193"/>
                </a:lnTo>
                <a:lnTo>
                  <a:pt x="100225" y="71194"/>
                </a:lnTo>
                <a:lnTo>
                  <a:pt x="148621" y="67435"/>
                </a:lnTo>
                <a:lnTo>
                  <a:pt x="148621" y="6743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map-line"/>
          <p:cNvSpPr/>
          <p:nvPr/>
        </p:nvSpPr>
        <p:spPr>
          <a:xfrm>
            <a:off x="1767320" y="5043237"/>
            <a:ext cx="427694" cy="421924"/>
          </a:xfrm>
          <a:custGeom>
            <a:avLst/>
            <a:gdLst/>
            <a:ahLst/>
            <a:cxnLst/>
            <a:rect l="0" t="0" r="r" b="b"/>
            <a:pathLst>
              <a:path w="427694" h="421924">
                <a:moveTo>
                  <a:pt x="249287" y="106401"/>
                </a:moveTo>
                <a:lnTo>
                  <a:pt x="266771" y="97553"/>
                </a:lnTo>
                <a:lnTo>
                  <a:pt x="276282" y="109623"/>
                </a:lnTo>
                <a:lnTo>
                  <a:pt x="303924" y="100138"/>
                </a:lnTo>
                <a:lnTo>
                  <a:pt x="361578" y="109702"/>
                </a:lnTo>
                <a:lnTo>
                  <a:pt x="379496" y="92412"/>
                </a:lnTo>
                <a:lnTo>
                  <a:pt x="411321" y="113676"/>
                </a:lnTo>
                <a:lnTo>
                  <a:pt x="405180" y="156968"/>
                </a:lnTo>
                <a:lnTo>
                  <a:pt x="427694" y="185376"/>
                </a:lnTo>
                <a:lnTo>
                  <a:pt x="404036" y="245584"/>
                </a:lnTo>
                <a:lnTo>
                  <a:pt x="375713" y="260283"/>
                </a:lnTo>
                <a:lnTo>
                  <a:pt x="402917" y="310639"/>
                </a:lnTo>
                <a:lnTo>
                  <a:pt x="371466" y="345246"/>
                </a:lnTo>
                <a:lnTo>
                  <a:pt x="372055" y="372622"/>
                </a:lnTo>
                <a:lnTo>
                  <a:pt x="308994" y="346737"/>
                </a:lnTo>
                <a:lnTo>
                  <a:pt x="302774" y="391437"/>
                </a:lnTo>
                <a:lnTo>
                  <a:pt x="244637" y="396870"/>
                </a:lnTo>
                <a:lnTo>
                  <a:pt x="218622" y="421924"/>
                </a:lnTo>
                <a:lnTo>
                  <a:pt x="201131" y="406067"/>
                </a:lnTo>
                <a:lnTo>
                  <a:pt x="179908" y="419976"/>
                </a:lnTo>
                <a:lnTo>
                  <a:pt x="153220" y="400306"/>
                </a:lnTo>
                <a:lnTo>
                  <a:pt x="124111" y="416942"/>
                </a:lnTo>
                <a:lnTo>
                  <a:pt x="125364" y="378020"/>
                </a:lnTo>
                <a:lnTo>
                  <a:pt x="154915" y="353527"/>
                </a:lnTo>
                <a:lnTo>
                  <a:pt x="167456" y="305799"/>
                </a:lnTo>
                <a:lnTo>
                  <a:pt x="139355" y="288151"/>
                </a:lnTo>
                <a:lnTo>
                  <a:pt x="148269" y="278137"/>
                </a:lnTo>
                <a:lnTo>
                  <a:pt x="131073" y="249251"/>
                </a:lnTo>
                <a:lnTo>
                  <a:pt x="94537" y="236353"/>
                </a:lnTo>
                <a:lnTo>
                  <a:pt x="72640" y="175678"/>
                </a:lnTo>
                <a:lnTo>
                  <a:pt x="27879" y="188414"/>
                </a:lnTo>
                <a:lnTo>
                  <a:pt x="0" y="162712"/>
                </a:lnTo>
                <a:lnTo>
                  <a:pt x="2226" y="141621"/>
                </a:lnTo>
                <a:lnTo>
                  <a:pt x="23203" y="101922"/>
                </a:lnTo>
                <a:lnTo>
                  <a:pt x="63882" y="84362"/>
                </a:lnTo>
                <a:lnTo>
                  <a:pt x="76052" y="57055"/>
                </a:lnTo>
                <a:lnTo>
                  <a:pt x="97192" y="54318"/>
                </a:lnTo>
                <a:lnTo>
                  <a:pt x="114223" y="2361"/>
                </a:lnTo>
                <a:lnTo>
                  <a:pt x="153289" y="0"/>
                </a:lnTo>
                <a:lnTo>
                  <a:pt x="171147" y="30837"/>
                </a:lnTo>
                <a:lnTo>
                  <a:pt x="162055" y="44187"/>
                </a:lnTo>
                <a:lnTo>
                  <a:pt x="176343" y="77265"/>
                </a:lnTo>
                <a:lnTo>
                  <a:pt x="211003" y="92852"/>
                </a:lnTo>
                <a:lnTo>
                  <a:pt x="230699" y="86546"/>
                </a:lnTo>
                <a:lnTo>
                  <a:pt x="249287" y="106401"/>
                </a:lnTo>
                <a:lnTo>
                  <a:pt x="249287" y="1064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p-line"/>
          <p:cNvSpPr/>
          <p:nvPr/>
        </p:nvSpPr>
        <p:spPr>
          <a:xfrm>
            <a:off x="1791475" y="5443655"/>
            <a:ext cx="385141" cy="438120"/>
          </a:xfrm>
          <a:custGeom>
            <a:avLst/>
            <a:gdLst/>
            <a:ahLst/>
            <a:cxnLst/>
            <a:rect l="0" t="0" r="r" b="b"/>
            <a:pathLst>
              <a:path w="385141" h="438120">
                <a:moveTo>
                  <a:pt x="80603" y="27921"/>
                </a:moveTo>
                <a:lnTo>
                  <a:pt x="126629" y="0"/>
                </a:lnTo>
                <a:lnTo>
                  <a:pt x="157439" y="20013"/>
                </a:lnTo>
                <a:lnTo>
                  <a:pt x="176328" y="5630"/>
                </a:lnTo>
                <a:lnTo>
                  <a:pt x="187205" y="21086"/>
                </a:lnTo>
                <a:lnTo>
                  <a:pt x="213903" y="9866"/>
                </a:lnTo>
                <a:lnTo>
                  <a:pt x="223967" y="31523"/>
                </a:lnTo>
                <a:lnTo>
                  <a:pt x="268448" y="61240"/>
                </a:lnTo>
                <a:lnTo>
                  <a:pt x="246113" y="88487"/>
                </a:lnTo>
                <a:lnTo>
                  <a:pt x="311830" y="141422"/>
                </a:lnTo>
                <a:lnTo>
                  <a:pt x="302619" y="176518"/>
                </a:lnTo>
                <a:lnTo>
                  <a:pt x="325484" y="249192"/>
                </a:lnTo>
                <a:lnTo>
                  <a:pt x="316750" y="284372"/>
                </a:lnTo>
                <a:lnTo>
                  <a:pt x="337896" y="286271"/>
                </a:lnTo>
                <a:lnTo>
                  <a:pt x="355400" y="308119"/>
                </a:lnTo>
                <a:lnTo>
                  <a:pt x="345447" y="334798"/>
                </a:lnTo>
                <a:lnTo>
                  <a:pt x="385141" y="362828"/>
                </a:lnTo>
                <a:lnTo>
                  <a:pt x="366323" y="407469"/>
                </a:lnTo>
                <a:lnTo>
                  <a:pt x="342141" y="383941"/>
                </a:lnTo>
                <a:lnTo>
                  <a:pt x="325538" y="386204"/>
                </a:lnTo>
                <a:lnTo>
                  <a:pt x="303130" y="434608"/>
                </a:lnTo>
                <a:lnTo>
                  <a:pt x="287276" y="438120"/>
                </a:lnTo>
                <a:lnTo>
                  <a:pt x="278636" y="407957"/>
                </a:lnTo>
                <a:lnTo>
                  <a:pt x="288337" y="400749"/>
                </a:lnTo>
                <a:lnTo>
                  <a:pt x="235902" y="343070"/>
                </a:lnTo>
                <a:lnTo>
                  <a:pt x="213186" y="326690"/>
                </a:lnTo>
                <a:lnTo>
                  <a:pt x="196396" y="337565"/>
                </a:lnTo>
                <a:lnTo>
                  <a:pt x="137811" y="306907"/>
                </a:lnTo>
                <a:lnTo>
                  <a:pt x="106858" y="239271"/>
                </a:lnTo>
                <a:lnTo>
                  <a:pt x="92001" y="252209"/>
                </a:lnTo>
                <a:lnTo>
                  <a:pt x="62231" y="246636"/>
                </a:lnTo>
                <a:lnTo>
                  <a:pt x="39057" y="225393"/>
                </a:lnTo>
                <a:lnTo>
                  <a:pt x="29460" y="194374"/>
                </a:lnTo>
                <a:lnTo>
                  <a:pt x="45142" y="192388"/>
                </a:lnTo>
                <a:lnTo>
                  <a:pt x="34771" y="170813"/>
                </a:lnTo>
                <a:lnTo>
                  <a:pt x="52887" y="148767"/>
                </a:lnTo>
                <a:lnTo>
                  <a:pt x="19941" y="114675"/>
                </a:lnTo>
                <a:lnTo>
                  <a:pt x="25570" y="101345"/>
                </a:lnTo>
                <a:lnTo>
                  <a:pt x="0" y="59539"/>
                </a:lnTo>
                <a:lnTo>
                  <a:pt x="25655" y="57914"/>
                </a:lnTo>
                <a:lnTo>
                  <a:pt x="22090" y="44347"/>
                </a:lnTo>
                <a:lnTo>
                  <a:pt x="42910" y="35323"/>
                </a:lnTo>
                <a:lnTo>
                  <a:pt x="53075" y="8251"/>
                </a:lnTo>
                <a:lnTo>
                  <a:pt x="80603" y="27921"/>
                </a:lnTo>
                <a:lnTo>
                  <a:pt x="80603" y="2792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map-line"/>
          <p:cNvSpPr/>
          <p:nvPr/>
        </p:nvSpPr>
        <p:spPr>
          <a:xfrm>
            <a:off x="1754546" y="5638028"/>
            <a:ext cx="330565" cy="489654"/>
          </a:xfrm>
          <a:custGeom>
            <a:avLst/>
            <a:gdLst/>
            <a:ahLst/>
            <a:cxnLst/>
            <a:rect l="0" t="0" r="r" b="b"/>
            <a:pathLst>
              <a:path w="330565" h="489654">
                <a:moveTo>
                  <a:pt x="0" y="103956"/>
                </a:moveTo>
                <a:lnTo>
                  <a:pt x="6951" y="62951"/>
                </a:lnTo>
                <a:lnTo>
                  <a:pt x="23716" y="43888"/>
                </a:lnTo>
                <a:lnTo>
                  <a:pt x="35138" y="49109"/>
                </a:lnTo>
                <a:lnTo>
                  <a:pt x="66389" y="0"/>
                </a:lnTo>
                <a:lnTo>
                  <a:pt x="98426" y="51930"/>
                </a:lnTo>
                <a:lnTo>
                  <a:pt x="128930" y="57835"/>
                </a:lnTo>
                <a:lnTo>
                  <a:pt x="143787" y="44897"/>
                </a:lnTo>
                <a:lnTo>
                  <a:pt x="174740" y="112534"/>
                </a:lnTo>
                <a:lnTo>
                  <a:pt x="233325" y="143191"/>
                </a:lnTo>
                <a:lnTo>
                  <a:pt x="250892" y="132793"/>
                </a:lnTo>
                <a:lnTo>
                  <a:pt x="325266" y="206376"/>
                </a:lnTo>
                <a:lnTo>
                  <a:pt x="315605" y="214187"/>
                </a:lnTo>
                <a:lnTo>
                  <a:pt x="330565" y="260562"/>
                </a:lnTo>
                <a:lnTo>
                  <a:pt x="323623" y="275016"/>
                </a:lnTo>
                <a:lnTo>
                  <a:pt x="308465" y="267497"/>
                </a:lnTo>
                <a:lnTo>
                  <a:pt x="300028" y="278442"/>
                </a:lnTo>
                <a:lnTo>
                  <a:pt x="304911" y="307093"/>
                </a:lnTo>
                <a:lnTo>
                  <a:pt x="324409" y="309375"/>
                </a:lnTo>
                <a:lnTo>
                  <a:pt x="326843" y="323506"/>
                </a:lnTo>
                <a:lnTo>
                  <a:pt x="309142" y="341428"/>
                </a:lnTo>
                <a:lnTo>
                  <a:pt x="298862" y="328865"/>
                </a:lnTo>
                <a:lnTo>
                  <a:pt x="282418" y="340615"/>
                </a:lnTo>
                <a:lnTo>
                  <a:pt x="285283" y="397426"/>
                </a:lnTo>
                <a:lnTo>
                  <a:pt x="250241" y="406051"/>
                </a:lnTo>
                <a:lnTo>
                  <a:pt x="219667" y="446903"/>
                </a:lnTo>
                <a:lnTo>
                  <a:pt x="216175" y="475877"/>
                </a:lnTo>
                <a:lnTo>
                  <a:pt x="181882" y="489654"/>
                </a:lnTo>
                <a:lnTo>
                  <a:pt x="155636" y="473306"/>
                </a:lnTo>
                <a:lnTo>
                  <a:pt x="158730" y="429270"/>
                </a:lnTo>
                <a:lnTo>
                  <a:pt x="138898" y="401109"/>
                </a:lnTo>
                <a:lnTo>
                  <a:pt x="144623" y="382263"/>
                </a:lnTo>
                <a:lnTo>
                  <a:pt x="100432" y="374178"/>
                </a:lnTo>
                <a:lnTo>
                  <a:pt x="135958" y="259406"/>
                </a:lnTo>
                <a:lnTo>
                  <a:pt x="44152" y="206839"/>
                </a:lnTo>
                <a:lnTo>
                  <a:pt x="46013" y="178300"/>
                </a:lnTo>
                <a:lnTo>
                  <a:pt x="32684" y="167380"/>
                </a:lnTo>
                <a:lnTo>
                  <a:pt x="42075" y="136603"/>
                </a:lnTo>
                <a:lnTo>
                  <a:pt x="23766" y="110737"/>
                </a:lnTo>
                <a:lnTo>
                  <a:pt x="0" y="103956"/>
                </a:lnTo>
                <a:lnTo>
                  <a:pt x="0" y="10395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p-line"/>
          <p:cNvSpPr/>
          <p:nvPr/>
        </p:nvSpPr>
        <p:spPr>
          <a:xfrm>
            <a:off x="1928313" y="5806482"/>
            <a:ext cx="504647" cy="498658"/>
          </a:xfrm>
          <a:custGeom>
            <a:avLst/>
            <a:gdLst/>
            <a:ahLst/>
            <a:cxnLst/>
            <a:rect l="0" t="0" r="r" b="b"/>
            <a:pathLst>
              <a:path w="504647" h="498658">
                <a:moveTo>
                  <a:pt x="0" y="350243"/>
                </a:moveTo>
                <a:lnTo>
                  <a:pt x="8115" y="321200"/>
                </a:lnTo>
                <a:lnTo>
                  <a:pt x="43673" y="306643"/>
                </a:lnTo>
                <a:lnTo>
                  <a:pt x="45900" y="278449"/>
                </a:lnTo>
                <a:lnTo>
                  <a:pt x="76474" y="237597"/>
                </a:lnTo>
                <a:lnTo>
                  <a:pt x="111516" y="228972"/>
                </a:lnTo>
                <a:lnTo>
                  <a:pt x="108651" y="172161"/>
                </a:lnTo>
                <a:lnTo>
                  <a:pt x="125095" y="160411"/>
                </a:lnTo>
                <a:lnTo>
                  <a:pt x="135375" y="172974"/>
                </a:lnTo>
                <a:lnTo>
                  <a:pt x="153076" y="155052"/>
                </a:lnTo>
                <a:lnTo>
                  <a:pt x="150642" y="140921"/>
                </a:lnTo>
                <a:lnTo>
                  <a:pt x="131144" y="138639"/>
                </a:lnTo>
                <a:lnTo>
                  <a:pt x="126272" y="110636"/>
                </a:lnTo>
                <a:lnTo>
                  <a:pt x="134698" y="99043"/>
                </a:lnTo>
                <a:lnTo>
                  <a:pt x="150336" y="106185"/>
                </a:lnTo>
                <a:lnTo>
                  <a:pt x="149468" y="76367"/>
                </a:lnTo>
                <a:lnTo>
                  <a:pt x="166291" y="71781"/>
                </a:lnTo>
                <a:lnTo>
                  <a:pt x="188699" y="23376"/>
                </a:lnTo>
                <a:lnTo>
                  <a:pt x="205303" y="21113"/>
                </a:lnTo>
                <a:lnTo>
                  <a:pt x="229485" y="44641"/>
                </a:lnTo>
                <a:lnTo>
                  <a:pt x="248303" y="0"/>
                </a:lnTo>
                <a:lnTo>
                  <a:pt x="295829" y="18908"/>
                </a:lnTo>
                <a:lnTo>
                  <a:pt x="294134" y="31004"/>
                </a:lnTo>
                <a:lnTo>
                  <a:pt x="308062" y="35692"/>
                </a:lnTo>
                <a:lnTo>
                  <a:pt x="304237" y="62756"/>
                </a:lnTo>
                <a:lnTo>
                  <a:pt x="337364" y="69622"/>
                </a:lnTo>
                <a:lnTo>
                  <a:pt x="345252" y="132414"/>
                </a:lnTo>
                <a:lnTo>
                  <a:pt x="382704" y="158316"/>
                </a:lnTo>
                <a:lnTo>
                  <a:pt x="419897" y="218044"/>
                </a:lnTo>
                <a:lnTo>
                  <a:pt x="427722" y="241723"/>
                </a:lnTo>
                <a:lnTo>
                  <a:pt x="403742" y="254467"/>
                </a:lnTo>
                <a:lnTo>
                  <a:pt x="411809" y="274414"/>
                </a:lnTo>
                <a:lnTo>
                  <a:pt x="456833" y="301341"/>
                </a:lnTo>
                <a:lnTo>
                  <a:pt x="479592" y="372498"/>
                </a:lnTo>
                <a:lnTo>
                  <a:pt x="498309" y="370171"/>
                </a:lnTo>
                <a:lnTo>
                  <a:pt x="486991" y="392520"/>
                </a:lnTo>
                <a:lnTo>
                  <a:pt x="504647" y="404832"/>
                </a:lnTo>
                <a:lnTo>
                  <a:pt x="501590" y="469939"/>
                </a:lnTo>
                <a:lnTo>
                  <a:pt x="485613" y="491007"/>
                </a:lnTo>
                <a:lnTo>
                  <a:pt x="450086" y="471196"/>
                </a:lnTo>
                <a:lnTo>
                  <a:pt x="420659" y="447899"/>
                </a:lnTo>
                <a:lnTo>
                  <a:pt x="397928" y="406138"/>
                </a:lnTo>
                <a:lnTo>
                  <a:pt x="364241" y="415253"/>
                </a:lnTo>
                <a:lnTo>
                  <a:pt x="288629" y="394439"/>
                </a:lnTo>
                <a:lnTo>
                  <a:pt x="290459" y="448175"/>
                </a:lnTo>
                <a:lnTo>
                  <a:pt x="268778" y="450206"/>
                </a:lnTo>
                <a:lnTo>
                  <a:pt x="260267" y="471455"/>
                </a:lnTo>
                <a:lnTo>
                  <a:pt x="210852" y="478199"/>
                </a:lnTo>
                <a:lnTo>
                  <a:pt x="204906" y="494216"/>
                </a:lnTo>
                <a:lnTo>
                  <a:pt x="170750" y="485679"/>
                </a:lnTo>
                <a:lnTo>
                  <a:pt x="113692" y="498658"/>
                </a:lnTo>
                <a:lnTo>
                  <a:pt x="11514" y="418444"/>
                </a:lnTo>
                <a:lnTo>
                  <a:pt x="6143" y="390878"/>
                </a:lnTo>
                <a:lnTo>
                  <a:pt x="16990" y="371961"/>
                </a:lnTo>
                <a:lnTo>
                  <a:pt x="0" y="350243"/>
                </a:lnTo>
                <a:lnTo>
                  <a:pt x="0" y="35024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ap-line"/>
          <p:cNvSpPr/>
          <p:nvPr/>
        </p:nvSpPr>
        <p:spPr>
          <a:xfrm>
            <a:off x="1442406" y="6246411"/>
            <a:ext cx="711694" cy="752986"/>
          </a:xfrm>
          <a:custGeom>
            <a:avLst/>
            <a:gdLst/>
            <a:ahLst/>
            <a:cxnLst/>
            <a:rect l="0" t="0" r="r" b="b"/>
            <a:pathLst>
              <a:path w="711694" h="752986">
                <a:moveTo>
                  <a:pt x="431093" y="42562"/>
                </a:moveTo>
                <a:lnTo>
                  <a:pt x="479382" y="42254"/>
                </a:lnTo>
                <a:lnTo>
                  <a:pt x="505431" y="4081"/>
                </a:lnTo>
                <a:lnTo>
                  <a:pt x="526233" y="0"/>
                </a:lnTo>
                <a:lnTo>
                  <a:pt x="599599" y="58730"/>
                </a:lnTo>
                <a:lnTo>
                  <a:pt x="656657" y="45751"/>
                </a:lnTo>
                <a:lnTo>
                  <a:pt x="690813" y="54288"/>
                </a:lnTo>
                <a:lnTo>
                  <a:pt x="696759" y="38270"/>
                </a:lnTo>
                <a:lnTo>
                  <a:pt x="711694" y="38238"/>
                </a:lnTo>
                <a:lnTo>
                  <a:pt x="694514" y="92917"/>
                </a:lnTo>
                <a:lnTo>
                  <a:pt x="706181" y="123778"/>
                </a:lnTo>
                <a:lnTo>
                  <a:pt x="700822" y="175973"/>
                </a:lnTo>
                <a:lnTo>
                  <a:pt x="617389" y="232876"/>
                </a:lnTo>
                <a:lnTo>
                  <a:pt x="639660" y="256823"/>
                </a:lnTo>
                <a:lnTo>
                  <a:pt x="629924" y="273315"/>
                </a:lnTo>
                <a:lnTo>
                  <a:pt x="639952" y="308418"/>
                </a:lnTo>
                <a:lnTo>
                  <a:pt x="624336" y="335799"/>
                </a:lnTo>
                <a:lnTo>
                  <a:pt x="579613" y="356449"/>
                </a:lnTo>
                <a:lnTo>
                  <a:pt x="515874" y="322085"/>
                </a:lnTo>
                <a:lnTo>
                  <a:pt x="504323" y="343465"/>
                </a:lnTo>
                <a:lnTo>
                  <a:pt x="492641" y="337710"/>
                </a:lnTo>
                <a:lnTo>
                  <a:pt x="459187" y="362665"/>
                </a:lnTo>
                <a:lnTo>
                  <a:pt x="494997" y="408825"/>
                </a:lnTo>
                <a:lnTo>
                  <a:pt x="492591" y="450854"/>
                </a:lnTo>
                <a:lnTo>
                  <a:pt x="464733" y="513520"/>
                </a:lnTo>
                <a:lnTo>
                  <a:pt x="484466" y="517069"/>
                </a:lnTo>
                <a:lnTo>
                  <a:pt x="479341" y="546214"/>
                </a:lnTo>
                <a:lnTo>
                  <a:pt x="525861" y="590089"/>
                </a:lnTo>
                <a:lnTo>
                  <a:pt x="505741" y="620714"/>
                </a:lnTo>
                <a:lnTo>
                  <a:pt x="515641" y="635143"/>
                </a:lnTo>
                <a:lnTo>
                  <a:pt x="535343" y="622882"/>
                </a:lnTo>
                <a:lnTo>
                  <a:pt x="550952" y="632980"/>
                </a:lnTo>
                <a:lnTo>
                  <a:pt x="568742" y="618171"/>
                </a:lnTo>
                <a:lnTo>
                  <a:pt x="582230" y="624946"/>
                </a:lnTo>
                <a:lnTo>
                  <a:pt x="578248" y="644406"/>
                </a:lnTo>
                <a:lnTo>
                  <a:pt x="494118" y="711154"/>
                </a:lnTo>
                <a:lnTo>
                  <a:pt x="412205" y="708825"/>
                </a:lnTo>
                <a:lnTo>
                  <a:pt x="415019" y="725828"/>
                </a:lnTo>
                <a:lnTo>
                  <a:pt x="393209" y="752986"/>
                </a:lnTo>
                <a:lnTo>
                  <a:pt x="377606" y="748984"/>
                </a:lnTo>
                <a:lnTo>
                  <a:pt x="385452" y="726196"/>
                </a:lnTo>
                <a:lnTo>
                  <a:pt x="343690" y="737565"/>
                </a:lnTo>
                <a:lnTo>
                  <a:pt x="317321" y="715382"/>
                </a:lnTo>
                <a:lnTo>
                  <a:pt x="316059" y="642195"/>
                </a:lnTo>
                <a:lnTo>
                  <a:pt x="284919" y="614984"/>
                </a:lnTo>
                <a:lnTo>
                  <a:pt x="270802" y="551700"/>
                </a:lnTo>
                <a:lnTo>
                  <a:pt x="254570" y="542979"/>
                </a:lnTo>
                <a:lnTo>
                  <a:pt x="238064" y="586880"/>
                </a:lnTo>
                <a:lnTo>
                  <a:pt x="213544" y="566569"/>
                </a:lnTo>
                <a:lnTo>
                  <a:pt x="186055" y="572270"/>
                </a:lnTo>
                <a:lnTo>
                  <a:pt x="172508" y="550118"/>
                </a:lnTo>
                <a:lnTo>
                  <a:pt x="151857" y="577117"/>
                </a:lnTo>
                <a:lnTo>
                  <a:pt x="99393" y="527825"/>
                </a:lnTo>
                <a:lnTo>
                  <a:pt x="115350" y="478948"/>
                </a:lnTo>
                <a:lnTo>
                  <a:pt x="133071" y="471350"/>
                </a:lnTo>
                <a:lnTo>
                  <a:pt x="104297" y="454746"/>
                </a:lnTo>
                <a:lnTo>
                  <a:pt x="77197" y="389879"/>
                </a:lnTo>
                <a:lnTo>
                  <a:pt x="94618" y="383072"/>
                </a:lnTo>
                <a:lnTo>
                  <a:pt x="100616" y="365439"/>
                </a:lnTo>
                <a:lnTo>
                  <a:pt x="90009" y="347459"/>
                </a:lnTo>
                <a:lnTo>
                  <a:pt x="121600" y="335667"/>
                </a:lnTo>
                <a:lnTo>
                  <a:pt x="118816" y="320035"/>
                </a:lnTo>
                <a:lnTo>
                  <a:pt x="78217" y="257453"/>
                </a:lnTo>
                <a:lnTo>
                  <a:pt x="56091" y="241536"/>
                </a:lnTo>
                <a:lnTo>
                  <a:pt x="28967" y="251742"/>
                </a:lnTo>
                <a:lnTo>
                  <a:pt x="0" y="224371"/>
                </a:lnTo>
                <a:lnTo>
                  <a:pt x="36562" y="203687"/>
                </a:lnTo>
                <a:lnTo>
                  <a:pt x="24571" y="174413"/>
                </a:lnTo>
                <a:lnTo>
                  <a:pt x="80714" y="195206"/>
                </a:lnTo>
                <a:lnTo>
                  <a:pt x="94171" y="217823"/>
                </a:lnTo>
                <a:lnTo>
                  <a:pt x="117430" y="216832"/>
                </a:lnTo>
                <a:lnTo>
                  <a:pt x="104926" y="206712"/>
                </a:lnTo>
                <a:lnTo>
                  <a:pt x="128282" y="187804"/>
                </a:lnTo>
                <a:lnTo>
                  <a:pt x="118026" y="167499"/>
                </a:lnTo>
                <a:lnTo>
                  <a:pt x="91150" y="163572"/>
                </a:lnTo>
                <a:lnTo>
                  <a:pt x="50623" y="133025"/>
                </a:lnTo>
                <a:lnTo>
                  <a:pt x="49372" y="123234"/>
                </a:lnTo>
                <a:lnTo>
                  <a:pt x="66685" y="122839"/>
                </a:lnTo>
                <a:lnTo>
                  <a:pt x="96341" y="139840"/>
                </a:lnTo>
                <a:lnTo>
                  <a:pt x="23281" y="101499"/>
                </a:lnTo>
                <a:lnTo>
                  <a:pt x="54794" y="90494"/>
                </a:lnTo>
                <a:lnTo>
                  <a:pt x="52116" y="74879"/>
                </a:lnTo>
                <a:lnTo>
                  <a:pt x="101713" y="56770"/>
                </a:lnTo>
                <a:lnTo>
                  <a:pt x="146318" y="88090"/>
                </a:lnTo>
                <a:lnTo>
                  <a:pt x="178400" y="78095"/>
                </a:lnTo>
                <a:lnTo>
                  <a:pt x="248937" y="170295"/>
                </a:lnTo>
                <a:lnTo>
                  <a:pt x="274864" y="149288"/>
                </a:lnTo>
                <a:lnTo>
                  <a:pt x="329888" y="141723"/>
                </a:lnTo>
                <a:lnTo>
                  <a:pt x="320933" y="120671"/>
                </a:lnTo>
                <a:lnTo>
                  <a:pt x="339060" y="123134"/>
                </a:lnTo>
                <a:lnTo>
                  <a:pt x="360162" y="91717"/>
                </a:lnTo>
                <a:lnTo>
                  <a:pt x="346251" y="70736"/>
                </a:lnTo>
                <a:lnTo>
                  <a:pt x="389144" y="59191"/>
                </a:lnTo>
                <a:lnTo>
                  <a:pt x="401769" y="79850"/>
                </a:lnTo>
                <a:lnTo>
                  <a:pt x="416315" y="80178"/>
                </a:lnTo>
                <a:lnTo>
                  <a:pt x="404145" y="30355"/>
                </a:lnTo>
                <a:lnTo>
                  <a:pt x="414316" y="25898"/>
                </a:lnTo>
                <a:lnTo>
                  <a:pt x="431093" y="42562"/>
                </a:lnTo>
                <a:lnTo>
                  <a:pt x="431093" y="4256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p-line"/>
          <p:cNvSpPr/>
          <p:nvPr/>
        </p:nvSpPr>
        <p:spPr>
          <a:xfrm>
            <a:off x="6986940" y="8663850"/>
            <a:ext cx="479810" cy="404516"/>
          </a:xfrm>
          <a:custGeom>
            <a:avLst/>
            <a:gdLst/>
            <a:ahLst/>
            <a:cxnLst/>
            <a:rect l="0" t="0" r="r" b="b"/>
            <a:pathLst>
              <a:path w="479810" h="404516">
                <a:moveTo>
                  <a:pt x="479810" y="330425"/>
                </a:moveTo>
                <a:lnTo>
                  <a:pt x="466470" y="295862"/>
                </a:lnTo>
                <a:lnTo>
                  <a:pt x="447386" y="291976"/>
                </a:lnTo>
                <a:lnTo>
                  <a:pt x="428083" y="311034"/>
                </a:lnTo>
                <a:lnTo>
                  <a:pt x="398404" y="271695"/>
                </a:lnTo>
                <a:lnTo>
                  <a:pt x="371140" y="301850"/>
                </a:lnTo>
                <a:lnTo>
                  <a:pt x="323366" y="297096"/>
                </a:lnTo>
                <a:lnTo>
                  <a:pt x="279294" y="332983"/>
                </a:lnTo>
                <a:lnTo>
                  <a:pt x="231198" y="333432"/>
                </a:lnTo>
                <a:lnTo>
                  <a:pt x="187545" y="366393"/>
                </a:lnTo>
                <a:lnTo>
                  <a:pt x="162989" y="363264"/>
                </a:lnTo>
                <a:lnTo>
                  <a:pt x="105728" y="381762"/>
                </a:lnTo>
                <a:lnTo>
                  <a:pt x="96903" y="399752"/>
                </a:lnTo>
                <a:lnTo>
                  <a:pt x="55591" y="404516"/>
                </a:lnTo>
                <a:lnTo>
                  <a:pt x="49679" y="349292"/>
                </a:lnTo>
                <a:lnTo>
                  <a:pt x="30114" y="345269"/>
                </a:lnTo>
                <a:lnTo>
                  <a:pt x="32341" y="334479"/>
                </a:lnTo>
                <a:lnTo>
                  <a:pt x="54978" y="318338"/>
                </a:lnTo>
                <a:lnTo>
                  <a:pt x="57391" y="300130"/>
                </a:lnTo>
                <a:lnTo>
                  <a:pt x="68967" y="317630"/>
                </a:lnTo>
                <a:lnTo>
                  <a:pt x="94763" y="313219"/>
                </a:lnTo>
                <a:lnTo>
                  <a:pt x="99300" y="300518"/>
                </a:lnTo>
                <a:lnTo>
                  <a:pt x="21853" y="184968"/>
                </a:lnTo>
                <a:lnTo>
                  <a:pt x="13834" y="150545"/>
                </a:lnTo>
                <a:lnTo>
                  <a:pt x="22333" y="115486"/>
                </a:lnTo>
                <a:lnTo>
                  <a:pt x="0" y="87174"/>
                </a:lnTo>
                <a:lnTo>
                  <a:pt x="56274" y="77842"/>
                </a:lnTo>
                <a:lnTo>
                  <a:pt x="59073" y="98837"/>
                </a:lnTo>
                <a:lnTo>
                  <a:pt x="79082" y="91394"/>
                </a:lnTo>
                <a:lnTo>
                  <a:pt x="113558" y="101052"/>
                </a:lnTo>
                <a:lnTo>
                  <a:pt x="145088" y="72331"/>
                </a:lnTo>
                <a:lnTo>
                  <a:pt x="160189" y="76526"/>
                </a:lnTo>
                <a:lnTo>
                  <a:pt x="158190" y="32630"/>
                </a:lnTo>
                <a:lnTo>
                  <a:pt x="173701" y="6733"/>
                </a:lnTo>
                <a:lnTo>
                  <a:pt x="199943" y="0"/>
                </a:lnTo>
                <a:lnTo>
                  <a:pt x="240155" y="28444"/>
                </a:lnTo>
                <a:lnTo>
                  <a:pt x="248899" y="59726"/>
                </a:lnTo>
                <a:lnTo>
                  <a:pt x="328818" y="71654"/>
                </a:lnTo>
                <a:lnTo>
                  <a:pt x="388299" y="100584"/>
                </a:lnTo>
                <a:lnTo>
                  <a:pt x="474215" y="10082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map-line"/>
          <p:cNvSpPr/>
          <p:nvPr/>
        </p:nvSpPr>
        <p:spPr>
          <a:xfrm>
            <a:off x="4873797" y="6668212"/>
            <a:ext cx="1077394" cy="851285"/>
          </a:xfrm>
          <a:custGeom>
            <a:avLst/>
            <a:gdLst/>
            <a:ahLst/>
            <a:cxnLst/>
            <a:rect l="0" t="0" r="r" b="b"/>
            <a:pathLst>
              <a:path w="1077394" h="851285">
                <a:moveTo>
                  <a:pt x="285409" y="773316"/>
                </a:moveTo>
                <a:lnTo>
                  <a:pt x="269916" y="743421"/>
                </a:lnTo>
                <a:lnTo>
                  <a:pt x="258257" y="771465"/>
                </a:lnTo>
                <a:lnTo>
                  <a:pt x="239005" y="730256"/>
                </a:lnTo>
                <a:lnTo>
                  <a:pt x="224565" y="726501"/>
                </a:lnTo>
                <a:lnTo>
                  <a:pt x="212400" y="683096"/>
                </a:lnTo>
                <a:lnTo>
                  <a:pt x="222889" y="662724"/>
                </a:lnTo>
                <a:lnTo>
                  <a:pt x="197215" y="659273"/>
                </a:lnTo>
                <a:lnTo>
                  <a:pt x="157753" y="624020"/>
                </a:lnTo>
                <a:lnTo>
                  <a:pt x="163292" y="580028"/>
                </a:lnTo>
                <a:lnTo>
                  <a:pt x="120034" y="556901"/>
                </a:lnTo>
                <a:lnTo>
                  <a:pt x="120167" y="538389"/>
                </a:lnTo>
                <a:lnTo>
                  <a:pt x="84311" y="539357"/>
                </a:lnTo>
                <a:lnTo>
                  <a:pt x="71910" y="508406"/>
                </a:lnTo>
                <a:lnTo>
                  <a:pt x="49686" y="512535"/>
                </a:lnTo>
                <a:lnTo>
                  <a:pt x="43709" y="449429"/>
                </a:lnTo>
                <a:lnTo>
                  <a:pt x="0" y="420815"/>
                </a:lnTo>
                <a:lnTo>
                  <a:pt x="11380" y="411292"/>
                </a:lnTo>
                <a:lnTo>
                  <a:pt x="2168" y="377782"/>
                </a:lnTo>
                <a:lnTo>
                  <a:pt x="25874" y="338751"/>
                </a:lnTo>
                <a:lnTo>
                  <a:pt x="45839" y="343048"/>
                </a:lnTo>
                <a:lnTo>
                  <a:pt x="64484" y="322798"/>
                </a:lnTo>
                <a:lnTo>
                  <a:pt x="48248" y="317002"/>
                </a:lnTo>
                <a:lnTo>
                  <a:pt x="71595" y="259890"/>
                </a:lnTo>
                <a:lnTo>
                  <a:pt x="63888" y="241116"/>
                </a:lnTo>
                <a:lnTo>
                  <a:pt x="105212" y="202997"/>
                </a:lnTo>
                <a:lnTo>
                  <a:pt x="95639" y="187361"/>
                </a:lnTo>
                <a:lnTo>
                  <a:pt x="163574" y="184442"/>
                </a:lnTo>
                <a:lnTo>
                  <a:pt x="168213" y="198597"/>
                </a:lnTo>
                <a:lnTo>
                  <a:pt x="188441" y="186979"/>
                </a:lnTo>
                <a:lnTo>
                  <a:pt x="247078" y="188298"/>
                </a:lnTo>
                <a:lnTo>
                  <a:pt x="276661" y="81276"/>
                </a:lnTo>
                <a:lnTo>
                  <a:pt x="311902" y="105790"/>
                </a:lnTo>
                <a:lnTo>
                  <a:pt x="349367" y="108906"/>
                </a:lnTo>
                <a:lnTo>
                  <a:pt x="375507" y="67583"/>
                </a:lnTo>
                <a:lnTo>
                  <a:pt x="394911" y="68820"/>
                </a:lnTo>
                <a:lnTo>
                  <a:pt x="399355" y="81707"/>
                </a:lnTo>
                <a:lnTo>
                  <a:pt x="480232" y="63664"/>
                </a:lnTo>
                <a:lnTo>
                  <a:pt x="537814" y="78143"/>
                </a:lnTo>
                <a:lnTo>
                  <a:pt x="579870" y="38669"/>
                </a:lnTo>
                <a:lnTo>
                  <a:pt x="657260" y="33554"/>
                </a:lnTo>
                <a:lnTo>
                  <a:pt x="647997" y="5371"/>
                </a:lnTo>
                <a:lnTo>
                  <a:pt x="656973" y="0"/>
                </a:lnTo>
                <a:lnTo>
                  <a:pt x="691056" y="7332"/>
                </a:lnTo>
                <a:lnTo>
                  <a:pt x="691411" y="24199"/>
                </a:lnTo>
                <a:lnTo>
                  <a:pt x="738282" y="48146"/>
                </a:lnTo>
                <a:lnTo>
                  <a:pt x="752155" y="71560"/>
                </a:lnTo>
                <a:lnTo>
                  <a:pt x="789160" y="79341"/>
                </a:lnTo>
                <a:lnTo>
                  <a:pt x="801530" y="94052"/>
                </a:lnTo>
                <a:lnTo>
                  <a:pt x="824709" y="85710"/>
                </a:lnTo>
                <a:lnTo>
                  <a:pt x="826218" y="109208"/>
                </a:lnTo>
                <a:lnTo>
                  <a:pt x="869215" y="176989"/>
                </a:lnTo>
                <a:lnTo>
                  <a:pt x="883061" y="264810"/>
                </a:lnTo>
                <a:lnTo>
                  <a:pt x="890217" y="277711"/>
                </a:lnTo>
                <a:lnTo>
                  <a:pt x="917163" y="281525"/>
                </a:lnTo>
                <a:lnTo>
                  <a:pt x="917948" y="320481"/>
                </a:lnTo>
                <a:lnTo>
                  <a:pt x="906194" y="333517"/>
                </a:lnTo>
                <a:lnTo>
                  <a:pt x="958253" y="357004"/>
                </a:lnTo>
                <a:lnTo>
                  <a:pt x="991553" y="393360"/>
                </a:lnTo>
                <a:lnTo>
                  <a:pt x="1070109" y="428343"/>
                </a:lnTo>
                <a:lnTo>
                  <a:pt x="1077394" y="451186"/>
                </a:lnTo>
                <a:lnTo>
                  <a:pt x="959229" y="501677"/>
                </a:lnTo>
                <a:lnTo>
                  <a:pt x="859646" y="458423"/>
                </a:lnTo>
                <a:lnTo>
                  <a:pt x="829610" y="473172"/>
                </a:lnTo>
                <a:lnTo>
                  <a:pt x="767041" y="443194"/>
                </a:lnTo>
                <a:lnTo>
                  <a:pt x="759934" y="420538"/>
                </a:lnTo>
                <a:lnTo>
                  <a:pt x="690803" y="399254"/>
                </a:lnTo>
                <a:lnTo>
                  <a:pt x="718941" y="349028"/>
                </a:lnTo>
                <a:lnTo>
                  <a:pt x="709787" y="316897"/>
                </a:lnTo>
                <a:lnTo>
                  <a:pt x="692153" y="306376"/>
                </a:lnTo>
                <a:lnTo>
                  <a:pt x="602239" y="390185"/>
                </a:lnTo>
                <a:lnTo>
                  <a:pt x="593177" y="455364"/>
                </a:lnTo>
                <a:lnTo>
                  <a:pt x="601819" y="462576"/>
                </a:lnTo>
                <a:lnTo>
                  <a:pt x="563938" y="484921"/>
                </a:lnTo>
                <a:lnTo>
                  <a:pt x="576214" y="527327"/>
                </a:lnTo>
                <a:lnTo>
                  <a:pt x="592403" y="509106"/>
                </a:lnTo>
                <a:lnTo>
                  <a:pt x="620882" y="517987"/>
                </a:lnTo>
                <a:lnTo>
                  <a:pt x="611532" y="537201"/>
                </a:lnTo>
                <a:lnTo>
                  <a:pt x="638776" y="604656"/>
                </a:lnTo>
                <a:lnTo>
                  <a:pt x="634640" y="627371"/>
                </a:lnTo>
                <a:lnTo>
                  <a:pt x="593495" y="641753"/>
                </a:lnTo>
                <a:lnTo>
                  <a:pt x="568445" y="624234"/>
                </a:lnTo>
                <a:lnTo>
                  <a:pt x="555777" y="650551"/>
                </a:lnTo>
                <a:lnTo>
                  <a:pt x="525000" y="651354"/>
                </a:lnTo>
                <a:lnTo>
                  <a:pt x="534423" y="669429"/>
                </a:lnTo>
                <a:lnTo>
                  <a:pt x="509729" y="681706"/>
                </a:lnTo>
                <a:lnTo>
                  <a:pt x="510757" y="714234"/>
                </a:lnTo>
                <a:lnTo>
                  <a:pt x="494774" y="737110"/>
                </a:lnTo>
                <a:lnTo>
                  <a:pt x="479308" y="746453"/>
                </a:lnTo>
                <a:lnTo>
                  <a:pt x="450352" y="738611"/>
                </a:lnTo>
                <a:lnTo>
                  <a:pt x="474621" y="754592"/>
                </a:lnTo>
                <a:lnTo>
                  <a:pt x="443768" y="769561"/>
                </a:lnTo>
                <a:lnTo>
                  <a:pt x="453627" y="798633"/>
                </a:lnTo>
                <a:lnTo>
                  <a:pt x="417088" y="813114"/>
                </a:lnTo>
                <a:lnTo>
                  <a:pt x="389115" y="847312"/>
                </a:lnTo>
                <a:lnTo>
                  <a:pt x="365740" y="851285"/>
                </a:lnTo>
                <a:lnTo>
                  <a:pt x="332055" y="794144"/>
                </a:lnTo>
                <a:lnTo>
                  <a:pt x="304191" y="770196"/>
                </a:lnTo>
                <a:lnTo>
                  <a:pt x="285409" y="773316"/>
                </a:lnTo>
                <a:lnTo>
                  <a:pt x="285409" y="77331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p-line"/>
          <p:cNvSpPr/>
          <p:nvPr/>
        </p:nvSpPr>
        <p:spPr>
          <a:xfrm>
            <a:off x="5360108" y="7392967"/>
            <a:ext cx="7983" cy="6724"/>
          </a:xfrm>
          <a:custGeom>
            <a:avLst/>
            <a:gdLst/>
            <a:ahLst/>
            <a:cxnLst/>
            <a:rect l="0" t="0" r="r" b="b"/>
            <a:pathLst>
              <a:path w="7983" h="6724">
                <a:moveTo>
                  <a:pt x="0" y="6724"/>
                </a:moveTo>
                <a:lnTo>
                  <a:pt x="7983" y="0"/>
                </a:lnTo>
                <a:lnTo>
                  <a:pt x="0" y="6724"/>
                </a:lnTo>
                <a:lnTo>
                  <a:pt x="0" y="67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map-line"/>
          <p:cNvSpPr/>
          <p:nvPr/>
        </p:nvSpPr>
        <p:spPr>
          <a:xfrm>
            <a:off x="4443984" y="6908659"/>
            <a:ext cx="674898" cy="546531"/>
          </a:xfrm>
          <a:custGeom>
            <a:avLst/>
            <a:gdLst/>
            <a:ahLst/>
            <a:cxnLst/>
            <a:rect l="0" t="0" r="r" b="b"/>
            <a:pathLst>
              <a:path w="674898" h="546531">
                <a:moveTo>
                  <a:pt x="674898" y="507681"/>
                </a:moveTo>
                <a:lnTo>
                  <a:pt x="649901" y="527605"/>
                </a:lnTo>
                <a:lnTo>
                  <a:pt x="607598" y="511570"/>
                </a:lnTo>
                <a:lnTo>
                  <a:pt x="611744" y="533970"/>
                </a:lnTo>
                <a:lnTo>
                  <a:pt x="588598" y="546531"/>
                </a:lnTo>
                <a:lnTo>
                  <a:pt x="563067" y="530561"/>
                </a:lnTo>
                <a:lnTo>
                  <a:pt x="528754" y="537240"/>
                </a:lnTo>
                <a:lnTo>
                  <a:pt x="499979" y="521037"/>
                </a:lnTo>
                <a:lnTo>
                  <a:pt x="353221" y="494762"/>
                </a:lnTo>
                <a:lnTo>
                  <a:pt x="357143" y="477702"/>
                </a:lnTo>
                <a:lnTo>
                  <a:pt x="330426" y="484530"/>
                </a:lnTo>
                <a:lnTo>
                  <a:pt x="305383" y="464996"/>
                </a:lnTo>
                <a:lnTo>
                  <a:pt x="298913" y="476430"/>
                </a:lnTo>
                <a:lnTo>
                  <a:pt x="271860" y="469880"/>
                </a:lnTo>
                <a:lnTo>
                  <a:pt x="251859" y="502388"/>
                </a:lnTo>
                <a:lnTo>
                  <a:pt x="234712" y="473041"/>
                </a:lnTo>
                <a:lnTo>
                  <a:pt x="210629" y="474016"/>
                </a:lnTo>
                <a:lnTo>
                  <a:pt x="202205" y="458136"/>
                </a:lnTo>
                <a:lnTo>
                  <a:pt x="142773" y="437770"/>
                </a:lnTo>
                <a:lnTo>
                  <a:pt x="121059" y="452016"/>
                </a:lnTo>
                <a:lnTo>
                  <a:pt x="108837" y="432699"/>
                </a:lnTo>
                <a:lnTo>
                  <a:pt x="65607" y="425890"/>
                </a:lnTo>
                <a:lnTo>
                  <a:pt x="73789" y="411141"/>
                </a:lnTo>
                <a:lnTo>
                  <a:pt x="58379" y="387831"/>
                </a:lnTo>
                <a:lnTo>
                  <a:pt x="77663" y="364715"/>
                </a:lnTo>
                <a:lnTo>
                  <a:pt x="97197" y="366272"/>
                </a:lnTo>
                <a:lnTo>
                  <a:pt x="102779" y="334955"/>
                </a:lnTo>
                <a:lnTo>
                  <a:pt x="41864" y="311434"/>
                </a:lnTo>
                <a:lnTo>
                  <a:pt x="48538" y="292983"/>
                </a:lnTo>
                <a:lnTo>
                  <a:pt x="3805" y="283476"/>
                </a:lnTo>
                <a:lnTo>
                  <a:pt x="0" y="264120"/>
                </a:lnTo>
                <a:lnTo>
                  <a:pt x="18394" y="255270"/>
                </a:lnTo>
                <a:lnTo>
                  <a:pt x="24923" y="214249"/>
                </a:lnTo>
                <a:lnTo>
                  <a:pt x="42938" y="230864"/>
                </a:lnTo>
                <a:lnTo>
                  <a:pt x="62409" y="213748"/>
                </a:lnTo>
                <a:lnTo>
                  <a:pt x="59030" y="173628"/>
                </a:lnTo>
                <a:lnTo>
                  <a:pt x="80974" y="178253"/>
                </a:lnTo>
                <a:lnTo>
                  <a:pt x="87201" y="161112"/>
                </a:lnTo>
                <a:lnTo>
                  <a:pt x="108443" y="178298"/>
                </a:lnTo>
                <a:lnTo>
                  <a:pt x="127581" y="171433"/>
                </a:lnTo>
                <a:lnTo>
                  <a:pt x="121817" y="154947"/>
                </a:lnTo>
                <a:lnTo>
                  <a:pt x="143697" y="130666"/>
                </a:lnTo>
                <a:lnTo>
                  <a:pt x="130789" y="100967"/>
                </a:lnTo>
                <a:lnTo>
                  <a:pt x="146816" y="92358"/>
                </a:lnTo>
                <a:lnTo>
                  <a:pt x="148529" y="81931"/>
                </a:lnTo>
                <a:lnTo>
                  <a:pt x="137196" y="84529"/>
                </a:lnTo>
                <a:lnTo>
                  <a:pt x="141378" y="55410"/>
                </a:lnTo>
                <a:lnTo>
                  <a:pt x="158813" y="20723"/>
                </a:lnTo>
                <a:lnTo>
                  <a:pt x="227552" y="0"/>
                </a:lnTo>
                <a:lnTo>
                  <a:pt x="226927" y="16915"/>
                </a:lnTo>
                <a:lnTo>
                  <a:pt x="269182" y="21002"/>
                </a:lnTo>
                <a:lnTo>
                  <a:pt x="293666" y="40185"/>
                </a:lnTo>
                <a:lnTo>
                  <a:pt x="292058" y="52858"/>
                </a:lnTo>
                <a:lnTo>
                  <a:pt x="307003" y="38090"/>
                </a:lnTo>
                <a:lnTo>
                  <a:pt x="332480" y="82103"/>
                </a:lnTo>
                <a:lnTo>
                  <a:pt x="362172" y="103052"/>
                </a:lnTo>
                <a:lnTo>
                  <a:pt x="398187" y="65290"/>
                </a:lnTo>
                <a:lnTo>
                  <a:pt x="450781" y="75338"/>
                </a:lnTo>
                <a:lnTo>
                  <a:pt x="458947" y="95529"/>
                </a:lnTo>
                <a:lnTo>
                  <a:pt x="431982" y="137335"/>
                </a:lnTo>
                <a:lnTo>
                  <a:pt x="441194" y="170845"/>
                </a:lnTo>
                <a:lnTo>
                  <a:pt x="429814" y="180368"/>
                </a:lnTo>
                <a:lnTo>
                  <a:pt x="473522" y="208982"/>
                </a:lnTo>
                <a:lnTo>
                  <a:pt x="479499" y="272088"/>
                </a:lnTo>
                <a:lnTo>
                  <a:pt x="501724" y="267958"/>
                </a:lnTo>
                <a:lnTo>
                  <a:pt x="514125" y="298910"/>
                </a:lnTo>
                <a:lnTo>
                  <a:pt x="549981" y="297942"/>
                </a:lnTo>
                <a:lnTo>
                  <a:pt x="549847" y="316454"/>
                </a:lnTo>
                <a:lnTo>
                  <a:pt x="593106" y="339581"/>
                </a:lnTo>
                <a:lnTo>
                  <a:pt x="587567" y="383573"/>
                </a:lnTo>
                <a:lnTo>
                  <a:pt x="627028" y="418826"/>
                </a:lnTo>
                <a:lnTo>
                  <a:pt x="652703" y="422277"/>
                </a:lnTo>
                <a:lnTo>
                  <a:pt x="642213" y="442649"/>
                </a:lnTo>
                <a:lnTo>
                  <a:pt x="654378" y="486054"/>
                </a:lnTo>
                <a:lnTo>
                  <a:pt x="674898" y="507681"/>
                </a:lnTo>
                <a:lnTo>
                  <a:pt x="674898" y="50768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p-line"/>
          <p:cNvSpPr/>
          <p:nvPr/>
        </p:nvSpPr>
        <p:spPr>
          <a:xfrm>
            <a:off x="5249777" y="6974588"/>
            <a:ext cx="703493" cy="1007852"/>
          </a:xfrm>
          <a:custGeom>
            <a:avLst/>
            <a:gdLst/>
            <a:ahLst/>
            <a:cxnLst/>
            <a:rect l="0" t="0" r="r" b="b"/>
            <a:pathLst>
              <a:path w="703493" h="1007852">
                <a:moveTo>
                  <a:pt x="48511" y="654984"/>
                </a:moveTo>
                <a:lnTo>
                  <a:pt x="39452" y="641267"/>
                </a:lnTo>
                <a:lnTo>
                  <a:pt x="61681" y="545396"/>
                </a:lnTo>
                <a:lnTo>
                  <a:pt x="27528" y="531420"/>
                </a:lnTo>
                <a:lnTo>
                  <a:pt x="38971" y="508368"/>
                </a:lnTo>
                <a:lnTo>
                  <a:pt x="77647" y="492256"/>
                </a:lnTo>
                <a:lnTo>
                  <a:pt x="69534" y="460738"/>
                </a:lnTo>
                <a:lnTo>
                  <a:pt x="98578" y="451269"/>
                </a:lnTo>
                <a:lnTo>
                  <a:pt x="74372" y="432235"/>
                </a:lnTo>
                <a:lnTo>
                  <a:pt x="117451" y="432213"/>
                </a:lnTo>
                <a:lnTo>
                  <a:pt x="134777" y="407858"/>
                </a:lnTo>
                <a:lnTo>
                  <a:pt x="133749" y="375329"/>
                </a:lnTo>
                <a:lnTo>
                  <a:pt x="158443" y="363052"/>
                </a:lnTo>
                <a:lnTo>
                  <a:pt x="147527" y="346747"/>
                </a:lnTo>
                <a:lnTo>
                  <a:pt x="179797" y="344175"/>
                </a:lnTo>
                <a:lnTo>
                  <a:pt x="190573" y="318416"/>
                </a:lnTo>
                <a:lnTo>
                  <a:pt x="217515" y="335377"/>
                </a:lnTo>
                <a:lnTo>
                  <a:pt x="259234" y="320084"/>
                </a:lnTo>
                <a:lnTo>
                  <a:pt x="262795" y="298279"/>
                </a:lnTo>
                <a:lnTo>
                  <a:pt x="235552" y="230824"/>
                </a:lnTo>
                <a:lnTo>
                  <a:pt x="244902" y="211610"/>
                </a:lnTo>
                <a:lnTo>
                  <a:pt x="216423" y="202729"/>
                </a:lnTo>
                <a:lnTo>
                  <a:pt x="200234" y="220950"/>
                </a:lnTo>
                <a:lnTo>
                  <a:pt x="187958" y="178544"/>
                </a:lnTo>
                <a:lnTo>
                  <a:pt x="225839" y="156200"/>
                </a:lnTo>
                <a:lnTo>
                  <a:pt x="217197" y="148987"/>
                </a:lnTo>
                <a:lnTo>
                  <a:pt x="226259" y="83809"/>
                </a:lnTo>
                <a:lnTo>
                  <a:pt x="316173" y="0"/>
                </a:lnTo>
                <a:lnTo>
                  <a:pt x="333807" y="10520"/>
                </a:lnTo>
                <a:lnTo>
                  <a:pt x="342961" y="42651"/>
                </a:lnTo>
                <a:lnTo>
                  <a:pt x="314823" y="92877"/>
                </a:lnTo>
                <a:lnTo>
                  <a:pt x="383953" y="114162"/>
                </a:lnTo>
                <a:lnTo>
                  <a:pt x="391061" y="136817"/>
                </a:lnTo>
                <a:lnTo>
                  <a:pt x="453630" y="166796"/>
                </a:lnTo>
                <a:lnTo>
                  <a:pt x="483666" y="152046"/>
                </a:lnTo>
                <a:lnTo>
                  <a:pt x="583248" y="195301"/>
                </a:lnTo>
                <a:lnTo>
                  <a:pt x="694265" y="149468"/>
                </a:lnTo>
                <a:lnTo>
                  <a:pt x="703493" y="178846"/>
                </a:lnTo>
                <a:lnTo>
                  <a:pt x="675163" y="189529"/>
                </a:lnTo>
                <a:lnTo>
                  <a:pt x="680915" y="215774"/>
                </a:lnTo>
                <a:lnTo>
                  <a:pt x="661239" y="228802"/>
                </a:lnTo>
                <a:lnTo>
                  <a:pt x="692261" y="277833"/>
                </a:lnTo>
                <a:lnTo>
                  <a:pt x="677076" y="325618"/>
                </a:lnTo>
                <a:lnTo>
                  <a:pt x="699094" y="415375"/>
                </a:lnTo>
                <a:lnTo>
                  <a:pt x="682921" y="511009"/>
                </a:lnTo>
                <a:lnTo>
                  <a:pt x="623653" y="543576"/>
                </a:lnTo>
                <a:lnTo>
                  <a:pt x="650566" y="556470"/>
                </a:lnTo>
                <a:lnTo>
                  <a:pt x="640013" y="577028"/>
                </a:lnTo>
                <a:lnTo>
                  <a:pt x="650687" y="608257"/>
                </a:lnTo>
                <a:lnTo>
                  <a:pt x="594932" y="596459"/>
                </a:lnTo>
                <a:lnTo>
                  <a:pt x="535020" y="623671"/>
                </a:lnTo>
                <a:lnTo>
                  <a:pt x="530908" y="646428"/>
                </a:lnTo>
                <a:lnTo>
                  <a:pt x="504348" y="639027"/>
                </a:lnTo>
                <a:lnTo>
                  <a:pt x="512326" y="660831"/>
                </a:lnTo>
                <a:lnTo>
                  <a:pt x="498706" y="668072"/>
                </a:lnTo>
                <a:lnTo>
                  <a:pt x="512903" y="684732"/>
                </a:lnTo>
                <a:lnTo>
                  <a:pt x="480604" y="703919"/>
                </a:lnTo>
                <a:lnTo>
                  <a:pt x="486962" y="774725"/>
                </a:lnTo>
                <a:lnTo>
                  <a:pt x="473550" y="793145"/>
                </a:lnTo>
                <a:lnTo>
                  <a:pt x="491928" y="803801"/>
                </a:lnTo>
                <a:lnTo>
                  <a:pt x="484203" y="813493"/>
                </a:lnTo>
                <a:lnTo>
                  <a:pt x="497358" y="823864"/>
                </a:lnTo>
                <a:lnTo>
                  <a:pt x="502714" y="864393"/>
                </a:lnTo>
                <a:lnTo>
                  <a:pt x="482732" y="873582"/>
                </a:lnTo>
                <a:lnTo>
                  <a:pt x="456255" y="946284"/>
                </a:lnTo>
                <a:lnTo>
                  <a:pt x="419320" y="942984"/>
                </a:lnTo>
                <a:lnTo>
                  <a:pt x="421945" y="958448"/>
                </a:lnTo>
                <a:lnTo>
                  <a:pt x="368944" y="973637"/>
                </a:lnTo>
                <a:lnTo>
                  <a:pt x="344512" y="959617"/>
                </a:lnTo>
                <a:lnTo>
                  <a:pt x="318597" y="979358"/>
                </a:lnTo>
                <a:lnTo>
                  <a:pt x="302327" y="972103"/>
                </a:lnTo>
                <a:lnTo>
                  <a:pt x="280526" y="1007852"/>
                </a:lnTo>
                <a:lnTo>
                  <a:pt x="272767" y="978385"/>
                </a:lnTo>
                <a:lnTo>
                  <a:pt x="255927" y="977318"/>
                </a:lnTo>
                <a:lnTo>
                  <a:pt x="243449" y="957723"/>
                </a:lnTo>
                <a:lnTo>
                  <a:pt x="215906" y="952523"/>
                </a:lnTo>
                <a:lnTo>
                  <a:pt x="178766" y="973141"/>
                </a:lnTo>
                <a:lnTo>
                  <a:pt x="176888" y="925778"/>
                </a:lnTo>
                <a:lnTo>
                  <a:pt x="211630" y="899454"/>
                </a:lnTo>
                <a:lnTo>
                  <a:pt x="237483" y="908319"/>
                </a:lnTo>
                <a:lnTo>
                  <a:pt x="256137" y="879142"/>
                </a:lnTo>
                <a:lnTo>
                  <a:pt x="243138" y="871177"/>
                </a:lnTo>
                <a:lnTo>
                  <a:pt x="226673" y="887494"/>
                </a:lnTo>
                <a:lnTo>
                  <a:pt x="209612" y="883994"/>
                </a:lnTo>
                <a:lnTo>
                  <a:pt x="182718" y="864640"/>
                </a:lnTo>
                <a:lnTo>
                  <a:pt x="180909" y="835206"/>
                </a:lnTo>
                <a:lnTo>
                  <a:pt x="150267" y="819565"/>
                </a:lnTo>
                <a:lnTo>
                  <a:pt x="132103" y="828758"/>
                </a:lnTo>
                <a:lnTo>
                  <a:pt x="146728" y="836680"/>
                </a:lnTo>
                <a:lnTo>
                  <a:pt x="144958" y="853024"/>
                </a:lnTo>
                <a:lnTo>
                  <a:pt x="110632" y="848300"/>
                </a:lnTo>
                <a:lnTo>
                  <a:pt x="120810" y="815410"/>
                </a:lnTo>
                <a:lnTo>
                  <a:pt x="136288" y="813464"/>
                </a:lnTo>
                <a:lnTo>
                  <a:pt x="110690" y="753432"/>
                </a:lnTo>
                <a:lnTo>
                  <a:pt x="103260" y="800668"/>
                </a:lnTo>
                <a:lnTo>
                  <a:pt x="93956" y="775746"/>
                </a:lnTo>
                <a:lnTo>
                  <a:pt x="73353" y="763438"/>
                </a:lnTo>
                <a:lnTo>
                  <a:pt x="51561" y="781981"/>
                </a:lnTo>
                <a:lnTo>
                  <a:pt x="26358" y="751970"/>
                </a:lnTo>
                <a:lnTo>
                  <a:pt x="3141" y="761647"/>
                </a:lnTo>
                <a:lnTo>
                  <a:pt x="0" y="718898"/>
                </a:lnTo>
                <a:lnTo>
                  <a:pt x="22521" y="726428"/>
                </a:lnTo>
                <a:lnTo>
                  <a:pt x="36447" y="682761"/>
                </a:lnTo>
                <a:lnTo>
                  <a:pt x="55921" y="671617"/>
                </a:lnTo>
                <a:lnTo>
                  <a:pt x="48511" y="654984"/>
                </a:lnTo>
                <a:lnTo>
                  <a:pt x="48511" y="65498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map-line"/>
          <p:cNvSpPr/>
          <p:nvPr/>
        </p:nvSpPr>
        <p:spPr>
          <a:xfrm>
            <a:off x="5360108" y="7392188"/>
            <a:ext cx="6997" cy="7504"/>
          </a:xfrm>
          <a:custGeom>
            <a:avLst/>
            <a:gdLst/>
            <a:ahLst/>
            <a:cxnLst/>
            <a:rect l="0" t="0" r="r" b="b"/>
            <a:pathLst>
              <a:path w="6997" h="7504">
                <a:moveTo>
                  <a:pt x="6997" y="0"/>
                </a:moveTo>
                <a:lnTo>
                  <a:pt x="0" y="7504"/>
                </a:lnTo>
                <a:lnTo>
                  <a:pt x="6997" y="0"/>
                </a:lnTo>
                <a:lnTo>
                  <a:pt x="6997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p-line"/>
          <p:cNvSpPr/>
          <p:nvPr/>
        </p:nvSpPr>
        <p:spPr>
          <a:xfrm>
            <a:off x="5706032" y="7389963"/>
            <a:ext cx="1002049" cy="868627"/>
          </a:xfrm>
          <a:custGeom>
            <a:avLst/>
            <a:gdLst/>
            <a:ahLst/>
            <a:cxnLst/>
            <a:rect l="0" t="0" r="r" b="b"/>
            <a:pathLst>
              <a:path w="1002049" h="868627">
                <a:moveTo>
                  <a:pt x="100045" y="563375"/>
                </a:moveTo>
                <a:lnTo>
                  <a:pt x="141638" y="513127"/>
                </a:lnTo>
                <a:lnTo>
                  <a:pt x="92829" y="523543"/>
                </a:lnTo>
                <a:lnTo>
                  <a:pt x="67612" y="510629"/>
                </a:lnTo>
                <a:lnTo>
                  <a:pt x="58714" y="525266"/>
                </a:lnTo>
                <a:lnTo>
                  <a:pt x="0" y="530909"/>
                </a:lnTo>
                <a:lnTo>
                  <a:pt x="26477" y="458207"/>
                </a:lnTo>
                <a:lnTo>
                  <a:pt x="44307" y="452911"/>
                </a:lnTo>
                <a:lnTo>
                  <a:pt x="48526" y="434835"/>
                </a:lnTo>
                <a:lnTo>
                  <a:pt x="27948" y="398119"/>
                </a:lnTo>
                <a:lnTo>
                  <a:pt x="35263" y="387621"/>
                </a:lnTo>
                <a:lnTo>
                  <a:pt x="17295" y="377771"/>
                </a:lnTo>
                <a:lnTo>
                  <a:pt x="30707" y="359351"/>
                </a:lnTo>
                <a:lnTo>
                  <a:pt x="24349" y="288544"/>
                </a:lnTo>
                <a:lnTo>
                  <a:pt x="56247" y="270867"/>
                </a:lnTo>
                <a:lnTo>
                  <a:pt x="42451" y="252698"/>
                </a:lnTo>
                <a:lnTo>
                  <a:pt x="56071" y="245456"/>
                </a:lnTo>
                <a:lnTo>
                  <a:pt x="49421" y="222344"/>
                </a:lnTo>
                <a:lnTo>
                  <a:pt x="74653" y="231054"/>
                </a:lnTo>
                <a:lnTo>
                  <a:pt x="78765" y="208296"/>
                </a:lnTo>
                <a:lnTo>
                  <a:pt x="138678" y="181085"/>
                </a:lnTo>
                <a:lnTo>
                  <a:pt x="195307" y="192021"/>
                </a:lnTo>
                <a:lnTo>
                  <a:pt x="183758" y="161654"/>
                </a:lnTo>
                <a:lnTo>
                  <a:pt x="193839" y="140003"/>
                </a:lnTo>
                <a:lnTo>
                  <a:pt x="167398" y="128201"/>
                </a:lnTo>
                <a:lnTo>
                  <a:pt x="225934" y="97462"/>
                </a:lnTo>
                <a:lnTo>
                  <a:pt x="242839" y="0"/>
                </a:lnTo>
                <a:lnTo>
                  <a:pt x="457072" y="91945"/>
                </a:lnTo>
                <a:lnTo>
                  <a:pt x="553061" y="167955"/>
                </a:lnTo>
                <a:lnTo>
                  <a:pt x="591057" y="271519"/>
                </a:lnTo>
                <a:lnTo>
                  <a:pt x="680251" y="282513"/>
                </a:lnTo>
                <a:lnTo>
                  <a:pt x="706817" y="342443"/>
                </a:lnTo>
                <a:lnTo>
                  <a:pt x="834936" y="347979"/>
                </a:lnTo>
                <a:lnTo>
                  <a:pt x="845440" y="329148"/>
                </a:lnTo>
                <a:lnTo>
                  <a:pt x="873337" y="330723"/>
                </a:lnTo>
                <a:lnTo>
                  <a:pt x="884968" y="355373"/>
                </a:lnTo>
                <a:lnTo>
                  <a:pt x="857223" y="387707"/>
                </a:lnTo>
                <a:lnTo>
                  <a:pt x="870781" y="396032"/>
                </a:lnTo>
                <a:lnTo>
                  <a:pt x="857592" y="406442"/>
                </a:lnTo>
                <a:lnTo>
                  <a:pt x="872736" y="416549"/>
                </a:lnTo>
                <a:lnTo>
                  <a:pt x="864458" y="426447"/>
                </a:lnTo>
                <a:lnTo>
                  <a:pt x="875729" y="456182"/>
                </a:lnTo>
                <a:lnTo>
                  <a:pt x="850148" y="482405"/>
                </a:lnTo>
                <a:lnTo>
                  <a:pt x="889396" y="498487"/>
                </a:lnTo>
                <a:lnTo>
                  <a:pt x="937012" y="449388"/>
                </a:lnTo>
                <a:lnTo>
                  <a:pt x="963541" y="447993"/>
                </a:lnTo>
                <a:lnTo>
                  <a:pt x="973504" y="463903"/>
                </a:lnTo>
                <a:lnTo>
                  <a:pt x="994087" y="457669"/>
                </a:lnTo>
                <a:lnTo>
                  <a:pt x="984562" y="488559"/>
                </a:lnTo>
                <a:lnTo>
                  <a:pt x="993184" y="508510"/>
                </a:lnTo>
                <a:lnTo>
                  <a:pt x="982991" y="515932"/>
                </a:lnTo>
                <a:lnTo>
                  <a:pt x="997638" y="554114"/>
                </a:lnTo>
                <a:lnTo>
                  <a:pt x="978390" y="574659"/>
                </a:lnTo>
                <a:lnTo>
                  <a:pt x="1002049" y="583905"/>
                </a:lnTo>
                <a:lnTo>
                  <a:pt x="986264" y="657040"/>
                </a:lnTo>
                <a:lnTo>
                  <a:pt x="1001476" y="682702"/>
                </a:lnTo>
                <a:lnTo>
                  <a:pt x="981875" y="704324"/>
                </a:lnTo>
                <a:lnTo>
                  <a:pt x="985702" y="754970"/>
                </a:lnTo>
                <a:lnTo>
                  <a:pt x="939922" y="769700"/>
                </a:lnTo>
                <a:lnTo>
                  <a:pt x="916020" y="796089"/>
                </a:lnTo>
                <a:lnTo>
                  <a:pt x="890004" y="781252"/>
                </a:lnTo>
                <a:lnTo>
                  <a:pt x="847013" y="793925"/>
                </a:lnTo>
                <a:lnTo>
                  <a:pt x="849668" y="786064"/>
                </a:lnTo>
                <a:lnTo>
                  <a:pt x="812966" y="779690"/>
                </a:lnTo>
                <a:lnTo>
                  <a:pt x="788191" y="808957"/>
                </a:lnTo>
                <a:lnTo>
                  <a:pt x="782406" y="780376"/>
                </a:lnTo>
                <a:lnTo>
                  <a:pt x="770577" y="780765"/>
                </a:lnTo>
                <a:lnTo>
                  <a:pt x="709757" y="818448"/>
                </a:lnTo>
                <a:lnTo>
                  <a:pt x="678876" y="854652"/>
                </a:lnTo>
                <a:lnTo>
                  <a:pt x="682684" y="865001"/>
                </a:lnTo>
                <a:lnTo>
                  <a:pt x="668658" y="868627"/>
                </a:lnTo>
                <a:lnTo>
                  <a:pt x="641988" y="836057"/>
                </a:lnTo>
                <a:lnTo>
                  <a:pt x="649907" y="819705"/>
                </a:lnTo>
                <a:lnTo>
                  <a:pt x="611638" y="806422"/>
                </a:lnTo>
                <a:lnTo>
                  <a:pt x="606476" y="780510"/>
                </a:lnTo>
                <a:lnTo>
                  <a:pt x="626214" y="761317"/>
                </a:lnTo>
                <a:lnTo>
                  <a:pt x="613058" y="751873"/>
                </a:lnTo>
                <a:lnTo>
                  <a:pt x="593135" y="758648"/>
                </a:lnTo>
                <a:lnTo>
                  <a:pt x="591553" y="731916"/>
                </a:lnTo>
                <a:lnTo>
                  <a:pt x="557939" y="708880"/>
                </a:lnTo>
                <a:lnTo>
                  <a:pt x="551131" y="657933"/>
                </a:lnTo>
                <a:lnTo>
                  <a:pt x="535044" y="665993"/>
                </a:lnTo>
                <a:lnTo>
                  <a:pt x="535082" y="680102"/>
                </a:lnTo>
                <a:lnTo>
                  <a:pt x="491112" y="695733"/>
                </a:lnTo>
                <a:lnTo>
                  <a:pt x="452062" y="690742"/>
                </a:lnTo>
                <a:lnTo>
                  <a:pt x="375682" y="733736"/>
                </a:lnTo>
                <a:lnTo>
                  <a:pt x="277135" y="717357"/>
                </a:lnTo>
                <a:lnTo>
                  <a:pt x="265153" y="738844"/>
                </a:lnTo>
                <a:lnTo>
                  <a:pt x="237392" y="737083"/>
                </a:lnTo>
                <a:lnTo>
                  <a:pt x="224429" y="730490"/>
                </a:lnTo>
                <a:lnTo>
                  <a:pt x="226688" y="709387"/>
                </a:lnTo>
                <a:lnTo>
                  <a:pt x="196706" y="707382"/>
                </a:lnTo>
                <a:lnTo>
                  <a:pt x="191223" y="719370"/>
                </a:lnTo>
                <a:lnTo>
                  <a:pt x="202832" y="730082"/>
                </a:lnTo>
                <a:lnTo>
                  <a:pt x="166235" y="744661"/>
                </a:lnTo>
                <a:lnTo>
                  <a:pt x="75087" y="588432"/>
                </a:lnTo>
                <a:lnTo>
                  <a:pt x="72074" y="549323"/>
                </a:lnTo>
                <a:lnTo>
                  <a:pt x="100045" y="563375"/>
                </a:lnTo>
                <a:lnTo>
                  <a:pt x="100045" y="56337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map-line"/>
          <p:cNvSpPr/>
          <p:nvPr/>
        </p:nvSpPr>
        <p:spPr>
          <a:xfrm>
            <a:off x="3917052" y="6759722"/>
            <a:ext cx="675460" cy="735324"/>
          </a:xfrm>
          <a:custGeom>
            <a:avLst/>
            <a:gdLst/>
            <a:ahLst/>
            <a:cxnLst/>
            <a:rect l="0" t="0" r="r" b="b"/>
            <a:pathLst>
              <a:path w="675460" h="735324">
                <a:moveTo>
                  <a:pt x="592298" y="574592"/>
                </a:moveTo>
                <a:lnTo>
                  <a:pt x="512721" y="550052"/>
                </a:lnTo>
                <a:lnTo>
                  <a:pt x="489938" y="575577"/>
                </a:lnTo>
                <a:lnTo>
                  <a:pt x="484215" y="556872"/>
                </a:lnTo>
                <a:lnTo>
                  <a:pt x="494596" y="544759"/>
                </a:lnTo>
                <a:lnTo>
                  <a:pt x="455987" y="522769"/>
                </a:lnTo>
                <a:lnTo>
                  <a:pt x="447688" y="536237"/>
                </a:lnTo>
                <a:lnTo>
                  <a:pt x="434974" y="513199"/>
                </a:lnTo>
                <a:lnTo>
                  <a:pt x="410520" y="509380"/>
                </a:lnTo>
                <a:lnTo>
                  <a:pt x="399723" y="477122"/>
                </a:lnTo>
                <a:lnTo>
                  <a:pt x="382097" y="475706"/>
                </a:lnTo>
                <a:lnTo>
                  <a:pt x="372595" y="493957"/>
                </a:lnTo>
                <a:lnTo>
                  <a:pt x="356400" y="476079"/>
                </a:lnTo>
                <a:lnTo>
                  <a:pt x="348833" y="484161"/>
                </a:lnTo>
                <a:lnTo>
                  <a:pt x="360457" y="510500"/>
                </a:lnTo>
                <a:lnTo>
                  <a:pt x="326698" y="524308"/>
                </a:lnTo>
                <a:lnTo>
                  <a:pt x="314720" y="517196"/>
                </a:lnTo>
                <a:lnTo>
                  <a:pt x="342480" y="555024"/>
                </a:lnTo>
                <a:lnTo>
                  <a:pt x="367639" y="560859"/>
                </a:lnTo>
                <a:lnTo>
                  <a:pt x="364202" y="576944"/>
                </a:lnTo>
                <a:lnTo>
                  <a:pt x="343999" y="579441"/>
                </a:lnTo>
                <a:lnTo>
                  <a:pt x="334346" y="558471"/>
                </a:lnTo>
                <a:lnTo>
                  <a:pt x="307225" y="585919"/>
                </a:lnTo>
                <a:lnTo>
                  <a:pt x="372778" y="665715"/>
                </a:lnTo>
                <a:lnTo>
                  <a:pt x="363899" y="689038"/>
                </a:lnTo>
                <a:lnTo>
                  <a:pt x="345538" y="690113"/>
                </a:lnTo>
                <a:lnTo>
                  <a:pt x="313589" y="667040"/>
                </a:lnTo>
                <a:lnTo>
                  <a:pt x="306100" y="646248"/>
                </a:lnTo>
                <a:lnTo>
                  <a:pt x="256821" y="625631"/>
                </a:lnTo>
                <a:lnTo>
                  <a:pt x="259719" y="638316"/>
                </a:lnTo>
                <a:lnTo>
                  <a:pt x="198413" y="653652"/>
                </a:lnTo>
                <a:lnTo>
                  <a:pt x="199060" y="728433"/>
                </a:lnTo>
                <a:lnTo>
                  <a:pt x="144976" y="735324"/>
                </a:lnTo>
                <a:lnTo>
                  <a:pt x="68633" y="718513"/>
                </a:lnTo>
                <a:lnTo>
                  <a:pt x="68739" y="694614"/>
                </a:lnTo>
                <a:lnTo>
                  <a:pt x="109130" y="682203"/>
                </a:lnTo>
                <a:lnTo>
                  <a:pt x="123804" y="658989"/>
                </a:lnTo>
                <a:lnTo>
                  <a:pt x="49560" y="593761"/>
                </a:lnTo>
                <a:lnTo>
                  <a:pt x="17827" y="620610"/>
                </a:lnTo>
                <a:lnTo>
                  <a:pt x="15392" y="584623"/>
                </a:lnTo>
                <a:lnTo>
                  <a:pt x="0" y="572041"/>
                </a:lnTo>
                <a:lnTo>
                  <a:pt x="14227" y="559025"/>
                </a:lnTo>
                <a:lnTo>
                  <a:pt x="14667" y="535804"/>
                </a:lnTo>
                <a:lnTo>
                  <a:pt x="62495" y="488874"/>
                </a:lnTo>
                <a:lnTo>
                  <a:pt x="81486" y="498814"/>
                </a:lnTo>
                <a:lnTo>
                  <a:pt x="83490" y="456007"/>
                </a:lnTo>
                <a:lnTo>
                  <a:pt x="168829" y="352047"/>
                </a:lnTo>
                <a:lnTo>
                  <a:pt x="194567" y="358735"/>
                </a:lnTo>
                <a:lnTo>
                  <a:pt x="230239" y="338827"/>
                </a:lnTo>
                <a:lnTo>
                  <a:pt x="262105" y="370035"/>
                </a:lnTo>
                <a:lnTo>
                  <a:pt x="280695" y="356673"/>
                </a:lnTo>
                <a:lnTo>
                  <a:pt x="277372" y="335390"/>
                </a:lnTo>
                <a:lnTo>
                  <a:pt x="294943" y="311806"/>
                </a:lnTo>
                <a:lnTo>
                  <a:pt x="323742" y="305444"/>
                </a:lnTo>
                <a:lnTo>
                  <a:pt x="355472" y="272208"/>
                </a:lnTo>
                <a:lnTo>
                  <a:pt x="333563" y="245489"/>
                </a:lnTo>
                <a:lnTo>
                  <a:pt x="266823" y="267357"/>
                </a:lnTo>
                <a:lnTo>
                  <a:pt x="254361" y="254158"/>
                </a:lnTo>
                <a:lnTo>
                  <a:pt x="197995" y="251554"/>
                </a:lnTo>
                <a:lnTo>
                  <a:pt x="183377" y="224034"/>
                </a:lnTo>
                <a:lnTo>
                  <a:pt x="132516" y="223067"/>
                </a:lnTo>
                <a:lnTo>
                  <a:pt x="129846" y="157091"/>
                </a:lnTo>
                <a:lnTo>
                  <a:pt x="109902" y="109242"/>
                </a:lnTo>
                <a:lnTo>
                  <a:pt x="131126" y="94362"/>
                </a:lnTo>
                <a:lnTo>
                  <a:pt x="137374" y="66564"/>
                </a:lnTo>
                <a:lnTo>
                  <a:pt x="165681" y="49116"/>
                </a:lnTo>
                <a:lnTo>
                  <a:pt x="196126" y="53766"/>
                </a:lnTo>
                <a:lnTo>
                  <a:pt x="236021" y="110822"/>
                </a:lnTo>
                <a:lnTo>
                  <a:pt x="216093" y="106191"/>
                </a:lnTo>
                <a:lnTo>
                  <a:pt x="192341" y="146298"/>
                </a:lnTo>
                <a:lnTo>
                  <a:pt x="245551" y="125565"/>
                </a:lnTo>
                <a:lnTo>
                  <a:pt x="234600" y="157304"/>
                </a:lnTo>
                <a:lnTo>
                  <a:pt x="248682" y="162250"/>
                </a:lnTo>
                <a:lnTo>
                  <a:pt x="249360" y="178989"/>
                </a:lnTo>
                <a:lnTo>
                  <a:pt x="275388" y="178596"/>
                </a:lnTo>
                <a:lnTo>
                  <a:pt x="266168" y="146800"/>
                </a:lnTo>
                <a:lnTo>
                  <a:pt x="283777" y="154650"/>
                </a:lnTo>
                <a:lnTo>
                  <a:pt x="292748" y="138012"/>
                </a:lnTo>
                <a:lnTo>
                  <a:pt x="315664" y="139929"/>
                </a:lnTo>
                <a:lnTo>
                  <a:pt x="313199" y="156775"/>
                </a:lnTo>
                <a:lnTo>
                  <a:pt x="352427" y="137368"/>
                </a:lnTo>
                <a:lnTo>
                  <a:pt x="377851" y="150789"/>
                </a:lnTo>
                <a:lnTo>
                  <a:pt x="402374" y="145478"/>
                </a:lnTo>
                <a:lnTo>
                  <a:pt x="391768" y="123206"/>
                </a:lnTo>
                <a:lnTo>
                  <a:pt x="369806" y="119071"/>
                </a:lnTo>
                <a:lnTo>
                  <a:pt x="385024" y="116061"/>
                </a:lnTo>
                <a:lnTo>
                  <a:pt x="396018" y="94186"/>
                </a:lnTo>
                <a:lnTo>
                  <a:pt x="385039" y="81094"/>
                </a:lnTo>
                <a:lnTo>
                  <a:pt x="408323" y="50703"/>
                </a:lnTo>
                <a:lnTo>
                  <a:pt x="431236" y="40032"/>
                </a:lnTo>
                <a:lnTo>
                  <a:pt x="412526" y="14409"/>
                </a:lnTo>
                <a:lnTo>
                  <a:pt x="427329" y="17091"/>
                </a:lnTo>
                <a:lnTo>
                  <a:pt x="436731" y="0"/>
                </a:lnTo>
                <a:lnTo>
                  <a:pt x="575264" y="121297"/>
                </a:lnTo>
                <a:lnTo>
                  <a:pt x="599922" y="129814"/>
                </a:lnTo>
                <a:lnTo>
                  <a:pt x="614853" y="105385"/>
                </a:lnTo>
                <a:lnTo>
                  <a:pt x="633315" y="118695"/>
                </a:lnTo>
                <a:lnTo>
                  <a:pt x="674427" y="197702"/>
                </a:lnTo>
                <a:lnTo>
                  <a:pt x="663858" y="231377"/>
                </a:lnTo>
                <a:lnTo>
                  <a:pt x="675460" y="230867"/>
                </a:lnTo>
                <a:lnTo>
                  <a:pt x="673747" y="241294"/>
                </a:lnTo>
                <a:lnTo>
                  <a:pt x="657720" y="249903"/>
                </a:lnTo>
                <a:lnTo>
                  <a:pt x="670552" y="280400"/>
                </a:lnTo>
                <a:lnTo>
                  <a:pt x="648749" y="303884"/>
                </a:lnTo>
                <a:lnTo>
                  <a:pt x="653946" y="321023"/>
                </a:lnTo>
                <a:lnTo>
                  <a:pt x="635375" y="327234"/>
                </a:lnTo>
                <a:lnTo>
                  <a:pt x="614132" y="310048"/>
                </a:lnTo>
                <a:lnTo>
                  <a:pt x="607905" y="327189"/>
                </a:lnTo>
                <a:lnTo>
                  <a:pt x="584408" y="323945"/>
                </a:lnTo>
                <a:lnTo>
                  <a:pt x="589341" y="362684"/>
                </a:lnTo>
                <a:lnTo>
                  <a:pt x="569869" y="379800"/>
                </a:lnTo>
                <a:lnTo>
                  <a:pt x="551854" y="363185"/>
                </a:lnTo>
                <a:lnTo>
                  <a:pt x="545326" y="404206"/>
                </a:lnTo>
                <a:lnTo>
                  <a:pt x="526755" y="414167"/>
                </a:lnTo>
                <a:lnTo>
                  <a:pt x="530737" y="432412"/>
                </a:lnTo>
                <a:lnTo>
                  <a:pt x="575469" y="441920"/>
                </a:lnTo>
                <a:lnTo>
                  <a:pt x="568795" y="460370"/>
                </a:lnTo>
                <a:lnTo>
                  <a:pt x="629711" y="483891"/>
                </a:lnTo>
                <a:lnTo>
                  <a:pt x="624129" y="515208"/>
                </a:lnTo>
                <a:lnTo>
                  <a:pt x="604595" y="513651"/>
                </a:lnTo>
                <a:lnTo>
                  <a:pt x="585311" y="536767"/>
                </a:lnTo>
                <a:lnTo>
                  <a:pt x="600720" y="560077"/>
                </a:lnTo>
                <a:lnTo>
                  <a:pt x="592298" y="574592"/>
                </a:lnTo>
                <a:lnTo>
                  <a:pt x="592298" y="57459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p-line"/>
          <p:cNvSpPr/>
          <p:nvPr/>
        </p:nvSpPr>
        <p:spPr>
          <a:xfrm>
            <a:off x="3122861" y="6616963"/>
            <a:ext cx="946186" cy="1133036"/>
          </a:xfrm>
          <a:custGeom>
            <a:avLst/>
            <a:gdLst/>
            <a:ahLst/>
            <a:cxnLst/>
            <a:rect l="0" t="0" r="r" b="b"/>
            <a:pathLst>
              <a:path w="946186" h="1133036">
                <a:moveTo>
                  <a:pt x="862824" y="861273"/>
                </a:moveTo>
                <a:lnTo>
                  <a:pt x="852031" y="883822"/>
                </a:lnTo>
                <a:lnTo>
                  <a:pt x="884358" y="921713"/>
                </a:lnTo>
                <a:lnTo>
                  <a:pt x="860971" y="931263"/>
                </a:lnTo>
                <a:lnTo>
                  <a:pt x="910794" y="977153"/>
                </a:lnTo>
                <a:lnTo>
                  <a:pt x="906480" y="1001999"/>
                </a:lnTo>
                <a:lnTo>
                  <a:pt x="944229" y="1039316"/>
                </a:lnTo>
                <a:lnTo>
                  <a:pt x="946186" y="1077165"/>
                </a:lnTo>
                <a:lnTo>
                  <a:pt x="928344" y="1077283"/>
                </a:lnTo>
                <a:lnTo>
                  <a:pt x="870421" y="1133036"/>
                </a:lnTo>
                <a:lnTo>
                  <a:pt x="793055" y="1111567"/>
                </a:lnTo>
                <a:lnTo>
                  <a:pt x="755278" y="1079689"/>
                </a:lnTo>
                <a:lnTo>
                  <a:pt x="745334" y="1035577"/>
                </a:lnTo>
                <a:lnTo>
                  <a:pt x="695433" y="1066772"/>
                </a:lnTo>
                <a:lnTo>
                  <a:pt x="657732" y="1060957"/>
                </a:lnTo>
                <a:lnTo>
                  <a:pt x="657284" y="1046699"/>
                </a:lnTo>
                <a:lnTo>
                  <a:pt x="672571" y="1047585"/>
                </a:lnTo>
                <a:lnTo>
                  <a:pt x="665642" y="1031462"/>
                </a:lnTo>
                <a:lnTo>
                  <a:pt x="620980" y="990340"/>
                </a:lnTo>
                <a:lnTo>
                  <a:pt x="607537" y="955927"/>
                </a:lnTo>
                <a:lnTo>
                  <a:pt x="607496" y="932654"/>
                </a:lnTo>
                <a:lnTo>
                  <a:pt x="625529" y="915976"/>
                </a:lnTo>
                <a:lnTo>
                  <a:pt x="611669" y="877711"/>
                </a:lnTo>
                <a:lnTo>
                  <a:pt x="588211" y="882574"/>
                </a:lnTo>
                <a:lnTo>
                  <a:pt x="557341" y="845988"/>
                </a:lnTo>
                <a:lnTo>
                  <a:pt x="530274" y="874469"/>
                </a:lnTo>
                <a:lnTo>
                  <a:pt x="500713" y="864594"/>
                </a:lnTo>
                <a:lnTo>
                  <a:pt x="497372" y="807104"/>
                </a:lnTo>
                <a:lnTo>
                  <a:pt x="453301" y="781002"/>
                </a:lnTo>
                <a:lnTo>
                  <a:pt x="439365" y="794403"/>
                </a:lnTo>
                <a:lnTo>
                  <a:pt x="431172" y="764433"/>
                </a:lnTo>
                <a:lnTo>
                  <a:pt x="395068" y="781028"/>
                </a:lnTo>
                <a:lnTo>
                  <a:pt x="382804" y="766809"/>
                </a:lnTo>
                <a:lnTo>
                  <a:pt x="355311" y="787834"/>
                </a:lnTo>
                <a:lnTo>
                  <a:pt x="294402" y="786649"/>
                </a:lnTo>
                <a:lnTo>
                  <a:pt x="256188" y="640792"/>
                </a:lnTo>
                <a:lnTo>
                  <a:pt x="232444" y="645407"/>
                </a:lnTo>
                <a:lnTo>
                  <a:pt x="239973" y="661354"/>
                </a:lnTo>
                <a:lnTo>
                  <a:pt x="211149" y="705128"/>
                </a:lnTo>
                <a:lnTo>
                  <a:pt x="184142" y="701783"/>
                </a:lnTo>
                <a:lnTo>
                  <a:pt x="185748" y="681058"/>
                </a:lnTo>
                <a:lnTo>
                  <a:pt x="221648" y="654450"/>
                </a:lnTo>
                <a:lnTo>
                  <a:pt x="208933" y="632376"/>
                </a:lnTo>
                <a:lnTo>
                  <a:pt x="210524" y="567135"/>
                </a:lnTo>
                <a:lnTo>
                  <a:pt x="190880" y="543118"/>
                </a:lnTo>
                <a:lnTo>
                  <a:pt x="204795" y="514338"/>
                </a:lnTo>
                <a:lnTo>
                  <a:pt x="197836" y="485843"/>
                </a:lnTo>
                <a:lnTo>
                  <a:pt x="118523" y="426002"/>
                </a:lnTo>
                <a:lnTo>
                  <a:pt x="135119" y="363904"/>
                </a:lnTo>
                <a:lnTo>
                  <a:pt x="102410" y="364211"/>
                </a:lnTo>
                <a:lnTo>
                  <a:pt x="84720" y="345612"/>
                </a:lnTo>
                <a:lnTo>
                  <a:pt x="43034" y="363110"/>
                </a:lnTo>
                <a:lnTo>
                  <a:pt x="43281" y="343613"/>
                </a:lnTo>
                <a:lnTo>
                  <a:pt x="11270" y="331304"/>
                </a:lnTo>
                <a:lnTo>
                  <a:pt x="13197" y="317240"/>
                </a:lnTo>
                <a:lnTo>
                  <a:pt x="36293" y="314417"/>
                </a:lnTo>
                <a:lnTo>
                  <a:pt x="0" y="250669"/>
                </a:lnTo>
                <a:lnTo>
                  <a:pt x="97361" y="251679"/>
                </a:lnTo>
                <a:lnTo>
                  <a:pt x="177529" y="180655"/>
                </a:lnTo>
                <a:lnTo>
                  <a:pt x="191875" y="196103"/>
                </a:lnTo>
                <a:lnTo>
                  <a:pt x="216713" y="167416"/>
                </a:lnTo>
                <a:lnTo>
                  <a:pt x="281039" y="165662"/>
                </a:lnTo>
                <a:lnTo>
                  <a:pt x="277048" y="153381"/>
                </a:lnTo>
                <a:lnTo>
                  <a:pt x="316625" y="129676"/>
                </a:lnTo>
                <a:lnTo>
                  <a:pt x="323861" y="102060"/>
                </a:lnTo>
                <a:lnTo>
                  <a:pt x="422663" y="53555"/>
                </a:lnTo>
                <a:lnTo>
                  <a:pt x="412185" y="30188"/>
                </a:lnTo>
                <a:lnTo>
                  <a:pt x="430411" y="21568"/>
                </a:lnTo>
                <a:lnTo>
                  <a:pt x="428238" y="0"/>
                </a:lnTo>
                <a:lnTo>
                  <a:pt x="465119" y="12066"/>
                </a:lnTo>
                <a:lnTo>
                  <a:pt x="484978" y="54917"/>
                </a:lnTo>
                <a:lnTo>
                  <a:pt x="502953" y="53962"/>
                </a:lnTo>
                <a:lnTo>
                  <a:pt x="496656" y="69747"/>
                </a:lnTo>
                <a:lnTo>
                  <a:pt x="478702" y="62878"/>
                </a:lnTo>
                <a:lnTo>
                  <a:pt x="472818" y="91770"/>
                </a:lnTo>
                <a:lnTo>
                  <a:pt x="488526" y="105234"/>
                </a:lnTo>
                <a:lnTo>
                  <a:pt x="485985" y="127646"/>
                </a:lnTo>
                <a:lnTo>
                  <a:pt x="503253" y="123437"/>
                </a:lnTo>
                <a:lnTo>
                  <a:pt x="484165" y="179451"/>
                </a:lnTo>
                <a:lnTo>
                  <a:pt x="492376" y="207134"/>
                </a:lnTo>
                <a:lnTo>
                  <a:pt x="484029" y="257803"/>
                </a:lnTo>
                <a:lnTo>
                  <a:pt x="512865" y="294203"/>
                </a:lnTo>
                <a:lnTo>
                  <a:pt x="509201" y="320180"/>
                </a:lnTo>
                <a:lnTo>
                  <a:pt x="529127" y="327464"/>
                </a:lnTo>
                <a:lnTo>
                  <a:pt x="532086" y="342356"/>
                </a:lnTo>
                <a:lnTo>
                  <a:pt x="507606" y="416271"/>
                </a:lnTo>
                <a:lnTo>
                  <a:pt x="530781" y="430934"/>
                </a:lnTo>
                <a:lnTo>
                  <a:pt x="517951" y="450069"/>
                </a:lnTo>
                <a:lnTo>
                  <a:pt x="508240" y="437951"/>
                </a:lnTo>
                <a:lnTo>
                  <a:pt x="495434" y="447889"/>
                </a:lnTo>
                <a:lnTo>
                  <a:pt x="515612" y="476038"/>
                </a:lnTo>
                <a:lnTo>
                  <a:pt x="491697" y="505509"/>
                </a:lnTo>
                <a:lnTo>
                  <a:pt x="519163" y="530016"/>
                </a:lnTo>
                <a:lnTo>
                  <a:pt x="566740" y="503124"/>
                </a:lnTo>
                <a:lnTo>
                  <a:pt x="576049" y="531092"/>
                </a:lnTo>
                <a:lnTo>
                  <a:pt x="594715" y="535609"/>
                </a:lnTo>
                <a:lnTo>
                  <a:pt x="578272" y="544796"/>
                </a:lnTo>
                <a:lnTo>
                  <a:pt x="565161" y="579618"/>
                </a:lnTo>
                <a:lnTo>
                  <a:pt x="526492" y="582096"/>
                </a:lnTo>
                <a:lnTo>
                  <a:pt x="533070" y="598571"/>
                </a:lnTo>
                <a:lnTo>
                  <a:pt x="553243" y="596549"/>
                </a:lnTo>
                <a:lnTo>
                  <a:pt x="560205" y="618567"/>
                </a:lnTo>
                <a:lnTo>
                  <a:pt x="546703" y="658844"/>
                </a:lnTo>
                <a:lnTo>
                  <a:pt x="525706" y="662410"/>
                </a:lnTo>
                <a:lnTo>
                  <a:pt x="533254" y="680228"/>
                </a:lnTo>
                <a:lnTo>
                  <a:pt x="516295" y="708262"/>
                </a:lnTo>
                <a:lnTo>
                  <a:pt x="529989" y="710889"/>
                </a:lnTo>
                <a:lnTo>
                  <a:pt x="535611" y="685815"/>
                </a:lnTo>
                <a:lnTo>
                  <a:pt x="551377" y="702278"/>
                </a:lnTo>
                <a:lnTo>
                  <a:pt x="552779" y="739642"/>
                </a:lnTo>
                <a:lnTo>
                  <a:pt x="614109" y="740129"/>
                </a:lnTo>
                <a:lnTo>
                  <a:pt x="629436" y="727550"/>
                </a:lnTo>
                <a:lnTo>
                  <a:pt x="660417" y="778966"/>
                </a:lnTo>
                <a:lnTo>
                  <a:pt x="699854" y="799479"/>
                </a:lnTo>
                <a:lnTo>
                  <a:pt x="743169" y="767172"/>
                </a:lnTo>
                <a:lnTo>
                  <a:pt x="748889" y="741470"/>
                </a:lnTo>
                <a:lnTo>
                  <a:pt x="765686" y="734081"/>
                </a:lnTo>
                <a:lnTo>
                  <a:pt x="791790" y="745856"/>
                </a:lnTo>
                <a:lnTo>
                  <a:pt x="787362" y="727222"/>
                </a:lnTo>
                <a:lnTo>
                  <a:pt x="801806" y="717026"/>
                </a:lnTo>
                <a:lnTo>
                  <a:pt x="812018" y="763370"/>
                </a:lnTo>
                <a:lnTo>
                  <a:pt x="843751" y="736521"/>
                </a:lnTo>
                <a:lnTo>
                  <a:pt x="917654" y="800811"/>
                </a:lnTo>
                <a:lnTo>
                  <a:pt x="903321" y="824962"/>
                </a:lnTo>
                <a:lnTo>
                  <a:pt x="862930" y="837374"/>
                </a:lnTo>
                <a:lnTo>
                  <a:pt x="862824" y="861273"/>
                </a:lnTo>
                <a:lnTo>
                  <a:pt x="862824" y="86127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map-line"/>
          <p:cNvSpPr/>
          <p:nvPr/>
        </p:nvSpPr>
        <p:spPr>
          <a:xfrm>
            <a:off x="3442253" y="6747965"/>
            <a:ext cx="4456" cy="9097"/>
          </a:xfrm>
          <a:custGeom>
            <a:avLst/>
            <a:gdLst/>
            <a:ahLst/>
            <a:cxnLst/>
            <a:rect l="0" t="0" r="r" b="b"/>
            <a:pathLst>
              <a:path w="4456" h="9097">
                <a:moveTo>
                  <a:pt x="0" y="9097"/>
                </a:moveTo>
                <a:lnTo>
                  <a:pt x="4456" y="0"/>
                </a:lnTo>
                <a:lnTo>
                  <a:pt x="0" y="9097"/>
                </a:lnTo>
                <a:lnTo>
                  <a:pt x="0" y="909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p-line"/>
          <p:cNvSpPr/>
          <p:nvPr/>
        </p:nvSpPr>
        <p:spPr>
          <a:xfrm>
            <a:off x="2410182" y="6159651"/>
            <a:ext cx="729504" cy="797291"/>
          </a:xfrm>
          <a:custGeom>
            <a:avLst/>
            <a:gdLst/>
            <a:ahLst/>
            <a:cxnLst/>
            <a:rect l="0" t="0" r="r" b="b"/>
            <a:pathLst>
              <a:path w="729504" h="797291">
                <a:moveTo>
                  <a:pt x="712680" y="707981"/>
                </a:moveTo>
                <a:lnTo>
                  <a:pt x="694866" y="732200"/>
                </a:lnTo>
                <a:lnTo>
                  <a:pt x="680920" y="727183"/>
                </a:lnTo>
                <a:lnTo>
                  <a:pt x="681581" y="711022"/>
                </a:lnTo>
                <a:lnTo>
                  <a:pt x="618733" y="737028"/>
                </a:lnTo>
                <a:lnTo>
                  <a:pt x="546839" y="722092"/>
                </a:lnTo>
                <a:lnTo>
                  <a:pt x="518762" y="693822"/>
                </a:lnTo>
                <a:lnTo>
                  <a:pt x="492612" y="706865"/>
                </a:lnTo>
                <a:lnTo>
                  <a:pt x="483342" y="727428"/>
                </a:lnTo>
                <a:lnTo>
                  <a:pt x="402042" y="715351"/>
                </a:lnTo>
                <a:lnTo>
                  <a:pt x="384725" y="688794"/>
                </a:lnTo>
                <a:lnTo>
                  <a:pt x="386501" y="704916"/>
                </a:lnTo>
                <a:lnTo>
                  <a:pt x="334234" y="797291"/>
                </a:lnTo>
                <a:lnTo>
                  <a:pt x="268072" y="788124"/>
                </a:lnTo>
                <a:lnTo>
                  <a:pt x="258543" y="765059"/>
                </a:lnTo>
                <a:lnTo>
                  <a:pt x="277747" y="702614"/>
                </a:lnTo>
                <a:lnTo>
                  <a:pt x="279540" y="637983"/>
                </a:lnTo>
                <a:lnTo>
                  <a:pt x="238988" y="614405"/>
                </a:lnTo>
                <a:lnTo>
                  <a:pt x="252573" y="594291"/>
                </a:lnTo>
                <a:lnTo>
                  <a:pt x="227973" y="574963"/>
                </a:lnTo>
                <a:lnTo>
                  <a:pt x="235567" y="530288"/>
                </a:lnTo>
                <a:lnTo>
                  <a:pt x="225070" y="517447"/>
                </a:lnTo>
                <a:lnTo>
                  <a:pt x="196632" y="528226"/>
                </a:lnTo>
                <a:lnTo>
                  <a:pt x="162596" y="499621"/>
                </a:lnTo>
                <a:lnTo>
                  <a:pt x="178239" y="479481"/>
                </a:lnTo>
                <a:lnTo>
                  <a:pt x="171927" y="443935"/>
                </a:lnTo>
                <a:lnTo>
                  <a:pt x="155266" y="438491"/>
                </a:lnTo>
                <a:lnTo>
                  <a:pt x="136439" y="455060"/>
                </a:lnTo>
                <a:lnTo>
                  <a:pt x="99860" y="418540"/>
                </a:lnTo>
                <a:lnTo>
                  <a:pt x="112006" y="397436"/>
                </a:lnTo>
                <a:lnTo>
                  <a:pt x="144706" y="388459"/>
                </a:lnTo>
                <a:lnTo>
                  <a:pt x="156539" y="334287"/>
                </a:lnTo>
                <a:lnTo>
                  <a:pt x="120470" y="293989"/>
                </a:lnTo>
                <a:lnTo>
                  <a:pt x="120452" y="273213"/>
                </a:lnTo>
                <a:lnTo>
                  <a:pt x="99338" y="255484"/>
                </a:lnTo>
                <a:lnTo>
                  <a:pt x="81867" y="264032"/>
                </a:lnTo>
                <a:lnTo>
                  <a:pt x="68420" y="252153"/>
                </a:lnTo>
                <a:lnTo>
                  <a:pt x="79253" y="239205"/>
                </a:lnTo>
                <a:lnTo>
                  <a:pt x="6223" y="202096"/>
                </a:lnTo>
                <a:lnTo>
                  <a:pt x="0" y="136273"/>
                </a:lnTo>
                <a:lnTo>
                  <a:pt x="19721" y="116771"/>
                </a:lnTo>
                <a:lnTo>
                  <a:pt x="30478" y="48528"/>
                </a:lnTo>
                <a:lnTo>
                  <a:pt x="102410" y="34442"/>
                </a:lnTo>
                <a:lnTo>
                  <a:pt x="120572" y="9951"/>
                </a:lnTo>
                <a:lnTo>
                  <a:pt x="160265" y="0"/>
                </a:lnTo>
                <a:lnTo>
                  <a:pt x="192205" y="9964"/>
                </a:lnTo>
                <a:lnTo>
                  <a:pt x="196071" y="33418"/>
                </a:lnTo>
                <a:lnTo>
                  <a:pt x="233225" y="63393"/>
                </a:lnTo>
                <a:lnTo>
                  <a:pt x="261639" y="125462"/>
                </a:lnTo>
                <a:lnTo>
                  <a:pt x="291206" y="127205"/>
                </a:lnTo>
                <a:lnTo>
                  <a:pt x="309025" y="112130"/>
                </a:lnTo>
                <a:lnTo>
                  <a:pt x="316426" y="182205"/>
                </a:lnTo>
                <a:lnTo>
                  <a:pt x="337121" y="177199"/>
                </a:lnTo>
                <a:lnTo>
                  <a:pt x="357207" y="203449"/>
                </a:lnTo>
                <a:lnTo>
                  <a:pt x="389555" y="205479"/>
                </a:lnTo>
                <a:lnTo>
                  <a:pt x="401231" y="246939"/>
                </a:lnTo>
                <a:lnTo>
                  <a:pt x="439785" y="235819"/>
                </a:lnTo>
                <a:lnTo>
                  <a:pt x="491261" y="252826"/>
                </a:lnTo>
                <a:lnTo>
                  <a:pt x="488164" y="276651"/>
                </a:lnTo>
                <a:lnTo>
                  <a:pt x="508399" y="311788"/>
                </a:lnTo>
                <a:lnTo>
                  <a:pt x="561636" y="361015"/>
                </a:lnTo>
                <a:lnTo>
                  <a:pt x="590801" y="352706"/>
                </a:lnTo>
                <a:lnTo>
                  <a:pt x="599425" y="372170"/>
                </a:lnTo>
                <a:lnTo>
                  <a:pt x="609921" y="371801"/>
                </a:lnTo>
                <a:lnTo>
                  <a:pt x="607236" y="360518"/>
                </a:lnTo>
                <a:lnTo>
                  <a:pt x="634883" y="372704"/>
                </a:lnTo>
                <a:lnTo>
                  <a:pt x="646044" y="390894"/>
                </a:lnTo>
                <a:lnTo>
                  <a:pt x="624654" y="400245"/>
                </a:lnTo>
                <a:lnTo>
                  <a:pt x="649453" y="428650"/>
                </a:lnTo>
                <a:lnTo>
                  <a:pt x="636222" y="475519"/>
                </a:lnTo>
                <a:lnTo>
                  <a:pt x="651634" y="470770"/>
                </a:lnTo>
                <a:lnTo>
                  <a:pt x="679270" y="494737"/>
                </a:lnTo>
                <a:lnTo>
                  <a:pt x="669009" y="511233"/>
                </a:lnTo>
                <a:lnTo>
                  <a:pt x="676089" y="533463"/>
                </a:lnTo>
                <a:lnTo>
                  <a:pt x="691807" y="530409"/>
                </a:lnTo>
                <a:lnTo>
                  <a:pt x="685367" y="575738"/>
                </a:lnTo>
                <a:lnTo>
                  <a:pt x="711903" y="615522"/>
                </a:lnTo>
                <a:lnTo>
                  <a:pt x="694203" y="626020"/>
                </a:lnTo>
                <a:lnTo>
                  <a:pt x="712276" y="633767"/>
                </a:lnTo>
                <a:lnTo>
                  <a:pt x="729504" y="681260"/>
                </a:lnTo>
                <a:lnTo>
                  <a:pt x="712680" y="707981"/>
                </a:lnTo>
                <a:lnTo>
                  <a:pt x="712680" y="70798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map-line"/>
          <p:cNvSpPr/>
          <p:nvPr/>
        </p:nvSpPr>
        <p:spPr>
          <a:xfrm>
            <a:off x="1999642" y="6837974"/>
            <a:ext cx="389242" cy="669845"/>
          </a:xfrm>
          <a:custGeom>
            <a:avLst/>
            <a:gdLst/>
            <a:ahLst/>
            <a:cxnLst/>
            <a:rect l="0" t="0" r="r" b="b"/>
            <a:pathLst>
              <a:path w="389242" h="669845">
                <a:moveTo>
                  <a:pt x="375168" y="106776"/>
                </a:moveTo>
                <a:lnTo>
                  <a:pt x="329152" y="127981"/>
                </a:lnTo>
                <a:lnTo>
                  <a:pt x="364754" y="201032"/>
                </a:lnTo>
                <a:lnTo>
                  <a:pt x="344012" y="222876"/>
                </a:lnTo>
                <a:lnTo>
                  <a:pt x="348065" y="234441"/>
                </a:lnTo>
                <a:lnTo>
                  <a:pt x="323941" y="232691"/>
                </a:lnTo>
                <a:lnTo>
                  <a:pt x="307580" y="266398"/>
                </a:lnTo>
                <a:lnTo>
                  <a:pt x="313129" y="299933"/>
                </a:lnTo>
                <a:lnTo>
                  <a:pt x="337379" y="284552"/>
                </a:lnTo>
                <a:lnTo>
                  <a:pt x="389242" y="357016"/>
                </a:lnTo>
                <a:lnTo>
                  <a:pt x="384095" y="437673"/>
                </a:lnTo>
                <a:lnTo>
                  <a:pt x="348338" y="565040"/>
                </a:lnTo>
                <a:lnTo>
                  <a:pt x="314913" y="555355"/>
                </a:lnTo>
                <a:lnTo>
                  <a:pt x="305485" y="526648"/>
                </a:lnTo>
                <a:lnTo>
                  <a:pt x="283347" y="531104"/>
                </a:lnTo>
                <a:lnTo>
                  <a:pt x="279536" y="550862"/>
                </a:lnTo>
                <a:lnTo>
                  <a:pt x="303280" y="596679"/>
                </a:lnTo>
                <a:lnTo>
                  <a:pt x="313670" y="659016"/>
                </a:lnTo>
                <a:lnTo>
                  <a:pt x="307918" y="635602"/>
                </a:lnTo>
                <a:lnTo>
                  <a:pt x="288841" y="638805"/>
                </a:lnTo>
                <a:lnTo>
                  <a:pt x="281609" y="657140"/>
                </a:lnTo>
                <a:lnTo>
                  <a:pt x="280349" y="644754"/>
                </a:lnTo>
                <a:lnTo>
                  <a:pt x="256064" y="649795"/>
                </a:lnTo>
                <a:lnTo>
                  <a:pt x="255290" y="633047"/>
                </a:lnTo>
                <a:lnTo>
                  <a:pt x="241644" y="643557"/>
                </a:lnTo>
                <a:lnTo>
                  <a:pt x="241000" y="624579"/>
                </a:lnTo>
                <a:lnTo>
                  <a:pt x="227480" y="622444"/>
                </a:lnTo>
                <a:lnTo>
                  <a:pt x="228700" y="640477"/>
                </a:lnTo>
                <a:lnTo>
                  <a:pt x="213790" y="642235"/>
                </a:lnTo>
                <a:lnTo>
                  <a:pt x="224097" y="649775"/>
                </a:lnTo>
                <a:lnTo>
                  <a:pt x="212242" y="669845"/>
                </a:lnTo>
                <a:lnTo>
                  <a:pt x="201693" y="666775"/>
                </a:lnTo>
                <a:lnTo>
                  <a:pt x="207868" y="633085"/>
                </a:lnTo>
                <a:lnTo>
                  <a:pt x="176250" y="626982"/>
                </a:lnTo>
                <a:lnTo>
                  <a:pt x="174384" y="635478"/>
                </a:lnTo>
                <a:lnTo>
                  <a:pt x="164169" y="625270"/>
                </a:lnTo>
                <a:lnTo>
                  <a:pt x="143792" y="637956"/>
                </a:lnTo>
                <a:lnTo>
                  <a:pt x="109391" y="601341"/>
                </a:lnTo>
                <a:lnTo>
                  <a:pt x="90835" y="612846"/>
                </a:lnTo>
                <a:lnTo>
                  <a:pt x="87337" y="567940"/>
                </a:lnTo>
                <a:lnTo>
                  <a:pt x="69118" y="604258"/>
                </a:lnTo>
                <a:lnTo>
                  <a:pt x="69687" y="555477"/>
                </a:lnTo>
                <a:lnTo>
                  <a:pt x="68254" y="585894"/>
                </a:lnTo>
                <a:lnTo>
                  <a:pt x="55848" y="596951"/>
                </a:lnTo>
                <a:lnTo>
                  <a:pt x="58080" y="561326"/>
                </a:lnTo>
                <a:lnTo>
                  <a:pt x="0" y="531496"/>
                </a:lnTo>
                <a:lnTo>
                  <a:pt x="93946" y="489315"/>
                </a:lnTo>
                <a:lnTo>
                  <a:pt x="59411" y="462669"/>
                </a:lnTo>
                <a:lnTo>
                  <a:pt x="83192" y="444155"/>
                </a:lnTo>
                <a:lnTo>
                  <a:pt x="54730" y="403746"/>
                </a:lnTo>
                <a:lnTo>
                  <a:pt x="88810" y="400842"/>
                </a:lnTo>
                <a:lnTo>
                  <a:pt x="115985" y="426581"/>
                </a:lnTo>
                <a:lnTo>
                  <a:pt x="132225" y="407381"/>
                </a:lnTo>
                <a:lnTo>
                  <a:pt x="179269" y="409893"/>
                </a:lnTo>
                <a:lnTo>
                  <a:pt x="175443" y="338877"/>
                </a:lnTo>
                <a:lnTo>
                  <a:pt x="200196" y="262961"/>
                </a:lnTo>
                <a:lnTo>
                  <a:pt x="250087" y="264773"/>
                </a:lnTo>
                <a:lnTo>
                  <a:pt x="243531" y="246347"/>
                </a:lnTo>
                <a:lnTo>
                  <a:pt x="190411" y="242548"/>
                </a:lnTo>
                <a:lnTo>
                  <a:pt x="179048" y="213027"/>
                </a:lnTo>
                <a:lnTo>
                  <a:pt x="190149" y="135034"/>
                </a:lnTo>
                <a:lnTo>
                  <a:pt x="213496" y="110221"/>
                </a:lnTo>
                <a:lnTo>
                  <a:pt x="194076" y="98657"/>
                </a:lnTo>
                <a:lnTo>
                  <a:pt x="182186" y="13137"/>
                </a:lnTo>
                <a:lnTo>
                  <a:pt x="228083" y="5138"/>
                </a:lnTo>
                <a:lnTo>
                  <a:pt x="238105" y="24608"/>
                </a:lnTo>
                <a:lnTo>
                  <a:pt x="236352" y="0"/>
                </a:lnTo>
                <a:lnTo>
                  <a:pt x="279086" y="28579"/>
                </a:lnTo>
                <a:lnTo>
                  <a:pt x="348735" y="28562"/>
                </a:lnTo>
                <a:lnTo>
                  <a:pt x="369508" y="56702"/>
                </a:lnTo>
                <a:lnTo>
                  <a:pt x="375168" y="106776"/>
                </a:lnTo>
                <a:lnTo>
                  <a:pt x="375168" y="10677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p-line"/>
          <p:cNvSpPr/>
          <p:nvPr/>
        </p:nvSpPr>
        <p:spPr>
          <a:xfrm>
            <a:off x="2089645" y="7457883"/>
            <a:ext cx="19284" cy="27634"/>
          </a:xfrm>
          <a:custGeom>
            <a:avLst/>
            <a:gdLst/>
            <a:ahLst/>
            <a:cxnLst/>
            <a:rect l="0" t="0" r="r" b="b"/>
            <a:pathLst>
              <a:path w="19284" h="27634">
                <a:moveTo>
                  <a:pt x="0" y="27634"/>
                </a:moveTo>
                <a:lnTo>
                  <a:pt x="19284" y="0"/>
                </a:lnTo>
                <a:lnTo>
                  <a:pt x="0" y="27634"/>
                </a:lnTo>
                <a:lnTo>
                  <a:pt x="0" y="276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map-line"/>
          <p:cNvSpPr/>
          <p:nvPr/>
        </p:nvSpPr>
        <p:spPr>
          <a:xfrm>
            <a:off x="1901593" y="6201122"/>
            <a:ext cx="763773" cy="743627"/>
          </a:xfrm>
          <a:custGeom>
            <a:avLst/>
            <a:gdLst/>
            <a:ahLst/>
            <a:cxnLst/>
            <a:rect l="0" t="0" r="r" b="b"/>
            <a:pathLst>
              <a:path w="763773" h="743627">
                <a:moveTo>
                  <a:pt x="763773" y="589320"/>
                </a:moveTo>
                <a:lnTo>
                  <a:pt x="738931" y="591068"/>
                </a:lnTo>
                <a:lnTo>
                  <a:pt x="710366" y="622558"/>
                </a:lnTo>
                <a:lnTo>
                  <a:pt x="646594" y="617704"/>
                </a:lnTo>
                <a:lnTo>
                  <a:pt x="572663" y="670755"/>
                </a:lnTo>
                <a:lnTo>
                  <a:pt x="577495" y="709501"/>
                </a:lnTo>
                <a:lnTo>
                  <a:pt x="553289" y="725426"/>
                </a:lnTo>
                <a:lnTo>
                  <a:pt x="516531" y="723418"/>
                </a:lnTo>
                <a:lnTo>
                  <a:pt x="473216" y="743627"/>
                </a:lnTo>
                <a:lnTo>
                  <a:pt x="467557" y="693554"/>
                </a:lnTo>
                <a:lnTo>
                  <a:pt x="448540" y="666700"/>
                </a:lnTo>
                <a:lnTo>
                  <a:pt x="377134" y="665430"/>
                </a:lnTo>
                <a:lnTo>
                  <a:pt x="334400" y="636851"/>
                </a:lnTo>
                <a:lnTo>
                  <a:pt x="336153" y="661460"/>
                </a:lnTo>
                <a:lnTo>
                  <a:pt x="326131" y="641989"/>
                </a:lnTo>
                <a:lnTo>
                  <a:pt x="280235" y="649989"/>
                </a:lnTo>
                <a:lnTo>
                  <a:pt x="284118" y="700632"/>
                </a:lnTo>
                <a:lnTo>
                  <a:pt x="269103" y="655525"/>
                </a:lnTo>
                <a:lnTo>
                  <a:pt x="240228" y="661557"/>
                </a:lnTo>
                <a:lnTo>
                  <a:pt x="215928" y="639874"/>
                </a:lnTo>
                <a:lnTo>
                  <a:pt x="232922" y="618061"/>
                </a:lnTo>
                <a:lnTo>
                  <a:pt x="221023" y="591211"/>
                </a:lnTo>
                <a:lnTo>
                  <a:pt x="196402" y="617082"/>
                </a:lnTo>
                <a:lnTo>
                  <a:pt x="204711" y="632687"/>
                </a:lnTo>
                <a:lnTo>
                  <a:pt x="175400" y="647126"/>
                </a:lnTo>
                <a:lnTo>
                  <a:pt x="151611" y="612910"/>
                </a:lnTo>
                <a:lnTo>
                  <a:pt x="126448" y="621792"/>
                </a:lnTo>
                <a:lnTo>
                  <a:pt x="92314" y="607359"/>
                </a:lnTo>
                <a:lnTo>
                  <a:pt x="56319" y="632744"/>
                </a:lnTo>
                <a:lnTo>
                  <a:pt x="19191" y="589597"/>
                </a:lnTo>
                <a:lnTo>
                  <a:pt x="29498" y="567932"/>
                </a:lnTo>
                <a:lnTo>
                  <a:pt x="5545" y="558808"/>
                </a:lnTo>
                <a:lnTo>
                  <a:pt x="33404" y="496142"/>
                </a:lnTo>
                <a:lnTo>
                  <a:pt x="35810" y="454113"/>
                </a:lnTo>
                <a:lnTo>
                  <a:pt x="0" y="407953"/>
                </a:lnTo>
                <a:lnTo>
                  <a:pt x="33454" y="382998"/>
                </a:lnTo>
                <a:lnTo>
                  <a:pt x="45136" y="388753"/>
                </a:lnTo>
                <a:lnTo>
                  <a:pt x="56687" y="367373"/>
                </a:lnTo>
                <a:lnTo>
                  <a:pt x="120426" y="401737"/>
                </a:lnTo>
                <a:lnTo>
                  <a:pt x="164097" y="382076"/>
                </a:lnTo>
                <a:lnTo>
                  <a:pt x="180765" y="353707"/>
                </a:lnTo>
                <a:lnTo>
                  <a:pt x="170736" y="318603"/>
                </a:lnTo>
                <a:lnTo>
                  <a:pt x="180473" y="302111"/>
                </a:lnTo>
                <a:lnTo>
                  <a:pt x="158202" y="278165"/>
                </a:lnTo>
                <a:lnTo>
                  <a:pt x="241635" y="221261"/>
                </a:lnTo>
                <a:lnTo>
                  <a:pt x="246994" y="169066"/>
                </a:lnTo>
                <a:lnTo>
                  <a:pt x="235327" y="138205"/>
                </a:lnTo>
                <a:lnTo>
                  <a:pt x="252507" y="83526"/>
                </a:lnTo>
                <a:lnTo>
                  <a:pt x="286987" y="76815"/>
                </a:lnTo>
                <a:lnTo>
                  <a:pt x="295498" y="55566"/>
                </a:lnTo>
                <a:lnTo>
                  <a:pt x="317179" y="53535"/>
                </a:lnTo>
                <a:lnTo>
                  <a:pt x="314795" y="0"/>
                </a:lnTo>
                <a:lnTo>
                  <a:pt x="390961" y="20613"/>
                </a:lnTo>
                <a:lnTo>
                  <a:pt x="424648" y="11498"/>
                </a:lnTo>
                <a:lnTo>
                  <a:pt x="449569" y="55664"/>
                </a:lnTo>
                <a:lnTo>
                  <a:pt x="507038" y="91722"/>
                </a:lnTo>
                <a:lnTo>
                  <a:pt x="516761" y="163568"/>
                </a:lnTo>
                <a:lnTo>
                  <a:pt x="587841" y="197733"/>
                </a:lnTo>
                <a:lnTo>
                  <a:pt x="577537" y="211436"/>
                </a:lnTo>
                <a:lnTo>
                  <a:pt x="591308" y="222834"/>
                </a:lnTo>
                <a:lnTo>
                  <a:pt x="607927" y="214012"/>
                </a:lnTo>
                <a:lnTo>
                  <a:pt x="655137" y="275073"/>
                </a:lnTo>
                <a:lnTo>
                  <a:pt x="666851" y="314620"/>
                </a:lnTo>
                <a:lnTo>
                  <a:pt x="654246" y="345269"/>
                </a:lnTo>
                <a:lnTo>
                  <a:pt x="620594" y="355965"/>
                </a:lnTo>
                <a:lnTo>
                  <a:pt x="608448" y="377069"/>
                </a:lnTo>
                <a:lnTo>
                  <a:pt x="645028" y="413589"/>
                </a:lnTo>
                <a:lnTo>
                  <a:pt x="663854" y="397019"/>
                </a:lnTo>
                <a:lnTo>
                  <a:pt x="680515" y="402463"/>
                </a:lnTo>
                <a:lnTo>
                  <a:pt x="686827" y="438010"/>
                </a:lnTo>
                <a:lnTo>
                  <a:pt x="671184" y="458150"/>
                </a:lnTo>
                <a:lnTo>
                  <a:pt x="705220" y="486755"/>
                </a:lnTo>
                <a:lnTo>
                  <a:pt x="733658" y="475975"/>
                </a:lnTo>
                <a:lnTo>
                  <a:pt x="743586" y="487945"/>
                </a:lnTo>
                <a:lnTo>
                  <a:pt x="736268" y="532195"/>
                </a:lnTo>
                <a:lnTo>
                  <a:pt x="760759" y="551822"/>
                </a:lnTo>
                <a:lnTo>
                  <a:pt x="747576" y="572934"/>
                </a:lnTo>
                <a:lnTo>
                  <a:pt x="763773" y="589320"/>
                </a:lnTo>
                <a:lnTo>
                  <a:pt x="763773" y="58932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p-line"/>
          <p:cNvSpPr/>
          <p:nvPr/>
        </p:nvSpPr>
        <p:spPr>
          <a:xfrm>
            <a:off x="722281" y="5923535"/>
            <a:ext cx="372002" cy="464948"/>
          </a:xfrm>
          <a:custGeom>
            <a:avLst/>
            <a:gdLst/>
            <a:ahLst/>
            <a:cxnLst/>
            <a:rect l="0" t="0" r="r" b="b"/>
            <a:pathLst>
              <a:path w="372002" h="464948">
                <a:moveTo>
                  <a:pt x="253045" y="52724"/>
                </a:moveTo>
                <a:lnTo>
                  <a:pt x="270169" y="47686"/>
                </a:lnTo>
                <a:lnTo>
                  <a:pt x="277393" y="63365"/>
                </a:lnTo>
                <a:lnTo>
                  <a:pt x="296317" y="133995"/>
                </a:lnTo>
                <a:lnTo>
                  <a:pt x="288818" y="159833"/>
                </a:lnTo>
                <a:lnTo>
                  <a:pt x="308256" y="181814"/>
                </a:lnTo>
                <a:lnTo>
                  <a:pt x="289062" y="214535"/>
                </a:lnTo>
                <a:lnTo>
                  <a:pt x="295125" y="240920"/>
                </a:lnTo>
                <a:lnTo>
                  <a:pt x="267459" y="337685"/>
                </a:lnTo>
                <a:lnTo>
                  <a:pt x="291877" y="358333"/>
                </a:lnTo>
                <a:lnTo>
                  <a:pt x="320163" y="356943"/>
                </a:lnTo>
                <a:lnTo>
                  <a:pt x="316007" y="384780"/>
                </a:lnTo>
                <a:lnTo>
                  <a:pt x="355886" y="404206"/>
                </a:lnTo>
                <a:lnTo>
                  <a:pt x="372002" y="441199"/>
                </a:lnTo>
                <a:lnTo>
                  <a:pt x="365176" y="455283"/>
                </a:lnTo>
                <a:lnTo>
                  <a:pt x="337810" y="442543"/>
                </a:lnTo>
                <a:lnTo>
                  <a:pt x="308047" y="464948"/>
                </a:lnTo>
                <a:lnTo>
                  <a:pt x="250709" y="409597"/>
                </a:lnTo>
                <a:lnTo>
                  <a:pt x="254808" y="383483"/>
                </a:lnTo>
                <a:lnTo>
                  <a:pt x="242130" y="359954"/>
                </a:lnTo>
                <a:lnTo>
                  <a:pt x="206214" y="362963"/>
                </a:lnTo>
                <a:lnTo>
                  <a:pt x="199927" y="349316"/>
                </a:lnTo>
                <a:lnTo>
                  <a:pt x="161972" y="347647"/>
                </a:lnTo>
                <a:lnTo>
                  <a:pt x="136972" y="306625"/>
                </a:lnTo>
                <a:lnTo>
                  <a:pt x="105669" y="287493"/>
                </a:lnTo>
                <a:lnTo>
                  <a:pt x="67638" y="291424"/>
                </a:lnTo>
                <a:lnTo>
                  <a:pt x="32237" y="278551"/>
                </a:lnTo>
                <a:lnTo>
                  <a:pt x="0" y="239990"/>
                </a:lnTo>
                <a:lnTo>
                  <a:pt x="14262" y="250117"/>
                </a:lnTo>
                <a:lnTo>
                  <a:pt x="38825" y="210317"/>
                </a:lnTo>
                <a:lnTo>
                  <a:pt x="31811" y="201540"/>
                </a:lnTo>
                <a:lnTo>
                  <a:pt x="50571" y="199191"/>
                </a:lnTo>
                <a:lnTo>
                  <a:pt x="52294" y="180583"/>
                </a:lnTo>
                <a:lnTo>
                  <a:pt x="94072" y="145498"/>
                </a:lnTo>
                <a:lnTo>
                  <a:pt x="94618" y="122673"/>
                </a:lnTo>
                <a:lnTo>
                  <a:pt x="79459" y="111038"/>
                </a:lnTo>
                <a:lnTo>
                  <a:pt x="83239" y="51450"/>
                </a:lnTo>
                <a:lnTo>
                  <a:pt x="53248" y="10240"/>
                </a:lnTo>
                <a:lnTo>
                  <a:pt x="61433" y="0"/>
                </a:lnTo>
                <a:lnTo>
                  <a:pt x="168159" y="37665"/>
                </a:lnTo>
                <a:lnTo>
                  <a:pt x="217698" y="86518"/>
                </a:lnTo>
                <a:lnTo>
                  <a:pt x="234340" y="88679"/>
                </a:lnTo>
                <a:lnTo>
                  <a:pt x="226070" y="69579"/>
                </a:lnTo>
                <a:lnTo>
                  <a:pt x="253045" y="52724"/>
                </a:lnTo>
                <a:lnTo>
                  <a:pt x="253045" y="527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map-line"/>
          <p:cNvSpPr/>
          <p:nvPr/>
        </p:nvSpPr>
        <p:spPr>
          <a:xfrm>
            <a:off x="722281" y="6099608"/>
            <a:ext cx="56538" cy="74045"/>
          </a:xfrm>
          <a:custGeom>
            <a:avLst/>
            <a:gdLst/>
            <a:ahLst/>
            <a:cxnLst/>
            <a:rect l="0" t="0" r="r" b="b"/>
            <a:pathLst>
              <a:path w="56538" h="74045">
                <a:moveTo>
                  <a:pt x="0" y="63918"/>
                </a:moveTo>
                <a:lnTo>
                  <a:pt x="127" y="6027"/>
                </a:lnTo>
                <a:lnTo>
                  <a:pt x="21635" y="23679"/>
                </a:lnTo>
                <a:lnTo>
                  <a:pt x="56538" y="0"/>
                </a:lnTo>
                <a:lnTo>
                  <a:pt x="50571" y="23118"/>
                </a:lnTo>
                <a:lnTo>
                  <a:pt x="31811" y="25468"/>
                </a:lnTo>
                <a:lnTo>
                  <a:pt x="38825" y="34244"/>
                </a:lnTo>
                <a:lnTo>
                  <a:pt x="14262" y="74045"/>
                </a:lnTo>
                <a:lnTo>
                  <a:pt x="0" y="63918"/>
                </a:lnTo>
                <a:lnTo>
                  <a:pt x="0" y="6391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p-line"/>
          <p:cNvSpPr/>
          <p:nvPr/>
        </p:nvSpPr>
        <p:spPr>
          <a:xfrm>
            <a:off x="6088593" y="5528349"/>
            <a:ext cx="51901" cy="78034"/>
          </a:xfrm>
          <a:custGeom>
            <a:avLst/>
            <a:gdLst/>
            <a:ahLst/>
            <a:cxnLst/>
            <a:rect l="0" t="0" r="r" b="b"/>
            <a:pathLst>
              <a:path w="51901" h="78034">
                <a:moveTo>
                  <a:pt x="45379" y="73262"/>
                </a:moveTo>
                <a:lnTo>
                  <a:pt x="21787" y="78034"/>
                </a:lnTo>
                <a:lnTo>
                  <a:pt x="8986" y="48911"/>
                </a:lnTo>
                <a:lnTo>
                  <a:pt x="15076" y="15752"/>
                </a:lnTo>
                <a:lnTo>
                  <a:pt x="0" y="0"/>
                </a:lnTo>
                <a:lnTo>
                  <a:pt x="20614" y="12464"/>
                </a:lnTo>
                <a:lnTo>
                  <a:pt x="23143" y="34796"/>
                </a:lnTo>
                <a:lnTo>
                  <a:pt x="24165" y="20082"/>
                </a:lnTo>
                <a:lnTo>
                  <a:pt x="51901" y="45409"/>
                </a:lnTo>
                <a:lnTo>
                  <a:pt x="45379" y="73262"/>
                </a:lnTo>
                <a:lnTo>
                  <a:pt x="45379" y="7326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map-line"/>
          <p:cNvSpPr/>
          <p:nvPr/>
        </p:nvSpPr>
        <p:spPr>
          <a:xfrm>
            <a:off x="5446561" y="4539484"/>
            <a:ext cx="1720251" cy="2196234"/>
          </a:xfrm>
          <a:custGeom>
            <a:avLst/>
            <a:gdLst/>
            <a:ahLst/>
            <a:cxnLst/>
            <a:rect l="0" t="0" r="r" b="b"/>
            <a:pathLst>
              <a:path w="1720251" h="2196234">
                <a:moveTo>
                  <a:pt x="595933" y="458168"/>
                </a:moveTo>
                <a:lnTo>
                  <a:pt x="632104" y="507046"/>
                </a:lnTo>
                <a:lnTo>
                  <a:pt x="619071" y="500253"/>
                </a:lnTo>
                <a:lnTo>
                  <a:pt x="617636" y="508893"/>
                </a:lnTo>
                <a:lnTo>
                  <a:pt x="681204" y="590433"/>
                </a:lnTo>
                <a:lnTo>
                  <a:pt x="675089" y="617626"/>
                </a:lnTo>
                <a:lnTo>
                  <a:pt x="708749" y="693022"/>
                </a:lnTo>
                <a:lnTo>
                  <a:pt x="698936" y="735996"/>
                </a:lnTo>
                <a:lnTo>
                  <a:pt x="732044" y="726199"/>
                </a:lnTo>
                <a:lnTo>
                  <a:pt x="730906" y="714526"/>
                </a:lnTo>
                <a:lnTo>
                  <a:pt x="805312" y="648668"/>
                </a:lnTo>
                <a:lnTo>
                  <a:pt x="797651" y="640013"/>
                </a:lnTo>
                <a:lnTo>
                  <a:pt x="818613" y="638375"/>
                </a:lnTo>
                <a:lnTo>
                  <a:pt x="782754" y="629572"/>
                </a:lnTo>
                <a:lnTo>
                  <a:pt x="774300" y="611959"/>
                </a:lnTo>
                <a:lnTo>
                  <a:pt x="775755" y="544770"/>
                </a:lnTo>
                <a:lnTo>
                  <a:pt x="799289" y="510227"/>
                </a:lnTo>
                <a:lnTo>
                  <a:pt x="790543" y="517749"/>
                </a:lnTo>
                <a:lnTo>
                  <a:pt x="779549" y="507868"/>
                </a:lnTo>
                <a:lnTo>
                  <a:pt x="748383" y="452513"/>
                </a:lnTo>
                <a:lnTo>
                  <a:pt x="733380" y="458093"/>
                </a:lnTo>
                <a:lnTo>
                  <a:pt x="730897" y="477218"/>
                </a:lnTo>
                <a:lnTo>
                  <a:pt x="725443" y="467206"/>
                </a:lnTo>
                <a:lnTo>
                  <a:pt x="766853" y="399104"/>
                </a:lnTo>
                <a:lnTo>
                  <a:pt x="775967" y="394819"/>
                </a:lnTo>
                <a:lnTo>
                  <a:pt x="768952" y="409045"/>
                </a:lnTo>
                <a:lnTo>
                  <a:pt x="779185" y="411668"/>
                </a:lnTo>
                <a:lnTo>
                  <a:pt x="800017" y="397605"/>
                </a:lnTo>
                <a:lnTo>
                  <a:pt x="796288" y="372324"/>
                </a:lnTo>
                <a:lnTo>
                  <a:pt x="854524" y="294077"/>
                </a:lnTo>
                <a:lnTo>
                  <a:pt x="850598" y="275054"/>
                </a:lnTo>
                <a:lnTo>
                  <a:pt x="819643" y="273230"/>
                </a:lnTo>
                <a:lnTo>
                  <a:pt x="824546" y="253359"/>
                </a:lnTo>
                <a:lnTo>
                  <a:pt x="856640" y="230361"/>
                </a:lnTo>
                <a:lnTo>
                  <a:pt x="839230" y="236743"/>
                </a:lnTo>
                <a:lnTo>
                  <a:pt x="840159" y="225799"/>
                </a:lnTo>
                <a:lnTo>
                  <a:pt x="875922" y="196952"/>
                </a:lnTo>
                <a:lnTo>
                  <a:pt x="922585" y="197169"/>
                </a:lnTo>
                <a:lnTo>
                  <a:pt x="984774" y="176958"/>
                </a:lnTo>
                <a:lnTo>
                  <a:pt x="1098259" y="31919"/>
                </a:lnTo>
                <a:lnTo>
                  <a:pt x="1141464" y="0"/>
                </a:lnTo>
                <a:lnTo>
                  <a:pt x="1161080" y="10126"/>
                </a:lnTo>
                <a:lnTo>
                  <a:pt x="1143967" y="18499"/>
                </a:lnTo>
                <a:lnTo>
                  <a:pt x="1249387" y="60007"/>
                </a:lnTo>
                <a:lnTo>
                  <a:pt x="1266605" y="80614"/>
                </a:lnTo>
                <a:lnTo>
                  <a:pt x="1257886" y="86656"/>
                </a:lnTo>
                <a:lnTo>
                  <a:pt x="1273227" y="86658"/>
                </a:lnTo>
                <a:lnTo>
                  <a:pt x="1302173" y="122322"/>
                </a:lnTo>
                <a:lnTo>
                  <a:pt x="1274793" y="192759"/>
                </a:lnTo>
                <a:lnTo>
                  <a:pt x="1205967" y="273690"/>
                </a:lnTo>
                <a:lnTo>
                  <a:pt x="1159667" y="297693"/>
                </a:lnTo>
                <a:lnTo>
                  <a:pt x="1181905" y="375048"/>
                </a:lnTo>
                <a:lnTo>
                  <a:pt x="1174396" y="424674"/>
                </a:lnTo>
                <a:lnTo>
                  <a:pt x="1140243" y="494750"/>
                </a:lnTo>
                <a:lnTo>
                  <a:pt x="1110679" y="509352"/>
                </a:lnTo>
                <a:lnTo>
                  <a:pt x="1094153" y="590184"/>
                </a:lnTo>
                <a:lnTo>
                  <a:pt x="1069238" y="616847"/>
                </a:lnTo>
                <a:lnTo>
                  <a:pt x="1023618" y="736332"/>
                </a:lnTo>
                <a:lnTo>
                  <a:pt x="1060130" y="837862"/>
                </a:lnTo>
                <a:lnTo>
                  <a:pt x="1004722" y="871575"/>
                </a:lnTo>
                <a:lnTo>
                  <a:pt x="971756" y="958605"/>
                </a:lnTo>
                <a:lnTo>
                  <a:pt x="929509" y="957376"/>
                </a:lnTo>
                <a:lnTo>
                  <a:pt x="896722" y="1001389"/>
                </a:lnTo>
                <a:lnTo>
                  <a:pt x="871477" y="995470"/>
                </a:lnTo>
                <a:lnTo>
                  <a:pt x="872786" y="1024638"/>
                </a:lnTo>
                <a:lnTo>
                  <a:pt x="869724" y="1013879"/>
                </a:lnTo>
                <a:lnTo>
                  <a:pt x="850022" y="1020138"/>
                </a:lnTo>
                <a:lnTo>
                  <a:pt x="849832" y="1035306"/>
                </a:lnTo>
                <a:lnTo>
                  <a:pt x="823033" y="1051506"/>
                </a:lnTo>
                <a:lnTo>
                  <a:pt x="796087" y="1031986"/>
                </a:lnTo>
                <a:lnTo>
                  <a:pt x="804681" y="1050897"/>
                </a:lnTo>
                <a:lnTo>
                  <a:pt x="788332" y="1090364"/>
                </a:lnTo>
                <a:lnTo>
                  <a:pt x="764753" y="1077111"/>
                </a:lnTo>
                <a:lnTo>
                  <a:pt x="742979" y="1091978"/>
                </a:lnTo>
                <a:lnTo>
                  <a:pt x="721746" y="1086395"/>
                </a:lnTo>
                <a:lnTo>
                  <a:pt x="704808" y="1053695"/>
                </a:lnTo>
                <a:lnTo>
                  <a:pt x="742961" y="1046424"/>
                </a:lnTo>
                <a:lnTo>
                  <a:pt x="709409" y="1047422"/>
                </a:lnTo>
                <a:lnTo>
                  <a:pt x="696594" y="1002547"/>
                </a:lnTo>
                <a:lnTo>
                  <a:pt x="670233" y="1006732"/>
                </a:lnTo>
                <a:lnTo>
                  <a:pt x="630070" y="983046"/>
                </a:lnTo>
                <a:lnTo>
                  <a:pt x="626651" y="1030383"/>
                </a:lnTo>
                <a:lnTo>
                  <a:pt x="661075" y="1078266"/>
                </a:lnTo>
                <a:lnTo>
                  <a:pt x="685770" y="1106320"/>
                </a:lnTo>
                <a:lnTo>
                  <a:pt x="759812" y="1135792"/>
                </a:lnTo>
                <a:lnTo>
                  <a:pt x="795153" y="1175503"/>
                </a:lnTo>
                <a:lnTo>
                  <a:pt x="818961" y="1171704"/>
                </a:lnTo>
                <a:lnTo>
                  <a:pt x="838079" y="1139548"/>
                </a:lnTo>
                <a:lnTo>
                  <a:pt x="829122" y="1137167"/>
                </a:lnTo>
                <a:lnTo>
                  <a:pt x="849676" y="1124078"/>
                </a:lnTo>
                <a:lnTo>
                  <a:pt x="884811" y="1129902"/>
                </a:lnTo>
                <a:lnTo>
                  <a:pt x="971737" y="1097460"/>
                </a:lnTo>
                <a:lnTo>
                  <a:pt x="994010" y="1048286"/>
                </a:lnTo>
                <a:lnTo>
                  <a:pt x="1075563" y="1004006"/>
                </a:lnTo>
                <a:lnTo>
                  <a:pt x="1106134" y="924706"/>
                </a:lnTo>
                <a:lnTo>
                  <a:pt x="1096212" y="875199"/>
                </a:lnTo>
                <a:lnTo>
                  <a:pt x="1141071" y="816907"/>
                </a:lnTo>
                <a:lnTo>
                  <a:pt x="1248353" y="818197"/>
                </a:lnTo>
                <a:lnTo>
                  <a:pt x="1278004" y="829453"/>
                </a:lnTo>
                <a:lnTo>
                  <a:pt x="1270124" y="867581"/>
                </a:lnTo>
                <a:lnTo>
                  <a:pt x="1298509" y="923660"/>
                </a:lnTo>
                <a:lnTo>
                  <a:pt x="1274085" y="959390"/>
                </a:lnTo>
                <a:lnTo>
                  <a:pt x="1283234" y="974279"/>
                </a:lnTo>
                <a:lnTo>
                  <a:pt x="1257587" y="1013134"/>
                </a:lnTo>
                <a:lnTo>
                  <a:pt x="1260571" y="1028663"/>
                </a:lnTo>
                <a:lnTo>
                  <a:pt x="1238355" y="1044043"/>
                </a:lnTo>
                <a:lnTo>
                  <a:pt x="1267989" y="1087737"/>
                </a:lnTo>
                <a:lnTo>
                  <a:pt x="1264937" y="1100560"/>
                </a:lnTo>
                <a:lnTo>
                  <a:pt x="1358540" y="1126558"/>
                </a:lnTo>
                <a:lnTo>
                  <a:pt x="1350620" y="1108188"/>
                </a:lnTo>
                <a:lnTo>
                  <a:pt x="1327317" y="1110056"/>
                </a:lnTo>
                <a:lnTo>
                  <a:pt x="1324380" y="1090179"/>
                </a:lnTo>
                <a:lnTo>
                  <a:pt x="1318078" y="1100624"/>
                </a:lnTo>
                <a:lnTo>
                  <a:pt x="1285371" y="1080504"/>
                </a:lnTo>
                <a:lnTo>
                  <a:pt x="1284199" y="1062171"/>
                </a:lnTo>
                <a:lnTo>
                  <a:pt x="1263729" y="1060402"/>
                </a:lnTo>
                <a:lnTo>
                  <a:pt x="1288930" y="996328"/>
                </a:lnTo>
                <a:lnTo>
                  <a:pt x="1305741" y="984129"/>
                </a:lnTo>
                <a:lnTo>
                  <a:pt x="1339372" y="985369"/>
                </a:lnTo>
                <a:lnTo>
                  <a:pt x="1337459" y="937801"/>
                </a:lnTo>
                <a:lnTo>
                  <a:pt x="1328008" y="935457"/>
                </a:lnTo>
                <a:lnTo>
                  <a:pt x="1342158" y="864225"/>
                </a:lnTo>
                <a:lnTo>
                  <a:pt x="1260193" y="772112"/>
                </a:lnTo>
                <a:lnTo>
                  <a:pt x="1228187" y="755874"/>
                </a:lnTo>
                <a:lnTo>
                  <a:pt x="1192899" y="772956"/>
                </a:lnTo>
                <a:lnTo>
                  <a:pt x="1170439" y="768683"/>
                </a:lnTo>
                <a:lnTo>
                  <a:pt x="1146043" y="746408"/>
                </a:lnTo>
                <a:lnTo>
                  <a:pt x="1119839" y="748130"/>
                </a:lnTo>
                <a:lnTo>
                  <a:pt x="1113048" y="728659"/>
                </a:lnTo>
                <a:lnTo>
                  <a:pt x="1138852" y="690026"/>
                </a:lnTo>
                <a:lnTo>
                  <a:pt x="1137609" y="626029"/>
                </a:lnTo>
                <a:lnTo>
                  <a:pt x="1177449" y="561573"/>
                </a:lnTo>
                <a:lnTo>
                  <a:pt x="1232021" y="521884"/>
                </a:lnTo>
                <a:lnTo>
                  <a:pt x="1247050" y="493333"/>
                </a:lnTo>
                <a:lnTo>
                  <a:pt x="1237195" y="451441"/>
                </a:lnTo>
                <a:lnTo>
                  <a:pt x="1242761" y="376621"/>
                </a:lnTo>
                <a:lnTo>
                  <a:pt x="1224387" y="335502"/>
                </a:lnTo>
                <a:lnTo>
                  <a:pt x="1267219" y="307813"/>
                </a:lnTo>
                <a:lnTo>
                  <a:pt x="1279354" y="282618"/>
                </a:lnTo>
                <a:lnTo>
                  <a:pt x="1381440" y="263099"/>
                </a:lnTo>
                <a:lnTo>
                  <a:pt x="1413924" y="189189"/>
                </a:lnTo>
                <a:lnTo>
                  <a:pt x="1410752" y="146619"/>
                </a:lnTo>
                <a:lnTo>
                  <a:pt x="1430809" y="141734"/>
                </a:lnTo>
                <a:lnTo>
                  <a:pt x="1442019" y="157764"/>
                </a:lnTo>
                <a:lnTo>
                  <a:pt x="1448583" y="174892"/>
                </a:lnTo>
                <a:lnTo>
                  <a:pt x="1434578" y="180489"/>
                </a:lnTo>
                <a:lnTo>
                  <a:pt x="1447374" y="207361"/>
                </a:lnTo>
                <a:lnTo>
                  <a:pt x="1434879" y="215531"/>
                </a:lnTo>
                <a:lnTo>
                  <a:pt x="1430732" y="257667"/>
                </a:lnTo>
                <a:lnTo>
                  <a:pt x="1383418" y="300943"/>
                </a:lnTo>
                <a:lnTo>
                  <a:pt x="1371539" y="327685"/>
                </a:lnTo>
                <a:lnTo>
                  <a:pt x="1374001" y="373287"/>
                </a:lnTo>
                <a:lnTo>
                  <a:pt x="1351811" y="381761"/>
                </a:lnTo>
                <a:lnTo>
                  <a:pt x="1347455" y="396873"/>
                </a:lnTo>
                <a:lnTo>
                  <a:pt x="1386069" y="441965"/>
                </a:lnTo>
                <a:lnTo>
                  <a:pt x="1430521" y="460657"/>
                </a:lnTo>
                <a:lnTo>
                  <a:pt x="1424975" y="481030"/>
                </a:lnTo>
                <a:lnTo>
                  <a:pt x="1436932" y="464044"/>
                </a:lnTo>
                <a:lnTo>
                  <a:pt x="1468551" y="477076"/>
                </a:lnTo>
                <a:lnTo>
                  <a:pt x="1482092" y="490940"/>
                </a:lnTo>
                <a:lnTo>
                  <a:pt x="1480162" y="518248"/>
                </a:lnTo>
                <a:lnTo>
                  <a:pt x="1502978" y="541066"/>
                </a:lnTo>
                <a:lnTo>
                  <a:pt x="1542598" y="546026"/>
                </a:lnTo>
                <a:lnTo>
                  <a:pt x="1550845" y="533097"/>
                </a:lnTo>
                <a:lnTo>
                  <a:pt x="1505867" y="538477"/>
                </a:lnTo>
                <a:lnTo>
                  <a:pt x="1520093" y="518518"/>
                </a:lnTo>
                <a:lnTo>
                  <a:pt x="1520295" y="505449"/>
                </a:lnTo>
                <a:lnTo>
                  <a:pt x="1510552" y="505114"/>
                </a:lnTo>
                <a:lnTo>
                  <a:pt x="1516423" y="517318"/>
                </a:lnTo>
                <a:lnTo>
                  <a:pt x="1504718" y="501324"/>
                </a:lnTo>
                <a:lnTo>
                  <a:pt x="1515523" y="476852"/>
                </a:lnTo>
                <a:lnTo>
                  <a:pt x="1494981" y="470267"/>
                </a:lnTo>
                <a:lnTo>
                  <a:pt x="1505123" y="451630"/>
                </a:lnTo>
                <a:lnTo>
                  <a:pt x="1483728" y="461969"/>
                </a:lnTo>
                <a:lnTo>
                  <a:pt x="1472108" y="454221"/>
                </a:lnTo>
                <a:lnTo>
                  <a:pt x="1418017" y="383787"/>
                </a:lnTo>
                <a:lnTo>
                  <a:pt x="1425541" y="320210"/>
                </a:lnTo>
                <a:lnTo>
                  <a:pt x="1480891" y="316438"/>
                </a:lnTo>
                <a:lnTo>
                  <a:pt x="1507999" y="366949"/>
                </a:lnTo>
                <a:lnTo>
                  <a:pt x="1540622" y="368750"/>
                </a:lnTo>
                <a:lnTo>
                  <a:pt x="1552929" y="353774"/>
                </a:lnTo>
                <a:lnTo>
                  <a:pt x="1546498" y="327938"/>
                </a:lnTo>
                <a:lnTo>
                  <a:pt x="1517092" y="326811"/>
                </a:lnTo>
                <a:lnTo>
                  <a:pt x="1512379" y="316186"/>
                </a:lnTo>
                <a:lnTo>
                  <a:pt x="1524255" y="299307"/>
                </a:lnTo>
                <a:lnTo>
                  <a:pt x="1533420" y="307965"/>
                </a:lnTo>
                <a:lnTo>
                  <a:pt x="1569686" y="284469"/>
                </a:lnTo>
                <a:lnTo>
                  <a:pt x="1586929" y="288547"/>
                </a:lnTo>
                <a:lnTo>
                  <a:pt x="1599188" y="343990"/>
                </a:lnTo>
                <a:lnTo>
                  <a:pt x="1664684" y="397007"/>
                </a:lnTo>
                <a:lnTo>
                  <a:pt x="1667538" y="409711"/>
                </a:lnTo>
                <a:lnTo>
                  <a:pt x="1647546" y="413056"/>
                </a:lnTo>
                <a:lnTo>
                  <a:pt x="1644128" y="440981"/>
                </a:lnTo>
                <a:lnTo>
                  <a:pt x="1626532" y="448151"/>
                </a:lnTo>
                <a:lnTo>
                  <a:pt x="1598297" y="437422"/>
                </a:lnTo>
                <a:lnTo>
                  <a:pt x="1574301" y="468115"/>
                </a:lnTo>
                <a:lnTo>
                  <a:pt x="1607313" y="529355"/>
                </a:lnTo>
                <a:lnTo>
                  <a:pt x="1638107" y="552503"/>
                </a:lnTo>
                <a:lnTo>
                  <a:pt x="1631012" y="625696"/>
                </a:lnTo>
                <a:lnTo>
                  <a:pt x="1614251" y="649657"/>
                </a:lnTo>
                <a:lnTo>
                  <a:pt x="1621495" y="666453"/>
                </a:lnTo>
                <a:lnTo>
                  <a:pt x="1584693" y="653386"/>
                </a:lnTo>
                <a:lnTo>
                  <a:pt x="1525757" y="695986"/>
                </a:lnTo>
                <a:lnTo>
                  <a:pt x="1517653" y="686691"/>
                </a:lnTo>
                <a:lnTo>
                  <a:pt x="1513749" y="703883"/>
                </a:lnTo>
                <a:lnTo>
                  <a:pt x="1475023" y="723773"/>
                </a:lnTo>
                <a:lnTo>
                  <a:pt x="1482896" y="752952"/>
                </a:lnTo>
                <a:lnTo>
                  <a:pt x="1473556" y="756682"/>
                </a:lnTo>
                <a:lnTo>
                  <a:pt x="1500928" y="774573"/>
                </a:lnTo>
                <a:lnTo>
                  <a:pt x="1508262" y="834672"/>
                </a:lnTo>
                <a:lnTo>
                  <a:pt x="1561702" y="858258"/>
                </a:lnTo>
                <a:lnTo>
                  <a:pt x="1571652" y="879794"/>
                </a:lnTo>
                <a:lnTo>
                  <a:pt x="1613694" y="879616"/>
                </a:lnTo>
                <a:lnTo>
                  <a:pt x="1629369" y="851452"/>
                </a:lnTo>
                <a:lnTo>
                  <a:pt x="1640383" y="872700"/>
                </a:lnTo>
                <a:lnTo>
                  <a:pt x="1627399" y="897837"/>
                </a:lnTo>
                <a:lnTo>
                  <a:pt x="1665398" y="914532"/>
                </a:lnTo>
                <a:lnTo>
                  <a:pt x="1651973" y="932597"/>
                </a:lnTo>
                <a:lnTo>
                  <a:pt x="1656364" y="974941"/>
                </a:lnTo>
                <a:lnTo>
                  <a:pt x="1681271" y="1011308"/>
                </a:lnTo>
                <a:lnTo>
                  <a:pt x="1639332" y="1017446"/>
                </a:lnTo>
                <a:lnTo>
                  <a:pt x="1649415" y="1036034"/>
                </a:lnTo>
                <a:lnTo>
                  <a:pt x="1642095" y="1070548"/>
                </a:lnTo>
                <a:lnTo>
                  <a:pt x="1615754" y="1086475"/>
                </a:lnTo>
                <a:lnTo>
                  <a:pt x="1602943" y="1126568"/>
                </a:lnTo>
                <a:lnTo>
                  <a:pt x="1558486" y="1118704"/>
                </a:lnTo>
                <a:lnTo>
                  <a:pt x="1574465" y="1160766"/>
                </a:lnTo>
                <a:lnTo>
                  <a:pt x="1569619" y="1181276"/>
                </a:lnTo>
                <a:lnTo>
                  <a:pt x="1585344" y="1199621"/>
                </a:lnTo>
                <a:lnTo>
                  <a:pt x="1570415" y="1217380"/>
                </a:lnTo>
                <a:lnTo>
                  <a:pt x="1573654" y="1234964"/>
                </a:lnTo>
                <a:lnTo>
                  <a:pt x="1552779" y="1245856"/>
                </a:lnTo>
                <a:lnTo>
                  <a:pt x="1601416" y="1325361"/>
                </a:lnTo>
                <a:lnTo>
                  <a:pt x="1609776" y="1364758"/>
                </a:lnTo>
                <a:lnTo>
                  <a:pt x="1586048" y="1398006"/>
                </a:lnTo>
                <a:lnTo>
                  <a:pt x="1605707" y="1458508"/>
                </a:lnTo>
                <a:lnTo>
                  <a:pt x="1582378" y="1476664"/>
                </a:lnTo>
                <a:lnTo>
                  <a:pt x="1588110" y="1524218"/>
                </a:lnTo>
                <a:lnTo>
                  <a:pt x="1624749" y="1538714"/>
                </a:lnTo>
                <a:lnTo>
                  <a:pt x="1641549" y="1563234"/>
                </a:lnTo>
                <a:lnTo>
                  <a:pt x="1628577" y="1577005"/>
                </a:lnTo>
                <a:lnTo>
                  <a:pt x="1647561" y="1600399"/>
                </a:lnTo>
                <a:lnTo>
                  <a:pt x="1644954" y="1638344"/>
                </a:lnTo>
                <a:lnTo>
                  <a:pt x="1616364" y="1668146"/>
                </a:lnTo>
                <a:lnTo>
                  <a:pt x="1606115" y="1701630"/>
                </a:lnTo>
                <a:lnTo>
                  <a:pt x="1655616" y="1709457"/>
                </a:lnTo>
                <a:lnTo>
                  <a:pt x="1652839" y="1728603"/>
                </a:lnTo>
                <a:lnTo>
                  <a:pt x="1666967" y="1745505"/>
                </a:lnTo>
                <a:lnTo>
                  <a:pt x="1700770" y="1737908"/>
                </a:lnTo>
                <a:lnTo>
                  <a:pt x="1720251" y="1752002"/>
                </a:lnTo>
                <a:lnTo>
                  <a:pt x="1708374" y="1809500"/>
                </a:lnTo>
                <a:lnTo>
                  <a:pt x="1716137" y="1845878"/>
                </a:lnTo>
                <a:lnTo>
                  <a:pt x="1702312" y="1883636"/>
                </a:lnTo>
                <a:lnTo>
                  <a:pt x="1663957" y="1898686"/>
                </a:lnTo>
                <a:lnTo>
                  <a:pt x="1631666" y="1945617"/>
                </a:lnTo>
                <a:lnTo>
                  <a:pt x="1610024" y="1953145"/>
                </a:lnTo>
                <a:lnTo>
                  <a:pt x="1628717" y="1970354"/>
                </a:lnTo>
                <a:lnTo>
                  <a:pt x="1631722" y="2002869"/>
                </a:lnTo>
                <a:lnTo>
                  <a:pt x="1652619" y="2005388"/>
                </a:lnTo>
                <a:lnTo>
                  <a:pt x="1627952" y="2039933"/>
                </a:lnTo>
                <a:lnTo>
                  <a:pt x="1634548" y="2055567"/>
                </a:lnTo>
                <a:lnTo>
                  <a:pt x="1623448" y="2079996"/>
                </a:lnTo>
                <a:lnTo>
                  <a:pt x="1503057" y="2196234"/>
                </a:lnTo>
                <a:lnTo>
                  <a:pt x="1494894" y="2156476"/>
                </a:lnTo>
                <a:lnTo>
                  <a:pt x="1477662" y="2148555"/>
                </a:lnTo>
                <a:lnTo>
                  <a:pt x="1465829" y="2113986"/>
                </a:lnTo>
                <a:lnTo>
                  <a:pt x="1419490" y="2122110"/>
                </a:lnTo>
                <a:lnTo>
                  <a:pt x="1385914" y="2073458"/>
                </a:lnTo>
                <a:lnTo>
                  <a:pt x="1389093" y="2058251"/>
                </a:lnTo>
                <a:lnTo>
                  <a:pt x="1344077" y="2035719"/>
                </a:lnTo>
                <a:lnTo>
                  <a:pt x="1307165" y="2048914"/>
                </a:lnTo>
                <a:lnTo>
                  <a:pt x="1277835" y="2014348"/>
                </a:lnTo>
                <a:lnTo>
                  <a:pt x="1274381" y="1957601"/>
                </a:lnTo>
                <a:lnTo>
                  <a:pt x="1230128" y="1951139"/>
                </a:lnTo>
                <a:lnTo>
                  <a:pt x="1223356" y="1964914"/>
                </a:lnTo>
                <a:lnTo>
                  <a:pt x="1160898" y="1986579"/>
                </a:lnTo>
                <a:lnTo>
                  <a:pt x="1143054" y="2017605"/>
                </a:lnTo>
                <a:lnTo>
                  <a:pt x="1060607" y="1989476"/>
                </a:lnTo>
                <a:lnTo>
                  <a:pt x="989785" y="1996216"/>
                </a:lnTo>
                <a:lnTo>
                  <a:pt x="939990" y="1914475"/>
                </a:lnTo>
                <a:lnTo>
                  <a:pt x="940785" y="1878732"/>
                </a:lnTo>
                <a:lnTo>
                  <a:pt x="918110" y="1858046"/>
                </a:lnTo>
                <a:lnTo>
                  <a:pt x="881670" y="1862575"/>
                </a:lnTo>
                <a:lnTo>
                  <a:pt x="857733" y="1821937"/>
                </a:lnTo>
                <a:lnTo>
                  <a:pt x="747635" y="1793277"/>
                </a:lnTo>
                <a:lnTo>
                  <a:pt x="735755" y="1762928"/>
                </a:lnTo>
                <a:lnTo>
                  <a:pt x="670872" y="1729613"/>
                </a:lnTo>
                <a:lnTo>
                  <a:pt x="666942" y="1682024"/>
                </a:lnTo>
                <a:lnTo>
                  <a:pt x="621498" y="1694199"/>
                </a:lnTo>
                <a:lnTo>
                  <a:pt x="585234" y="1674762"/>
                </a:lnTo>
                <a:lnTo>
                  <a:pt x="564858" y="1685525"/>
                </a:lnTo>
                <a:lnTo>
                  <a:pt x="534701" y="1675610"/>
                </a:lnTo>
                <a:lnTo>
                  <a:pt x="560822" y="1605269"/>
                </a:lnTo>
                <a:lnTo>
                  <a:pt x="554969" y="1585511"/>
                </a:lnTo>
                <a:lnTo>
                  <a:pt x="520981" y="1566535"/>
                </a:lnTo>
                <a:lnTo>
                  <a:pt x="518480" y="1502706"/>
                </a:lnTo>
                <a:lnTo>
                  <a:pt x="548833" y="1477419"/>
                </a:lnTo>
                <a:lnTo>
                  <a:pt x="526813" y="1436690"/>
                </a:lnTo>
                <a:lnTo>
                  <a:pt x="502384" y="1430854"/>
                </a:lnTo>
                <a:lnTo>
                  <a:pt x="443933" y="1370748"/>
                </a:lnTo>
                <a:lnTo>
                  <a:pt x="429848" y="1371249"/>
                </a:lnTo>
                <a:lnTo>
                  <a:pt x="430615" y="1393459"/>
                </a:lnTo>
                <a:lnTo>
                  <a:pt x="414093" y="1407347"/>
                </a:lnTo>
                <a:lnTo>
                  <a:pt x="387252" y="1378876"/>
                </a:lnTo>
                <a:lnTo>
                  <a:pt x="320178" y="1399606"/>
                </a:lnTo>
                <a:lnTo>
                  <a:pt x="287131" y="1372304"/>
                </a:lnTo>
                <a:lnTo>
                  <a:pt x="266681" y="1331247"/>
                </a:lnTo>
                <a:lnTo>
                  <a:pt x="297613" y="1293010"/>
                </a:lnTo>
                <a:lnTo>
                  <a:pt x="285815" y="1272022"/>
                </a:lnTo>
                <a:lnTo>
                  <a:pt x="266704" y="1271301"/>
                </a:lnTo>
                <a:lnTo>
                  <a:pt x="242781" y="1240936"/>
                </a:lnTo>
                <a:lnTo>
                  <a:pt x="197627" y="1220935"/>
                </a:lnTo>
                <a:lnTo>
                  <a:pt x="170751" y="1232439"/>
                </a:lnTo>
                <a:lnTo>
                  <a:pt x="130100" y="1211133"/>
                </a:lnTo>
                <a:lnTo>
                  <a:pt x="114402" y="1218526"/>
                </a:lnTo>
                <a:lnTo>
                  <a:pt x="45964" y="1198116"/>
                </a:lnTo>
                <a:lnTo>
                  <a:pt x="37963" y="1180512"/>
                </a:lnTo>
                <a:lnTo>
                  <a:pt x="53464" y="1161542"/>
                </a:lnTo>
                <a:lnTo>
                  <a:pt x="44415" y="1142337"/>
                </a:lnTo>
                <a:lnTo>
                  <a:pt x="4202" y="1124373"/>
                </a:lnTo>
                <a:lnTo>
                  <a:pt x="0" y="1107460"/>
                </a:lnTo>
                <a:lnTo>
                  <a:pt x="35426" y="1091253"/>
                </a:lnTo>
                <a:lnTo>
                  <a:pt x="41773" y="1061400"/>
                </a:lnTo>
                <a:lnTo>
                  <a:pt x="89492" y="1004095"/>
                </a:lnTo>
                <a:lnTo>
                  <a:pt x="72907" y="981463"/>
                </a:lnTo>
                <a:lnTo>
                  <a:pt x="86113" y="930410"/>
                </a:lnTo>
                <a:lnTo>
                  <a:pt x="78406" y="905188"/>
                </a:lnTo>
                <a:lnTo>
                  <a:pt x="147377" y="914077"/>
                </a:lnTo>
                <a:lnTo>
                  <a:pt x="167403" y="882860"/>
                </a:lnTo>
                <a:lnTo>
                  <a:pt x="199708" y="864815"/>
                </a:lnTo>
                <a:lnTo>
                  <a:pt x="210897" y="873840"/>
                </a:lnTo>
                <a:lnTo>
                  <a:pt x="241250" y="840477"/>
                </a:lnTo>
                <a:lnTo>
                  <a:pt x="387136" y="837336"/>
                </a:lnTo>
                <a:lnTo>
                  <a:pt x="415056" y="800457"/>
                </a:lnTo>
                <a:lnTo>
                  <a:pt x="503464" y="777562"/>
                </a:lnTo>
                <a:lnTo>
                  <a:pt x="506374" y="761188"/>
                </a:lnTo>
                <a:lnTo>
                  <a:pt x="490731" y="754119"/>
                </a:lnTo>
                <a:lnTo>
                  <a:pt x="501821" y="742167"/>
                </a:lnTo>
                <a:lnTo>
                  <a:pt x="527292" y="748064"/>
                </a:lnTo>
                <a:lnTo>
                  <a:pt x="524869" y="724903"/>
                </a:lnTo>
                <a:lnTo>
                  <a:pt x="540695" y="706217"/>
                </a:lnTo>
                <a:lnTo>
                  <a:pt x="499590" y="685566"/>
                </a:lnTo>
                <a:lnTo>
                  <a:pt x="498804" y="665835"/>
                </a:lnTo>
                <a:lnTo>
                  <a:pt x="517889" y="629910"/>
                </a:lnTo>
                <a:lnTo>
                  <a:pt x="569079" y="591693"/>
                </a:lnTo>
                <a:lnTo>
                  <a:pt x="570635" y="541197"/>
                </a:lnTo>
                <a:lnTo>
                  <a:pt x="532746" y="499629"/>
                </a:lnTo>
                <a:lnTo>
                  <a:pt x="543921" y="480166"/>
                </a:lnTo>
                <a:lnTo>
                  <a:pt x="595933" y="458168"/>
                </a:lnTo>
                <a:lnTo>
                  <a:pt x="595933" y="45816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p-line"/>
          <p:cNvSpPr/>
          <p:nvPr/>
        </p:nvSpPr>
        <p:spPr>
          <a:xfrm>
            <a:off x="6700881" y="4519744"/>
            <a:ext cx="17679" cy="9737"/>
          </a:xfrm>
          <a:custGeom>
            <a:avLst/>
            <a:gdLst/>
            <a:ahLst/>
            <a:cxnLst/>
            <a:rect l="0" t="0" r="r" b="b"/>
            <a:pathLst>
              <a:path w="17679" h="9737">
                <a:moveTo>
                  <a:pt x="17679" y="0"/>
                </a:moveTo>
                <a:lnTo>
                  <a:pt x="0" y="9737"/>
                </a:lnTo>
                <a:lnTo>
                  <a:pt x="17679" y="0"/>
                </a:lnTo>
                <a:lnTo>
                  <a:pt x="1767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map-line"/>
          <p:cNvSpPr/>
          <p:nvPr/>
        </p:nvSpPr>
        <p:spPr>
          <a:xfrm>
            <a:off x="6942179" y="4772926"/>
            <a:ext cx="94974" cy="57714"/>
          </a:xfrm>
          <a:custGeom>
            <a:avLst/>
            <a:gdLst/>
            <a:ahLst/>
            <a:cxnLst/>
            <a:rect l="0" t="0" r="r" b="b"/>
            <a:pathLst>
              <a:path w="94974" h="57714">
                <a:moveTo>
                  <a:pt x="91944" y="25848"/>
                </a:moveTo>
                <a:lnTo>
                  <a:pt x="94974" y="38123"/>
                </a:lnTo>
                <a:lnTo>
                  <a:pt x="49907" y="57714"/>
                </a:lnTo>
                <a:lnTo>
                  <a:pt x="0" y="39949"/>
                </a:lnTo>
                <a:lnTo>
                  <a:pt x="57092" y="0"/>
                </a:lnTo>
                <a:lnTo>
                  <a:pt x="91944" y="25848"/>
                </a:lnTo>
                <a:lnTo>
                  <a:pt x="91944" y="2584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p-line"/>
          <p:cNvSpPr/>
          <p:nvPr/>
        </p:nvSpPr>
        <p:spPr>
          <a:xfrm>
            <a:off x="6836580" y="4626076"/>
            <a:ext cx="48033" cy="51016"/>
          </a:xfrm>
          <a:custGeom>
            <a:avLst/>
            <a:gdLst/>
            <a:ahLst/>
            <a:cxnLst/>
            <a:rect l="0" t="0" r="r" b="b"/>
            <a:pathLst>
              <a:path w="48033" h="51016">
                <a:moveTo>
                  <a:pt x="38512" y="11905"/>
                </a:moveTo>
                <a:lnTo>
                  <a:pt x="48033" y="24453"/>
                </a:lnTo>
                <a:lnTo>
                  <a:pt x="35507" y="16059"/>
                </a:lnTo>
                <a:lnTo>
                  <a:pt x="18995" y="51016"/>
                </a:lnTo>
                <a:lnTo>
                  <a:pt x="0" y="11604"/>
                </a:lnTo>
                <a:lnTo>
                  <a:pt x="11888" y="0"/>
                </a:lnTo>
                <a:lnTo>
                  <a:pt x="38512" y="11905"/>
                </a:lnTo>
                <a:lnTo>
                  <a:pt x="38512" y="1190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map-line"/>
          <p:cNvSpPr/>
          <p:nvPr/>
        </p:nvSpPr>
        <p:spPr>
          <a:xfrm>
            <a:off x="6955884" y="4649634"/>
            <a:ext cx="28531" cy="22287"/>
          </a:xfrm>
          <a:custGeom>
            <a:avLst/>
            <a:gdLst/>
            <a:ahLst/>
            <a:cxnLst/>
            <a:rect l="0" t="0" r="r" b="b"/>
            <a:pathLst>
              <a:path w="28531" h="22287">
                <a:moveTo>
                  <a:pt x="28531" y="14429"/>
                </a:moveTo>
                <a:lnTo>
                  <a:pt x="21964" y="22287"/>
                </a:lnTo>
                <a:lnTo>
                  <a:pt x="0" y="0"/>
                </a:lnTo>
                <a:lnTo>
                  <a:pt x="28531" y="14429"/>
                </a:lnTo>
                <a:lnTo>
                  <a:pt x="28531" y="1442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p-line"/>
          <p:cNvSpPr/>
          <p:nvPr/>
        </p:nvSpPr>
        <p:spPr>
          <a:xfrm>
            <a:off x="6617366" y="4481174"/>
            <a:ext cx="106201" cy="103210"/>
          </a:xfrm>
          <a:custGeom>
            <a:avLst/>
            <a:gdLst/>
            <a:ahLst/>
            <a:cxnLst/>
            <a:rect l="0" t="0" r="r" b="b"/>
            <a:pathLst>
              <a:path w="106201" h="103210">
                <a:moveTo>
                  <a:pt x="106201" y="70933"/>
                </a:moveTo>
                <a:lnTo>
                  <a:pt x="95706" y="103210"/>
                </a:lnTo>
                <a:lnTo>
                  <a:pt x="87548" y="71907"/>
                </a:lnTo>
                <a:lnTo>
                  <a:pt x="0" y="58597"/>
                </a:lnTo>
                <a:lnTo>
                  <a:pt x="31296" y="3732"/>
                </a:lnTo>
                <a:lnTo>
                  <a:pt x="64521" y="0"/>
                </a:lnTo>
                <a:lnTo>
                  <a:pt x="100545" y="23081"/>
                </a:lnTo>
                <a:lnTo>
                  <a:pt x="73490" y="48991"/>
                </a:lnTo>
                <a:lnTo>
                  <a:pt x="88346" y="58333"/>
                </a:lnTo>
                <a:lnTo>
                  <a:pt x="103110" y="45584"/>
                </a:lnTo>
                <a:lnTo>
                  <a:pt x="106201" y="70933"/>
                </a:lnTo>
                <a:lnTo>
                  <a:pt x="106201" y="7093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map-line"/>
          <p:cNvSpPr/>
          <p:nvPr/>
        </p:nvSpPr>
        <p:spPr>
          <a:xfrm>
            <a:off x="6971708" y="4596539"/>
            <a:ext cx="31406" cy="25391"/>
          </a:xfrm>
          <a:custGeom>
            <a:avLst/>
            <a:gdLst/>
            <a:ahLst/>
            <a:cxnLst/>
            <a:rect l="0" t="0" r="r" b="b"/>
            <a:pathLst>
              <a:path w="31406" h="25391">
                <a:moveTo>
                  <a:pt x="31406" y="25391"/>
                </a:moveTo>
                <a:lnTo>
                  <a:pt x="0" y="0"/>
                </a:lnTo>
                <a:lnTo>
                  <a:pt x="31406" y="25391"/>
                </a:lnTo>
                <a:lnTo>
                  <a:pt x="31406" y="2539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p-line"/>
          <p:cNvSpPr/>
          <p:nvPr/>
        </p:nvSpPr>
        <p:spPr>
          <a:xfrm>
            <a:off x="6924640" y="4583217"/>
            <a:ext cx="48299" cy="19541"/>
          </a:xfrm>
          <a:custGeom>
            <a:avLst/>
            <a:gdLst/>
            <a:ahLst/>
            <a:cxnLst/>
            <a:rect l="0" t="0" r="r" b="b"/>
            <a:pathLst>
              <a:path w="48299" h="19541">
                <a:moveTo>
                  <a:pt x="39162" y="10738"/>
                </a:moveTo>
                <a:lnTo>
                  <a:pt x="0" y="19541"/>
                </a:lnTo>
                <a:lnTo>
                  <a:pt x="25164" y="0"/>
                </a:lnTo>
                <a:lnTo>
                  <a:pt x="48299" y="3842"/>
                </a:lnTo>
                <a:lnTo>
                  <a:pt x="39162" y="10738"/>
                </a:lnTo>
                <a:lnTo>
                  <a:pt x="39162" y="1073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map-line"/>
          <p:cNvSpPr/>
          <p:nvPr/>
        </p:nvSpPr>
        <p:spPr>
          <a:xfrm>
            <a:off x="6168109" y="5031680"/>
            <a:ext cx="14778" cy="16649"/>
          </a:xfrm>
          <a:custGeom>
            <a:avLst/>
            <a:gdLst/>
            <a:ahLst/>
            <a:cxnLst/>
            <a:rect l="0" t="0" r="r" b="b"/>
            <a:pathLst>
              <a:path w="14778" h="16649">
                <a:moveTo>
                  <a:pt x="14778" y="11630"/>
                </a:moveTo>
                <a:lnTo>
                  <a:pt x="3034" y="16649"/>
                </a:lnTo>
                <a:lnTo>
                  <a:pt x="0" y="0"/>
                </a:lnTo>
                <a:lnTo>
                  <a:pt x="14778" y="11630"/>
                </a:lnTo>
                <a:lnTo>
                  <a:pt x="14778" y="1163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p-line"/>
          <p:cNvSpPr/>
          <p:nvPr/>
        </p:nvSpPr>
        <p:spPr>
          <a:xfrm>
            <a:off x="6176102" y="5022341"/>
            <a:ext cx="26015" cy="19357"/>
          </a:xfrm>
          <a:custGeom>
            <a:avLst/>
            <a:gdLst/>
            <a:ahLst/>
            <a:cxnLst/>
            <a:rect l="0" t="0" r="r" b="b"/>
            <a:pathLst>
              <a:path w="26015" h="19357">
                <a:moveTo>
                  <a:pt x="26015" y="0"/>
                </a:moveTo>
                <a:lnTo>
                  <a:pt x="10750" y="19357"/>
                </a:lnTo>
                <a:lnTo>
                  <a:pt x="0" y="11288"/>
                </a:lnTo>
                <a:lnTo>
                  <a:pt x="26015" y="0"/>
                </a:lnTo>
                <a:lnTo>
                  <a:pt x="26015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map-line"/>
          <p:cNvSpPr/>
          <p:nvPr/>
        </p:nvSpPr>
        <p:spPr>
          <a:xfrm>
            <a:off x="6235631" y="4848717"/>
            <a:ext cx="9896" cy="28227"/>
          </a:xfrm>
          <a:custGeom>
            <a:avLst/>
            <a:gdLst/>
            <a:ahLst/>
            <a:cxnLst/>
            <a:rect l="0" t="0" r="r" b="b"/>
            <a:pathLst>
              <a:path w="9896" h="28227">
                <a:moveTo>
                  <a:pt x="7017" y="28227"/>
                </a:moveTo>
                <a:lnTo>
                  <a:pt x="0" y="7978"/>
                </a:lnTo>
                <a:lnTo>
                  <a:pt x="9896" y="0"/>
                </a:lnTo>
                <a:lnTo>
                  <a:pt x="7017" y="28227"/>
                </a:lnTo>
                <a:lnTo>
                  <a:pt x="7017" y="2822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map-line"/>
          <p:cNvSpPr/>
          <p:nvPr/>
        </p:nvSpPr>
        <p:spPr>
          <a:xfrm>
            <a:off x="6239926" y="4800298"/>
            <a:ext cx="14360" cy="44204"/>
          </a:xfrm>
          <a:custGeom>
            <a:avLst/>
            <a:gdLst/>
            <a:ahLst/>
            <a:cxnLst/>
            <a:rect l="0" t="0" r="r" b="b"/>
            <a:pathLst>
              <a:path w="14360" h="44204">
                <a:moveTo>
                  <a:pt x="0" y="44204"/>
                </a:moveTo>
                <a:lnTo>
                  <a:pt x="14360" y="0"/>
                </a:lnTo>
                <a:lnTo>
                  <a:pt x="0" y="44204"/>
                </a:lnTo>
                <a:lnTo>
                  <a:pt x="0" y="4420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map-line"/>
          <p:cNvSpPr/>
          <p:nvPr/>
        </p:nvSpPr>
        <p:spPr>
          <a:xfrm>
            <a:off x="6256999" y="4787397"/>
            <a:ext cx="16470" cy="10416"/>
          </a:xfrm>
          <a:custGeom>
            <a:avLst/>
            <a:gdLst/>
            <a:ahLst/>
            <a:cxnLst/>
            <a:rect l="0" t="0" r="r" b="b"/>
            <a:pathLst>
              <a:path w="16470" h="10416">
                <a:moveTo>
                  <a:pt x="16470" y="0"/>
                </a:moveTo>
                <a:lnTo>
                  <a:pt x="0" y="10416"/>
                </a:lnTo>
                <a:lnTo>
                  <a:pt x="16470" y="0"/>
                </a:lnTo>
                <a:lnTo>
                  <a:pt x="1647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map-line"/>
          <p:cNvSpPr/>
          <p:nvPr/>
        </p:nvSpPr>
        <p:spPr>
          <a:xfrm>
            <a:off x="5161988" y="4567359"/>
            <a:ext cx="46000" cy="17418"/>
          </a:xfrm>
          <a:custGeom>
            <a:avLst/>
            <a:gdLst/>
            <a:ahLst/>
            <a:cxnLst/>
            <a:rect l="0" t="0" r="r" b="b"/>
            <a:pathLst>
              <a:path w="46000" h="17418">
                <a:moveTo>
                  <a:pt x="40232" y="7227"/>
                </a:moveTo>
                <a:lnTo>
                  <a:pt x="46000" y="17418"/>
                </a:lnTo>
                <a:lnTo>
                  <a:pt x="0" y="0"/>
                </a:lnTo>
                <a:lnTo>
                  <a:pt x="40232" y="7227"/>
                </a:lnTo>
                <a:lnTo>
                  <a:pt x="40232" y="722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map-line"/>
          <p:cNvSpPr/>
          <p:nvPr/>
        </p:nvSpPr>
        <p:spPr>
          <a:xfrm>
            <a:off x="5457568" y="4686188"/>
            <a:ext cx="15083" cy="11634"/>
          </a:xfrm>
          <a:custGeom>
            <a:avLst/>
            <a:gdLst/>
            <a:ahLst/>
            <a:cxnLst/>
            <a:rect l="0" t="0" r="r" b="b"/>
            <a:pathLst>
              <a:path w="15083" h="11634">
                <a:moveTo>
                  <a:pt x="11502" y="1066"/>
                </a:moveTo>
                <a:lnTo>
                  <a:pt x="15083" y="11634"/>
                </a:lnTo>
                <a:lnTo>
                  <a:pt x="0" y="0"/>
                </a:lnTo>
                <a:lnTo>
                  <a:pt x="11502" y="1066"/>
                </a:lnTo>
                <a:lnTo>
                  <a:pt x="11502" y="106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ap-line"/>
          <p:cNvSpPr/>
          <p:nvPr/>
        </p:nvSpPr>
        <p:spPr>
          <a:xfrm>
            <a:off x="5428052" y="4648296"/>
            <a:ext cx="9171" cy="4743"/>
          </a:xfrm>
          <a:custGeom>
            <a:avLst/>
            <a:gdLst/>
            <a:ahLst/>
            <a:cxnLst/>
            <a:rect l="0" t="0" r="r" b="b"/>
            <a:pathLst>
              <a:path w="9171" h="4743">
                <a:moveTo>
                  <a:pt x="9171" y="0"/>
                </a:moveTo>
                <a:lnTo>
                  <a:pt x="0" y="4743"/>
                </a:lnTo>
                <a:lnTo>
                  <a:pt x="9171" y="0"/>
                </a:lnTo>
                <a:lnTo>
                  <a:pt x="917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map-line"/>
          <p:cNvSpPr/>
          <p:nvPr/>
        </p:nvSpPr>
        <p:spPr>
          <a:xfrm>
            <a:off x="4572628" y="4169022"/>
            <a:ext cx="1470868" cy="1053266"/>
          </a:xfrm>
          <a:custGeom>
            <a:avLst/>
            <a:gdLst/>
            <a:ahLst/>
            <a:cxnLst/>
            <a:rect l="0" t="0" r="r" b="b"/>
            <a:pathLst>
              <a:path w="1470868" h="1053266">
                <a:moveTo>
                  <a:pt x="0" y="326210"/>
                </a:moveTo>
                <a:lnTo>
                  <a:pt x="52242" y="312767"/>
                </a:lnTo>
                <a:lnTo>
                  <a:pt x="57729" y="287514"/>
                </a:lnTo>
                <a:lnTo>
                  <a:pt x="83958" y="278765"/>
                </a:lnTo>
                <a:lnTo>
                  <a:pt x="101497" y="247949"/>
                </a:lnTo>
                <a:lnTo>
                  <a:pt x="83562" y="208971"/>
                </a:lnTo>
                <a:lnTo>
                  <a:pt x="94680" y="193976"/>
                </a:lnTo>
                <a:lnTo>
                  <a:pt x="166949" y="164041"/>
                </a:lnTo>
                <a:lnTo>
                  <a:pt x="191697" y="135553"/>
                </a:lnTo>
                <a:lnTo>
                  <a:pt x="205954" y="139706"/>
                </a:lnTo>
                <a:lnTo>
                  <a:pt x="208822" y="124518"/>
                </a:lnTo>
                <a:lnTo>
                  <a:pt x="231017" y="130066"/>
                </a:lnTo>
                <a:lnTo>
                  <a:pt x="216335" y="121635"/>
                </a:lnTo>
                <a:lnTo>
                  <a:pt x="253307" y="91679"/>
                </a:lnTo>
                <a:lnTo>
                  <a:pt x="260372" y="0"/>
                </a:lnTo>
                <a:lnTo>
                  <a:pt x="275825" y="47891"/>
                </a:lnTo>
                <a:lnTo>
                  <a:pt x="346448" y="132311"/>
                </a:lnTo>
                <a:lnTo>
                  <a:pt x="354993" y="158786"/>
                </a:lnTo>
                <a:lnTo>
                  <a:pt x="343265" y="178567"/>
                </a:lnTo>
                <a:lnTo>
                  <a:pt x="343229" y="228093"/>
                </a:lnTo>
                <a:lnTo>
                  <a:pt x="310586" y="276932"/>
                </a:lnTo>
                <a:lnTo>
                  <a:pt x="232525" y="219843"/>
                </a:lnTo>
                <a:lnTo>
                  <a:pt x="212565" y="235512"/>
                </a:lnTo>
                <a:lnTo>
                  <a:pt x="190488" y="228347"/>
                </a:lnTo>
                <a:lnTo>
                  <a:pt x="163584" y="242474"/>
                </a:lnTo>
                <a:lnTo>
                  <a:pt x="169457" y="305037"/>
                </a:lnTo>
                <a:lnTo>
                  <a:pt x="148844" y="369070"/>
                </a:lnTo>
                <a:lnTo>
                  <a:pt x="182507" y="392798"/>
                </a:lnTo>
                <a:lnTo>
                  <a:pt x="157163" y="400246"/>
                </a:lnTo>
                <a:lnTo>
                  <a:pt x="232997" y="428237"/>
                </a:lnTo>
                <a:lnTo>
                  <a:pt x="234384" y="444789"/>
                </a:lnTo>
                <a:lnTo>
                  <a:pt x="326554" y="387724"/>
                </a:lnTo>
                <a:lnTo>
                  <a:pt x="341141" y="362061"/>
                </a:lnTo>
                <a:lnTo>
                  <a:pt x="399595" y="388779"/>
                </a:lnTo>
                <a:lnTo>
                  <a:pt x="411171" y="418711"/>
                </a:lnTo>
                <a:lnTo>
                  <a:pt x="405055" y="391038"/>
                </a:lnTo>
                <a:lnTo>
                  <a:pt x="421060" y="354269"/>
                </a:lnTo>
                <a:lnTo>
                  <a:pt x="440275" y="390174"/>
                </a:lnTo>
                <a:lnTo>
                  <a:pt x="509314" y="405168"/>
                </a:lnTo>
                <a:lnTo>
                  <a:pt x="588652" y="397710"/>
                </a:lnTo>
                <a:lnTo>
                  <a:pt x="599835" y="414335"/>
                </a:lnTo>
                <a:lnTo>
                  <a:pt x="685638" y="432922"/>
                </a:lnTo>
                <a:lnTo>
                  <a:pt x="668038" y="441125"/>
                </a:lnTo>
                <a:lnTo>
                  <a:pt x="682666" y="456007"/>
                </a:lnTo>
                <a:lnTo>
                  <a:pt x="659550" y="459212"/>
                </a:lnTo>
                <a:lnTo>
                  <a:pt x="668739" y="476905"/>
                </a:lnTo>
                <a:lnTo>
                  <a:pt x="702124" y="472521"/>
                </a:lnTo>
                <a:lnTo>
                  <a:pt x="703180" y="445578"/>
                </a:lnTo>
                <a:lnTo>
                  <a:pt x="718510" y="442562"/>
                </a:lnTo>
                <a:lnTo>
                  <a:pt x="698352" y="442711"/>
                </a:lnTo>
                <a:lnTo>
                  <a:pt x="699549" y="432558"/>
                </a:lnTo>
                <a:lnTo>
                  <a:pt x="790647" y="441098"/>
                </a:lnTo>
                <a:lnTo>
                  <a:pt x="835106" y="457839"/>
                </a:lnTo>
                <a:lnTo>
                  <a:pt x="855066" y="478881"/>
                </a:lnTo>
                <a:lnTo>
                  <a:pt x="797649" y="449437"/>
                </a:lnTo>
                <a:lnTo>
                  <a:pt x="813393" y="476509"/>
                </a:lnTo>
                <a:lnTo>
                  <a:pt x="775680" y="490047"/>
                </a:lnTo>
                <a:lnTo>
                  <a:pt x="756615" y="536777"/>
                </a:lnTo>
                <a:lnTo>
                  <a:pt x="719609" y="515985"/>
                </a:lnTo>
                <a:lnTo>
                  <a:pt x="707000" y="531356"/>
                </a:lnTo>
                <a:lnTo>
                  <a:pt x="740538" y="563461"/>
                </a:lnTo>
                <a:lnTo>
                  <a:pt x="762254" y="557741"/>
                </a:lnTo>
                <a:lnTo>
                  <a:pt x="752826" y="575650"/>
                </a:lnTo>
                <a:lnTo>
                  <a:pt x="778647" y="572723"/>
                </a:lnTo>
                <a:lnTo>
                  <a:pt x="780887" y="606679"/>
                </a:lnTo>
                <a:lnTo>
                  <a:pt x="811870" y="578900"/>
                </a:lnTo>
                <a:lnTo>
                  <a:pt x="855190" y="574354"/>
                </a:lnTo>
                <a:lnTo>
                  <a:pt x="898712" y="585604"/>
                </a:lnTo>
                <a:lnTo>
                  <a:pt x="961755" y="653979"/>
                </a:lnTo>
                <a:lnTo>
                  <a:pt x="995868" y="638829"/>
                </a:lnTo>
                <a:lnTo>
                  <a:pt x="1014825" y="650485"/>
                </a:lnTo>
                <a:lnTo>
                  <a:pt x="1028235" y="637328"/>
                </a:lnTo>
                <a:lnTo>
                  <a:pt x="1046750" y="642571"/>
                </a:lnTo>
                <a:lnTo>
                  <a:pt x="1039131" y="671215"/>
                </a:lnTo>
                <a:lnTo>
                  <a:pt x="1052075" y="641567"/>
                </a:lnTo>
                <a:lnTo>
                  <a:pt x="1111879" y="662419"/>
                </a:lnTo>
                <a:lnTo>
                  <a:pt x="1087428" y="660858"/>
                </a:lnTo>
                <a:lnTo>
                  <a:pt x="1098999" y="707779"/>
                </a:lnTo>
                <a:lnTo>
                  <a:pt x="1064220" y="714235"/>
                </a:lnTo>
                <a:lnTo>
                  <a:pt x="1045088" y="745778"/>
                </a:lnTo>
                <a:lnTo>
                  <a:pt x="1070429" y="780804"/>
                </a:lnTo>
                <a:lnTo>
                  <a:pt x="1100182" y="772341"/>
                </a:lnTo>
                <a:lnTo>
                  <a:pt x="1113926" y="733010"/>
                </a:lnTo>
                <a:lnTo>
                  <a:pt x="1154664" y="752599"/>
                </a:lnTo>
                <a:lnTo>
                  <a:pt x="1201570" y="743212"/>
                </a:lnTo>
                <a:lnTo>
                  <a:pt x="1219054" y="708036"/>
                </a:lnTo>
                <a:lnTo>
                  <a:pt x="1217387" y="695087"/>
                </a:lnTo>
                <a:lnTo>
                  <a:pt x="1206673" y="703435"/>
                </a:lnTo>
                <a:lnTo>
                  <a:pt x="1202575" y="695013"/>
                </a:lnTo>
                <a:lnTo>
                  <a:pt x="1217987" y="665555"/>
                </a:lnTo>
                <a:lnTo>
                  <a:pt x="1221780" y="611240"/>
                </a:lnTo>
                <a:lnTo>
                  <a:pt x="1235604" y="601581"/>
                </a:lnTo>
                <a:lnTo>
                  <a:pt x="1259509" y="615598"/>
                </a:lnTo>
                <a:lnTo>
                  <a:pt x="1277255" y="594671"/>
                </a:lnTo>
                <a:lnTo>
                  <a:pt x="1293655" y="595916"/>
                </a:lnTo>
                <a:lnTo>
                  <a:pt x="1412995" y="711901"/>
                </a:lnTo>
                <a:lnTo>
                  <a:pt x="1457730" y="784094"/>
                </a:lnTo>
                <a:lnTo>
                  <a:pt x="1470868" y="822318"/>
                </a:lnTo>
                <a:lnTo>
                  <a:pt x="1459942" y="818137"/>
                </a:lnTo>
                <a:lnTo>
                  <a:pt x="1444113" y="839805"/>
                </a:lnTo>
                <a:lnTo>
                  <a:pt x="1469866" y="828631"/>
                </a:lnTo>
                <a:lnTo>
                  <a:pt x="1416983" y="851262"/>
                </a:lnTo>
                <a:lnTo>
                  <a:pt x="1405705" y="875397"/>
                </a:lnTo>
                <a:lnTo>
                  <a:pt x="1444568" y="911660"/>
                </a:lnTo>
                <a:lnTo>
                  <a:pt x="1443012" y="962156"/>
                </a:lnTo>
                <a:lnTo>
                  <a:pt x="1421450" y="976325"/>
                </a:lnTo>
                <a:lnTo>
                  <a:pt x="1359356" y="956232"/>
                </a:lnTo>
                <a:lnTo>
                  <a:pt x="1343459" y="980331"/>
                </a:lnTo>
                <a:lnTo>
                  <a:pt x="1285673" y="982868"/>
                </a:lnTo>
                <a:lnTo>
                  <a:pt x="1269147" y="1014792"/>
                </a:lnTo>
                <a:lnTo>
                  <a:pt x="1188077" y="1016464"/>
                </a:lnTo>
                <a:lnTo>
                  <a:pt x="1163946" y="1046183"/>
                </a:lnTo>
                <a:lnTo>
                  <a:pt x="1041039" y="1053266"/>
                </a:lnTo>
                <a:lnTo>
                  <a:pt x="944027" y="999957"/>
                </a:lnTo>
                <a:lnTo>
                  <a:pt x="948866" y="992607"/>
                </a:lnTo>
                <a:lnTo>
                  <a:pt x="588146" y="727383"/>
                </a:lnTo>
                <a:lnTo>
                  <a:pt x="507722" y="640004"/>
                </a:lnTo>
                <a:lnTo>
                  <a:pt x="454050" y="632009"/>
                </a:lnTo>
                <a:lnTo>
                  <a:pt x="435915" y="651332"/>
                </a:lnTo>
                <a:lnTo>
                  <a:pt x="215987" y="617456"/>
                </a:lnTo>
                <a:lnTo>
                  <a:pt x="169598" y="571565"/>
                </a:lnTo>
                <a:lnTo>
                  <a:pt x="102826" y="588692"/>
                </a:lnTo>
                <a:lnTo>
                  <a:pt x="74581" y="557686"/>
                </a:lnTo>
                <a:lnTo>
                  <a:pt x="0" y="326210"/>
                </a:lnTo>
                <a:lnTo>
                  <a:pt x="0" y="32621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map-line"/>
          <p:cNvSpPr/>
          <p:nvPr/>
        </p:nvSpPr>
        <p:spPr>
          <a:xfrm>
            <a:off x="5694643" y="4764674"/>
            <a:ext cx="9832" cy="42247"/>
          </a:xfrm>
          <a:custGeom>
            <a:avLst/>
            <a:gdLst/>
            <a:ahLst/>
            <a:cxnLst/>
            <a:rect l="0" t="0" r="r" b="b"/>
            <a:pathLst>
              <a:path w="9832" h="42247">
                <a:moveTo>
                  <a:pt x="9832" y="42247"/>
                </a:moveTo>
                <a:lnTo>
                  <a:pt x="0" y="0"/>
                </a:lnTo>
                <a:lnTo>
                  <a:pt x="9832" y="42247"/>
                </a:lnTo>
                <a:lnTo>
                  <a:pt x="9832" y="4224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map-line"/>
          <p:cNvSpPr/>
          <p:nvPr/>
        </p:nvSpPr>
        <p:spPr>
          <a:xfrm>
            <a:off x="5093499" y="4330113"/>
            <a:ext cx="137720" cy="123243"/>
          </a:xfrm>
          <a:custGeom>
            <a:avLst/>
            <a:gdLst/>
            <a:ahLst/>
            <a:cxnLst/>
            <a:rect l="0" t="0" r="r" b="b"/>
            <a:pathLst>
              <a:path w="137720" h="123243">
                <a:moveTo>
                  <a:pt x="137720" y="111447"/>
                </a:moveTo>
                <a:lnTo>
                  <a:pt x="113199" y="123243"/>
                </a:lnTo>
                <a:lnTo>
                  <a:pt x="130937" y="104655"/>
                </a:lnTo>
                <a:lnTo>
                  <a:pt x="75854" y="119145"/>
                </a:lnTo>
                <a:lnTo>
                  <a:pt x="38777" y="112156"/>
                </a:lnTo>
                <a:lnTo>
                  <a:pt x="0" y="88099"/>
                </a:lnTo>
                <a:lnTo>
                  <a:pt x="2209" y="48962"/>
                </a:lnTo>
                <a:lnTo>
                  <a:pt x="53987" y="2926"/>
                </a:lnTo>
                <a:lnTo>
                  <a:pt x="111781" y="0"/>
                </a:lnTo>
                <a:lnTo>
                  <a:pt x="129484" y="16473"/>
                </a:lnTo>
                <a:lnTo>
                  <a:pt x="137720" y="111447"/>
                </a:lnTo>
                <a:lnTo>
                  <a:pt x="137720" y="11144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map-line"/>
          <p:cNvSpPr/>
          <p:nvPr/>
        </p:nvSpPr>
        <p:spPr>
          <a:xfrm>
            <a:off x="5759455" y="4605291"/>
            <a:ext cx="88280" cy="162382"/>
          </a:xfrm>
          <a:custGeom>
            <a:avLst/>
            <a:gdLst/>
            <a:ahLst/>
            <a:cxnLst/>
            <a:rect l="0" t="0" r="r" b="b"/>
            <a:pathLst>
              <a:path w="88280" h="162382">
                <a:moveTo>
                  <a:pt x="80872" y="153225"/>
                </a:moveTo>
                <a:lnTo>
                  <a:pt x="52412" y="162382"/>
                </a:lnTo>
                <a:lnTo>
                  <a:pt x="17314" y="133316"/>
                </a:lnTo>
                <a:lnTo>
                  <a:pt x="27835" y="102440"/>
                </a:lnTo>
                <a:lnTo>
                  <a:pt x="6806" y="76509"/>
                </a:lnTo>
                <a:lnTo>
                  <a:pt x="2450" y="91570"/>
                </a:lnTo>
                <a:lnTo>
                  <a:pt x="0" y="58503"/>
                </a:lnTo>
                <a:lnTo>
                  <a:pt x="11555" y="10059"/>
                </a:lnTo>
                <a:lnTo>
                  <a:pt x="28693" y="31754"/>
                </a:lnTo>
                <a:lnTo>
                  <a:pt x="26200" y="1172"/>
                </a:lnTo>
                <a:lnTo>
                  <a:pt x="66130" y="0"/>
                </a:lnTo>
                <a:lnTo>
                  <a:pt x="65750" y="60695"/>
                </a:lnTo>
                <a:lnTo>
                  <a:pt x="88280" y="127026"/>
                </a:lnTo>
                <a:lnTo>
                  <a:pt x="80872" y="153225"/>
                </a:lnTo>
                <a:lnTo>
                  <a:pt x="80872" y="15322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map-line"/>
          <p:cNvSpPr/>
          <p:nvPr/>
        </p:nvSpPr>
        <p:spPr>
          <a:xfrm>
            <a:off x="5327836" y="4734318"/>
            <a:ext cx="13869" cy="3478"/>
          </a:xfrm>
          <a:custGeom>
            <a:avLst/>
            <a:gdLst/>
            <a:ahLst/>
            <a:cxnLst/>
            <a:rect l="0" t="0" r="r" b="b"/>
            <a:pathLst>
              <a:path w="13869" h="3478">
                <a:moveTo>
                  <a:pt x="13869" y="0"/>
                </a:moveTo>
                <a:lnTo>
                  <a:pt x="0" y="3478"/>
                </a:lnTo>
                <a:lnTo>
                  <a:pt x="13869" y="0"/>
                </a:lnTo>
                <a:lnTo>
                  <a:pt x="1386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map-line"/>
          <p:cNvSpPr/>
          <p:nvPr/>
        </p:nvSpPr>
        <p:spPr>
          <a:xfrm>
            <a:off x="5316773" y="4709063"/>
            <a:ext cx="8097" cy="10865"/>
          </a:xfrm>
          <a:custGeom>
            <a:avLst/>
            <a:gdLst/>
            <a:ahLst/>
            <a:cxnLst/>
            <a:rect l="0" t="0" r="r" b="b"/>
            <a:pathLst>
              <a:path w="8097" h="10865">
                <a:moveTo>
                  <a:pt x="8097" y="0"/>
                </a:moveTo>
                <a:lnTo>
                  <a:pt x="0" y="10865"/>
                </a:lnTo>
                <a:lnTo>
                  <a:pt x="8097" y="0"/>
                </a:lnTo>
                <a:lnTo>
                  <a:pt x="8097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map-line"/>
          <p:cNvSpPr/>
          <p:nvPr/>
        </p:nvSpPr>
        <p:spPr>
          <a:xfrm>
            <a:off x="5097879" y="4430882"/>
            <a:ext cx="11876" cy="15633"/>
          </a:xfrm>
          <a:custGeom>
            <a:avLst/>
            <a:gdLst/>
            <a:ahLst/>
            <a:cxnLst/>
            <a:rect l="0" t="0" r="r" b="b"/>
            <a:pathLst>
              <a:path w="11876" h="15633">
                <a:moveTo>
                  <a:pt x="11876" y="15633"/>
                </a:moveTo>
                <a:lnTo>
                  <a:pt x="0" y="0"/>
                </a:lnTo>
                <a:lnTo>
                  <a:pt x="11876" y="15633"/>
                </a:lnTo>
                <a:lnTo>
                  <a:pt x="11876" y="1563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p-line"/>
          <p:cNvSpPr/>
          <p:nvPr/>
        </p:nvSpPr>
        <p:spPr>
          <a:xfrm>
            <a:off x="5395543" y="4659800"/>
            <a:ext cx="2041" cy="10544"/>
          </a:xfrm>
          <a:custGeom>
            <a:avLst/>
            <a:gdLst/>
            <a:ahLst/>
            <a:cxnLst/>
            <a:rect l="0" t="0" r="r" b="b"/>
            <a:pathLst>
              <a:path w="2041" h="10544">
                <a:moveTo>
                  <a:pt x="0" y="0"/>
                </a:moveTo>
                <a:lnTo>
                  <a:pt x="2041" y="10544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map-line"/>
          <p:cNvSpPr/>
          <p:nvPr/>
        </p:nvSpPr>
        <p:spPr>
          <a:xfrm>
            <a:off x="2871375" y="4198587"/>
            <a:ext cx="86980" cy="147348"/>
          </a:xfrm>
          <a:custGeom>
            <a:avLst/>
            <a:gdLst/>
            <a:ahLst/>
            <a:cxnLst/>
            <a:rect l="0" t="0" r="r" b="b"/>
            <a:pathLst>
              <a:path w="86980" h="147348">
                <a:moveTo>
                  <a:pt x="27453" y="42739"/>
                </a:moveTo>
                <a:lnTo>
                  <a:pt x="36455" y="87283"/>
                </a:lnTo>
                <a:lnTo>
                  <a:pt x="57389" y="83696"/>
                </a:lnTo>
                <a:lnTo>
                  <a:pt x="51986" y="54993"/>
                </a:lnTo>
                <a:lnTo>
                  <a:pt x="69196" y="34100"/>
                </a:lnTo>
                <a:lnTo>
                  <a:pt x="49400" y="0"/>
                </a:lnTo>
                <a:lnTo>
                  <a:pt x="71228" y="2915"/>
                </a:lnTo>
                <a:lnTo>
                  <a:pt x="86980" y="73773"/>
                </a:lnTo>
                <a:lnTo>
                  <a:pt x="41976" y="147348"/>
                </a:lnTo>
                <a:lnTo>
                  <a:pt x="0" y="119852"/>
                </a:lnTo>
                <a:lnTo>
                  <a:pt x="13657" y="49046"/>
                </a:lnTo>
                <a:lnTo>
                  <a:pt x="27453" y="42739"/>
                </a:lnTo>
                <a:lnTo>
                  <a:pt x="27453" y="4273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map-line"/>
          <p:cNvSpPr/>
          <p:nvPr/>
        </p:nvSpPr>
        <p:spPr>
          <a:xfrm>
            <a:off x="2909009" y="4231034"/>
            <a:ext cx="1404" cy="13486"/>
          </a:xfrm>
          <a:custGeom>
            <a:avLst/>
            <a:gdLst/>
            <a:ahLst/>
            <a:cxnLst/>
            <a:rect l="0" t="0" r="r" b="b"/>
            <a:pathLst>
              <a:path w="1404" h="13486">
                <a:moveTo>
                  <a:pt x="1404" y="13486"/>
                </a:moveTo>
                <a:lnTo>
                  <a:pt x="0" y="0"/>
                </a:lnTo>
                <a:lnTo>
                  <a:pt x="1404" y="13486"/>
                </a:lnTo>
                <a:lnTo>
                  <a:pt x="1404" y="1348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map-line"/>
          <p:cNvSpPr/>
          <p:nvPr/>
        </p:nvSpPr>
        <p:spPr>
          <a:xfrm>
            <a:off x="3476772" y="4211166"/>
            <a:ext cx="1311843" cy="1261303"/>
          </a:xfrm>
          <a:custGeom>
            <a:avLst/>
            <a:gdLst/>
            <a:ahLst/>
            <a:cxnLst/>
            <a:rect l="0" t="0" r="r" b="b"/>
            <a:pathLst>
              <a:path w="1311843" h="1261303">
                <a:moveTo>
                  <a:pt x="369110" y="110401"/>
                </a:moveTo>
                <a:lnTo>
                  <a:pt x="389756" y="162957"/>
                </a:lnTo>
                <a:lnTo>
                  <a:pt x="387211" y="189771"/>
                </a:lnTo>
                <a:lnTo>
                  <a:pt x="454950" y="204374"/>
                </a:lnTo>
                <a:lnTo>
                  <a:pt x="475744" y="169339"/>
                </a:lnTo>
                <a:lnTo>
                  <a:pt x="496575" y="158807"/>
                </a:lnTo>
                <a:lnTo>
                  <a:pt x="497810" y="136913"/>
                </a:lnTo>
                <a:lnTo>
                  <a:pt x="462247" y="117502"/>
                </a:lnTo>
                <a:lnTo>
                  <a:pt x="481599" y="30847"/>
                </a:lnTo>
                <a:lnTo>
                  <a:pt x="505610" y="1382"/>
                </a:lnTo>
                <a:lnTo>
                  <a:pt x="529000" y="19935"/>
                </a:lnTo>
                <a:lnTo>
                  <a:pt x="557379" y="0"/>
                </a:lnTo>
                <a:lnTo>
                  <a:pt x="573298" y="18105"/>
                </a:lnTo>
                <a:lnTo>
                  <a:pt x="581103" y="65478"/>
                </a:lnTo>
                <a:lnTo>
                  <a:pt x="572402" y="109179"/>
                </a:lnTo>
                <a:lnTo>
                  <a:pt x="587451" y="131233"/>
                </a:lnTo>
                <a:lnTo>
                  <a:pt x="578118" y="140336"/>
                </a:lnTo>
                <a:lnTo>
                  <a:pt x="562805" y="118619"/>
                </a:lnTo>
                <a:lnTo>
                  <a:pt x="542184" y="132742"/>
                </a:lnTo>
                <a:lnTo>
                  <a:pt x="577017" y="148168"/>
                </a:lnTo>
                <a:lnTo>
                  <a:pt x="586626" y="138181"/>
                </a:lnTo>
                <a:lnTo>
                  <a:pt x="602483" y="238762"/>
                </a:lnTo>
                <a:lnTo>
                  <a:pt x="628666" y="254020"/>
                </a:lnTo>
                <a:lnTo>
                  <a:pt x="620894" y="246306"/>
                </a:lnTo>
                <a:lnTo>
                  <a:pt x="635406" y="241000"/>
                </a:lnTo>
                <a:lnTo>
                  <a:pt x="635367" y="275050"/>
                </a:lnTo>
                <a:lnTo>
                  <a:pt x="649957" y="297603"/>
                </a:lnTo>
                <a:lnTo>
                  <a:pt x="672268" y="268067"/>
                </a:lnTo>
                <a:lnTo>
                  <a:pt x="682935" y="270121"/>
                </a:lnTo>
                <a:lnTo>
                  <a:pt x="727169" y="155042"/>
                </a:lnTo>
                <a:lnTo>
                  <a:pt x="753070" y="133701"/>
                </a:lnTo>
                <a:lnTo>
                  <a:pt x="861720" y="139986"/>
                </a:lnTo>
                <a:lnTo>
                  <a:pt x="935365" y="169722"/>
                </a:lnTo>
                <a:lnTo>
                  <a:pt x="1009435" y="156008"/>
                </a:lnTo>
                <a:lnTo>
                  <a:pt x="1023298" y="192189"/>
                </a:lnTo>
                <a:lnTo>
                  <a:pt x="1009285" y="195049"/>
                </a:lnTo>
                <a:lnTo>
                  <a:pt x="1052335" y="231835"/>
                </a:lnTo>
                <a:lnTo>
                  <a:pt x="1046369" y="276737"/>
                </a:lnTo>
                <a:lnTo>
                  <a:pt x="1008218" y="271777"/>
                </a:lnTo>
                <a:lnTo>
                  <a:pt x="1002584" y="282079"/>
                </a:lnTo>
                <a:lnTo>
                  <a:pt x="1001678" y="299463"/>
                </a:lnTo>
                <a:lnTo>
                  <a:pt x="1013191" y="278413"/>
                </a:lnTo>
                <a:lnTo>
                  <a:pt x="1046710" y="291070"/>
                </a:lnTo>
                <a:lnTo>
                  <a:pt x="1020958" y="350212"/>
                </a:lnTo>
                <a:lnTo>
                  <a:pt x="1061903" y="301855"/>
                </a:lnTo>
                <a:lnTo>
                  <a:pt x="1095856" y="284067"/>
                </a:lnTo>
                <a:lnTo>
                  <a:pt x="1172121" y="518604"/>
                </a:lnTo>
                <a:lnTo>
                  <a:pt x="1203639" y="548575"/>
                </a:lnTo>
                <a:lnTo>
                  <a:pt x="1220689" y="533921"/>
                </a:lnTo>
                <a:lnTo>
                  <a:pt x="1266767" y="529916"/>
                </a:lnTo>
                <a:lnTo>
                  <a:pt x="1311843" y="575313"/>
                </a:lnTo>
                <a:lnTo>
                  <a:pt x="1201155" y="693140"/>
                </a:lnTo>
                <a:lnTo>
                  <a:pt x="1241695" y="722203"/>
                </a:lnTo>
                <a:lnTo>
                  <a:pt x="1218738" y="796905"/>
                </a:lnTo>
                <a:lnTo>
                  <a:pt x="1230263" y="831710"/>
                </a:lnTo>
                <a:lnTo>
                  <a:pt x="1186888" y="862009"/>
                </a:lnTo>
                <a:lnTo>
                  <a:pt x="1154308" y="812798"/>
                </a:lnTo>
                <a:lnTo>
                  <a:pt x="1129770" y="822428"/>
                </a:lnTo>
                <a:lnTo>
                  <a:pt x="1104007" y="791580"/>
                </a:lnTo>
                <a:lnTo>
                  <a:pt x="1080786" y="803553"/>
                </a:lnTo>
                <a:lnTo>
                  <a:pt x="1061804" y="786135"/>
                </a:lnTo>
                <a:lnTo>
                  <a:pt x="1038723" y="797662"/>
                </a:lnTo>
                <a:lnTo>
                  <a:pt x="1028245" y="783934"/>
                </a:lnTo>
                <a:lnTo>
                  <a:pt x="1037522" y="764903"/>
                </a:lnTo>
                <a:lnTo>
                  <a:pt x="948650" y="683460"/>
                </a:lnTo>
                <a:lnTo>
                  <a:pt x="924229" y="675109"/>
                </a:lnTo>
                <a:lnTo>
                  <a:pt x="898673" y="644138"/>
                </a:lnTo>
                <a:lnTo>
                  <a:pt x="861589" y="635610"/>
                </a:lnTo>
                <a:lnTo>
                  <a:pt x="859810" y="688774"/>
                </a:lnTo>
                <a:lnTo>
                  <a:pt x="881208" y="730641"/>
                </a:lnTo>
                <a:lnTo>
                  <a:pt x="884895" y="771142"/>
                </a:lnTo>
                <a:lnTo>
                  <a:pt x="872201" y="807466"/>
                </a:lnTo>
                <a:lnTo>
                  <a:pt x="839507" y="831750"/>
                </a:lnTo>
                <a:lnTo>
                  <a:pt x="850485" y="892621"/>
                </a:lnTo>
                <a:lnTo>
                  <a:pt x="820650" y="908974"/>
                </a:lnTo>
                <a:lnTo>
                  <a:pt x="782221" y="905786"/>
                </a:lnTo>
                <a:lnTo>
                  <a:pt x="727957" y="979282"/>
                </a:lnTo>
                <a:lnTo>
                  <a:pt x="733175" y="992460"/>
                </a:lnTo>
                <a:lnTo>
                  <a:pt x="718291" y="1010999"/>
                </a:lnTo>
                <a:lnTo>
                  <a:pt x="730121" y="1024429"/>
                </a:lnTo>
                <a:lnTo>
                  <a:pt x="755732" y="1014051"/>
                </a:lnTo>
                <a:lnTo>
                  <a:pt x="789021" y="1046071"/>
                </a:lnTo>
                <a:lnTo>
                  <a:pt x="845731" y="995759"/>
                </a:lnTo>
                <a:lnTo>
                  <a:pt x="860756" y="1015648"/>
                </a:lnTo>
                <a:lnTo>
                  <a:pt x="878060" y="1004345"/>
                </a:lnTo>
                <a:lnTo>
                  <a:pt x="889645" y="1011766"/>
                </a:lnTo>
                <a:lnTo>
                  <a:pt x="927607" y="1061804"/>
                </a:lnTo>
                <a:lnTo>
                  <a:pt x="756704" y="1176284"/>
                </a:lnTo>
                <a:lnTo>
                  <a:pt x="769783" y="1214903"/>
                </a:lnTo>
                <a:lnTo>
                  <a:pt x="707892" y="1261303"/>
                </a:lnTo>
                <a:lnTo>
                  <a:pt x="640141" y="1230557"/>
                </a:lnTo>
                <a:lnTo>
                  <a:pt x="609519" y="1251137"/>
                </a:lnTo>
                <a:lnTo>
                  <a:pt x="586841" y="1218518"/>
                </a:lnTo>
                <a:lnTo>
                  <a:pt x="599421" y="1202067"/>
                </a:lnTo>
                <a:lnTo>
                  <a:pt x="581161" y="1171025"/>
                </a:lnTo>
                <a:lnTo>
                  <a:pt x="556060" y="1149268"/>
                </a:lnTo>
                <a:lnTo>
                  <a:pt x="523688" y="1166409"/>
                </a:lnTo>
                <a:lnTo>
                  <a:pt x="515244" y="1158871"/>
                </a:lnTo>
                <a:lnTo>
                  <a:pt x="514644" y="1104088"/>
                </a:lnTo>
                <a:lnTo>
                  <a:pt x="487976" y="1102494"/>
                </a:lnTo>
                <a:lnTo>
                  <a:pt x="468942" y="1070298"/>
                </a:lnTo>
                <a:lnTo>
                  <a:pt x="483244" y="1044964"/>
                </a:lnTo>
                <a:lnTo>
                  <a:pt x="463225" y="1013987"/>
                </a:lnTo>
                <a:lnTo>
                  <a:pt x="413633" y="1043175"/>
                </a:lnTo>
                <a:lnTo>
                  <a:pt x="360000" y="968048"/>
                </a:lnTo>
                <a:lnTo>
                  <a:pt x="372329" y="951888"/>
                </a:lnTo>
                <a:lnTo>
                  <a:pt x="365340" y="944498"/>
                </a:lnTo>
                <a:lnTo>
                  <a:pt x="340640" y="933726"/>
                </a:lnTo>
                <a:lnTo>
                  <a:pt x="321668" y="947630"/>
                </a:lnTo>
                <a:lnTo>
                  <a:pt x="301723" y="938936"/>
                </a:lnTo>
                <a:lnTo>
                  <a:pt x="289935" y="947980"/>
                </a:lnTo>
                <a:lnTo>
                  <a:pt x="273465" y="919164"/>
                </a:lnTo>
                <a:lnTo>
                  <a:pt x="253714" y="916406"/>
                </a:lnTo>
                <a:lnTo>
                  <a:pt x="260703" y="891248"/>
                </a:lnTo>
                <a:lnTo>
                  <a:pt x="251498" y="878741"/>
                </a:lnTo>
                <a:lnTo>
                  <a:pt x="223273" y="873101"/>
                </a:lnTo>
                <a:lnTo>
                  <a:pt x="205957" y="834882"/>
                </a:lnTo>
                <a:lnTo>
                  <a:pt x="216118" y="823219"/>
                </a:lnTo>
                <a:lnTo>
                  <a:pt x="193316" y="818818"/>
                </a:lnTo>
                <a:lnTo>
                  <a:pt x="191065" y="799105"/>
                </a:lnTo>
                <a:lnTo>
                  <a:pt x="176804" y="794566"/>
                </a:lnTo>
                <a:lnTo>
                  <a:pt x="143910" y="816672"/>
                </a:lnTo>
                <a:lnTo>
                  <a:pt x="127856" y="796749"/>
                </a:lnTo>
                <a:lnTo>
                  <a:pt x="128146" y="759675"/>
                </a:lnTo>
                <a:lnTo>
                  <a:pt x="108583" y="753620"/>
                </a:lnTo>
                <a:lnTo>
                  <a:pt x="109253" y="735809"/>
                </a:lnTo>
                <a:lnTo>
                  <a:pt x="95174" y="740947"/>
                </a:lnTo>
                <a:lnTo>
                  <a:pt x="64073" y="720168"/>
                </a:lnTo>
                <a:lnTo>
                  <a:pt x="59902" y="686729"/>
                </a:lnTo>
                <a:lnTo>
                  <a:pt x="34896" y="674796"/>
                </a:lnTo>
                <a:lnTo>
                  <a:pt x="29267" y="658291"/>
                </a:lnTo>
                <a:lnTo>
                  <a:pt x="21172" y="666387"/>
                </a:lnTo>
                <a:lnTo>
                  <a:pt x="30408" y="632151"/>
                </a:lnTo>
                <a:lnTo>
                  <a:pt x="0" y="622324"/>
                </a:lnTo>
                <a:lnTo>
                  <a:pt x="1227" y="593889"/>
                </a:lnTo>
                <a:lnTo>
                  <a:pt x="18911" y="574518"/>
                </a:lnTo>
                <a:lnTo>
                  <a:pt x="6269" y="566329"/>
                </a:lnTo>
                <a:lnTo>
                  <a:pt x="33976" y="540894"/>
                </a:lnTo>
                <a:lnTo>
                  <a:pt x="25196" y="524192"/>
                </a:lnTo>
                <a:lnTo>
                  <a:pt x="39845" y="500360"/>
                </a:lnTo>
                <a:lnTo>
                  <a:pt x="88229" y="452591"/>
                </a:lnTo>
                <a:lnTo>
                  <a:pt x="143255" y="428637"/>
                </a:lnTo>
                <a:lnTo>
                  <a:pt x="167669" y="388079"/>
                </a:lnTo>
                <a:lnTo>
                  <a:pt x="153974" y="366055"/>
                </a:lnTo>
                <a:lnTo>
                  <a:pt x="195603" y="351457"/>
                </a:lnTo>
                <a:lnTo>
                  <a:pt x="221644" y="322742"/>
                </a:lnTo>
                <a:lnTo>
                  <a:pt x="194421" y="264304"/>
                </a:lnTo>
                <a:lnTo>
                  <a:pt x="213882" y="198520"/>
                </a:lnTo>
                <a:lnTo>
                  <a:pt x="249184" y="187882"/>
                </a:lnTo>
                <a:lnTo>
                  <a:pt x="281400" y="107225"/>
                </a:lnTo>
                <a:lnTo>
                  <a:pt x="322488" y="139347"/>
                </a:lnTo>
                <a:lnTo>
                  <a:pt x="369110" y="110401"/>
                </a:lnTo>
                <a:lnTo>
                  <a:pt x="369110" y="1104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map-line"/>
          <p:cNvSpPr/>
          <p:nvPr/>
        </p:nvSpPr>
        <p:spPr>
          <a:xfrm>
            <a:off x="5575950" y="4011783"/>
            <a:ext cx="407497" cy="518488"/>
          </a:xfrm>
          <a:custGeom>
            <a:avLst/>
            <a:gdLst/>
            <a:ahLst/>
            <a:cxnLst/>
            <a:rect l="0" t="0" r="r" b="b"/>
            <a:pathLst>
              <a:path w="407497" h="518488">
                <a:moveTo>
                  <a:pt x="22343" y="118419"/>
                </a:moveTo>
                <a:lnTo>
                  <a:pt x="64517" y="88022"/>
                </a:lnTo>
                <a:lnTo>
                  <a:pt x="83731" y="88927"/>
                </a:lnTo>
                <a:lnTo>
                  <a:pt x="96886" y="119465"/>
                </a:lnTo>
                <a:lnTo>
                  <a:pt x="123442" y="92397"/>
                </a:lnTo>
                <a:lnTo>
                  <a:pt x="128302" y="102266"/>
                </a:lnTo>
                <a:lnTo>
                  <a:pt x="140455" y="87153"/>
                </a:lnTo>
                <a:lnTo>
                  <a:pt x="150303" y="101664"/>
                </a:lnTo>
                <a:lnTo>
                  <a:pt x="144581" y="92200"/>
                </a:lnTo>
                <a:lnTo>
                  <a:pt x="158349" y="75616"/>
                </a:lnTo>
                <a:lnTo>
                  <a:pt x="189361" y="75931"/>
                </a:lnTo>
                <a:lnTo>
                  <a:pt x="167785" y="67533"/>
                </a:lnTo>
                <a:lnTo>
                  <a:pt x="178111" y="57966"/>
                </a:lnTo>
                <a:lnTo>
                  <a:pt x="199898" y="73728"/>
                </a:lnTo>
                <a:lnTo>
                  <a:pt x="171693" y="31467"/>
                </a:lnTo>
                <a:lnTo>
                  <a:pt x="197337" y="22558"/>
                </a:lnTo>
                <a:lnTo>
                  <a:pt x="222321" y="29270"/>
                </a:lnTo>
                <a:lnTo>
                  <a:pt x="233962" y="47117"/>
                </a:lnTo>
                <a:lnTo>
                  <a:pt x="231575" y="28396"/>
                </a:lnTo>
                <a:lnTo>
                  <a:pt x="247612" y="30451"/>
                </a:lnTo>
                <a:lnTo>
                  <a:pt x="246121" y="8977"/>
                </a:lnTo>
                <a:lnTo>
                  <a:pt x="268211" y="0"/>
                </a:lnTo>
                <a:lnTo>
                  <a:pt x="295627" y="4769"/>
                </a:lnTo>
                <a:lnTo>
                  <a:pt x="311890" y="23834"/>
                </a:lnTo>
                <a:lnTo>
                  <a:pt x="361206" y="28766"/>
                </a:lnTo>
                <a:lnTo>
                  <a:pt x="407497" y="106981"/>
                </a:lnTo>
                <a:lnTo>
                  <a:pt x="403657" y="126032"/>
                </a:lnTo>
                <a:lnTo>
                  <a:pt x="361890" y="108515"/>
                </a:lnTo>
                <a:lnTo>
                  <a:pt x="388404" y="127979"/>
                </a:lnTo>
                <a:lnTo>
                  <a:pt x="381467" y="136321"/>
                </a:lnTo>
                <a:lnTo>
                  <a:pt x="342319" y="116140"/>
                </a:lnTo>
                <a:lnTo>
                  <a:pt x="372140" y="136841"/>
                </a:lnTo>
                <a:lnTo>
                  <a:pt x="355326" y="156185"/>
                </a:lnTo>
                <a:lnTo>
                  <a:pt x="319295" y="133375"/>
                </a:lnTo>
                <a:lnTo>
                  <a:pt x="326039" y="168782"/>
                </a:lnTo>
                <a:lnTo>
                  <a:pt x="313854" y="153325"/>
                </a:lnTo>
                <a:lnTo>
                  <a:pt x="297396" y="174990"/>
                </a:lnTo>
                <a:lnTo>
                  <a:pt x="286031" y="156294"/>
                </a:lnTo>
                <a:lnTo>
                  <a:pt x="286133" y="181826"/>
                </a:lnTo>
                <a:lnTo>
                  <a:pt x="264315" y="169895"/>
                </a:lnTo>
                <a:lnTo>
                  <a:pt x="278972" y="184391"/>
                </a:lnTo>
                <a:lnTo>
                  <a:pt x="260483" y="199875"/>
                </a:lnTo>
                <a:lnTo>
                  <a:pt x="258646" y="221414"/>
                </a:lnTo>
                <a:lnTo>
                  <a:pt x="212962" y="246668"/>
                </a:lnTo>
                <a:lnTo>
                  <a:pt x="222914" y="261284"/>
                </a:lnTo>
                <a:lnTo>
                  <a:pt x="183062" y="373721"/>
                </a:lnTo>
                <a:lnTo>
                  <a:pt x="188058" y="464038"/>
                </a:lnTo>
                <a:lnTo>
                  <a:pt x="203803" y="506421"/>
                </a:lnTo>
                <a:lnTo>
                  <a:pt x="194724" y="496850"/>
                </a:lnTo>
                <a:lnTo>
                  <a:pt x="181326" y="517500"/>
                </a:lnTo>
                <a:lnTo>
                  <a:pt x="157906" y="477229"/>
                </a:lnTo>
                <a:lnTo>
                  <a:pt x="172072" y="518488"/>
                </a:lnTo>
                <a:lnTo>
                  <a:pt x="142965" y="484185"/>
                </a:lnTo>
                <a:lnTo>
                  <a:pt x="151190" y="462590"/>
                </a:lnTo>
                <a:lnTo>
                  <a:pt x="133347" y="452016"/>
                </a:lnTo>
                <a:lnTo>
                  <a:pt x="125191" y="462426"/>
                </a:lnTo>
                <a:lnTo>
                  <a:pt x="136885" y="469299"/>
                </a:lnTo>
                <a:lnTo>
                  <a:pt x="136704" y="491902"/>
                </a:lnTo>
                <a:lnTo>
                  <a:pt x="125277" y="489333"/>
                </a:lnTo>
                <a:lnTo>
                  <a:pt x="133518" y="484527"/>
                </a:lnTo>
                <a:lnTo>
                  <a:pt x="118724" y="457392"/>
                </a:lnTo>
                <a:lnTo>
                  <a:pt x="112980" y="469365"/>
                </a:lnTo>
                <a:lnTo>
                  <a:pt x="107448" y="442866"/>
                </a:lnTo>
                <a:lnTo>
                  <a:pt x="104984" y="468293"/>
                </a:lnTo>
                <a:lnTo>
                  <a:pt x="93295" y="419564"/>
                </a:lnTo>
                <a:lnTo>
                  <a:pt x="86157" y="435832"/>
                </a:lnTo>
                <a:lnTo>
                  <a:pt x="77714" y="423794"/>
                </a:lnTo>
                <a:lnTo>
                  <a:pt x="59574" y="438176"/>
                </a:lnTo>
                <a:lnTo>
                  <a:pt x="57461" y="374538"/>
                </a:lnTo>
                <a:lnTo>
                  <a:pt x="45818" y="385732"/>
                </a:lnTo>
                <a:lnTo>
                  <a:pt x="50327" y="409391"/>
                </a:lnTo>
                <a:lnTo>
                  <a:pt x="40948" y="372481"/>
                </a:lnTo>
                <a:lnTo>
                  <a:pt x="32606" y="376703"/>
                </a:lnTo>
                <a:lnTo>
                  <a:pt x="24857" y="349209"/>
                </a:lnTo>
                <a:lnTo>
                  <a:pt x="13384" y="332505"/>
                </a:lnTo>
                <a:lnTo>
                  <a:pt x="7572" y="339152"/>
                </a:lnTo>
                <a:lnTo>
                  <a:pt x="2911" y="321144"/>
                </a:lnTo>
                <a:lnTo>
                  <a:pt x="20219" y="339994"/>
                </a:lnTo>
                <a:lnTo>
                  <a:pt x="38438" y="297558"/>
                </a:lnTo>
                <a:lnTo>
                  <a:pt x="53353" y="318807"/>
                </a:lnTo>
                <a:lnTo>
                  <a:pt x="57568" y="304001"/>
                </a:lnTo>
                <a:lnTo>
                  <a:pt x="77401" y="322476"/>
                </a:lnTo>
                <a:lnTo>
                  <a:pt x="69456" y="307486"/>
                </a:lnTo>
                <a:lnTo>
                  <a:pt x="81469" y="299650"/>
                </a:lnTo>
                <a:lnTo>
                  <a:pt x="59426" y="300600"/>
                </a:lnTo>
                <a:lnTo>
                  <a:pt x="55182" y="272098"/>
                </a:lnTo>
                <a:lnTo>
                  <a:pt x="101193" y="264025"/>
                </a:lnTo>
                <a:lnTo>
                  <a:pt x="58747" y="264088"/>
                </a:lnTo>
                <a:lnTo>
                  <a:pt x="67396" y="237946"/>
                </a:lnTo>
                <a:lnTo>
                  <a:pt x="86545" y="233069"/>
                </a:lnTo>
                <a:lnTo>
                  <a:pt x="57056" y="237179"/>
                </a:lnTo>
                <a:lnTo>
                  <a:pt x="61882" y="223353"/>
                </a:lnTo>
                <a:lnTo>
                  <a:pt x="42961" y="232078"/>
                </a:lnTo>
                <a:lnTo>
                  <a:pt x="48742" y="219303"/>
                </a:lnTo>
                <a:lnTo>
                  <a:pt x="38708" y="211203"/>
                </a:lnTo>
                <a:lnTo>
                  <a:pt x="54779" y="186122"/>
                </a:lnTo>
                <a:lnTo>
                  <a:pt x="30570" y="202537"/>
                </a:lnTo>
                <a:lnTo>
                  <a:pt x="36508" y="181612"/>
                </a:lnTo>
                <a:lnTo>
                  <a:pt x="24180" y="197139"/>
                </a:lnTo>
                <a:lnTo>
                  <a:pt x="1445" y="182562"/>
                </a:lnTo>
                <a:lnTo>
                  <a:pt x="0" y="155519"/>
                </a:lnTo>
                <a:lnTo>
                  <a:pt x="22343" y="118419"/>
                </a:lnTo>
                <a:lnTo>
                  <a:pt x="22343" y="11841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map-line"/>
          <p:cNvSpPr/>
          <p:nvPr/>
        </p:nvSpPr>
        <p:spPr>
          <a:xfrm>
            <a:off x="5892103" y="3828484"/>
            <a:ext cx="959428" cy="298209"/>
          </a:xfrm>
          <a:custGeom>
            <a:avLst/>
            <a:gdLst/>
            <a:ahLst/>
            <a:cxnLst/>
            <a:rect l="0" t="0" r="r" b="b"/>
            <a:pathLst>
              <a:path w="959428" h="298209">
                <a:moveTo>
                  <a:pt x="265810" y="105181"/>
                </a:moveTo>
                <a:lnTo>
                  <a:pt x="250220" y="92217"/>
                </a:lnTo>
                <a:lnTo>
                  <a:pt x="254857" y="73946"/>
                </a:lnTo>
                <a:lnTo>
                  <a:pt x="228418" y="53869"/>
                </a:lnTo>
                <a:lnTo>
                  <a:pt x="278972" y="60111"/>
                </a:lnTo>
                <a:lnTo>
                  <a:pt x="264759" y="51188"/>
                </a:lnTo>
                <a:lnTo>
                  <a:pt x="277227" y="40016"/>
                </a:lnTo>
                <a:lnTo>
                  <a:pt x="251081" y="30128"/>
                </a:lnTo>
                <a:lnTo>
                  <a:pt x="256672" y="9388"/>
                </a:lnTo>
                <a:lnTo>
                  <a:pt x="281340" y="4510"/>
                </a:lnTo>
                <a:lnTo>
                  <a:pt x="285974" y="37801"/>
                </a:lnTo>
                <a:lnTo>
                  <a:pt x="339467" y="9925"/>
                </a:lnTo>
                <a:lnTo>
                  <a:pt x="361189" y="40350"/>
                </a:lnTo>
                <a:lnTo>
                  <a:pt x="368184" y="9704"/>
                </a:lnTo>
                <a:lnTo>
                  <a:pt x="403258" y="18377"/>
                </a:lnTo>
                <a:lnTo>
                  <a:pt x="407315" y="0"/>
                </a:lnTo>
                <a:lnTo>
                  <a:pt x="436275" y="9857"/>
                </a:lnTo>
                <a:lnTo>
                  <a:pt x="488357" y="4044"/>
                </a:lnTo>
                <a:lnTo>
                  <a:pt x="531997" y="21077"/>
                </a:lnTo>
                <a:lnTo>
                  <a:pt x="525665" y="5663"/>
                </a:lnTo>
                <a:lnTo>
                  <a:pt x="540071" y="4029"/>
                </a:lnTo>
                <a:lnTo>
                  <a:pt x="564687" y="17607"/>
                </a:lnTo>
                <a:lnTo>
                  <a:pt x="539397" y="22976"/>
                </a:lnTo>
                <a:lnTo>
                  <a:pt x="549691" y="31272"/>
                </a:lnTo>
                <a:lnTo>
                  <a:pt x="576746" y="26774"/>
                </a:lnTo>
                <a:lnTo>
                  <a:pt x="570315" y="14471"/>
                </a:lnTo>
                <a:lnTo>
                  <a:pt x="588687" y="2024"/>
                </a:lnTo>
                <a:lnTo>
                  <a:pt x="641727" y="37252"/>
                </a:lnTo>
                <a:lnTo>
                  <a:pt x="638600" y="53600"/>
                </a:lnTo>
                <a:lnTo>
                  <a:pt x="658181" y="47454"/>
                </a:lnTo>
                <a:lnTo>
                  <a:pt x="660070" y="61015"/>
                </a:lnTo>
                <a:lnTo>
                  <a:pt x="702908" y="59508"/>
                </a:lnTo>
                <a:lnTo>
                  <a:pt x="744309" y="78318"/>
                </a:lnTo>
                <a:lnTo>
                  <a:pt x="796663" y="69899"/>
                </a:lnTo>
                <a:lnTo>
                  <a:pt x="814981" y="87845"/>
                </a:lnTo>
                <a:lnTo>
                  <a:pt x="826692" y="55528"/>
                </a:lnTo>
                <a:lnTo>
                  <a:pt x="913455" y="52663"/>
                </a:lnTo>
                <a:lnTo>
                  <a:pt x="951941" y="79146"/>
                </a:lnTo>
                <a:lnTo>
                  <a:pt x="959428" y="100728"/>
                </a:lnTo>
                <a:lnTo>
                  <a:pt x="943066" y="147885"/>
                </a:lnTo>
                <a:lnTo>
                  <a:pt x="893720" y="176369"/>
                </a:lnTo>
                <a:lnTo>
                  <a:pt x="716818" y="171582"/>
                </a:lnTo>
                <a:lnTo>
                  <a:pt x="642996" y="162221"/>
                </a:lnTo>
                <a:lnTo>
                  <a:pt x="642678" y="147232"/>
                </a:lnTo>
                <a:lnTo>
                  <a:pt x="621382" y="158599"/>
                </a:lnTo>
                <a:lnTo>
                  <a:pt x="533005" y="146378"/>
                </a:lnTo>
                <a:lnTo>
                  <a:pt x="510012" y="162321"/>
                </a:lnTo>
                <a:lnTo>
                  <a:pt x="510683" y="141757"/>
                </a:lnTo>
                <a:lnTo>
                  <a:pt x="459161" y="169115"/>
                </a:lnTo>
                <a:lnTo>
                  <a:pt x="460906" y="151920"/>
                </a:lnTo>
                <a:lnTo>
                  <a:pt x="444208" y="162713"/>
                </a:lnTo>
                <a:lnTo>
                  <a:pt x="422595" y="149406"/>
                </a:lnTo>
                <a:lnTo>
                  <a:pt x="447870" y="182865"/>
                </a:lnTo>
                <a:lnTo>
                  <a:pt x="419903" y="178508"/>
                </a:lnTo>
                <a:lnTo>
                  <a:pt x="413561" y="195883"/>
                </a:lnTo>
                <a:lnTo>
                  <a:pt x="384860" y="166347"/>
                </a:lnTo>
                <a:lnTo>
                  <a:pt x="389652" y="192084"/>
                </a:lnTo>
                <a:lnTo>
                  <a:pt x="375283" y="203711"/>
                </a:lnTo>
                <a:lnTo>
                  <a:pt x="360800" y="162640"/>
                </a:lnTo>
                <a:lnTo>
                  <a:pt x="360215" y="182074"/>
                </a:lnTo>
                <a:lnTo>
                  <a:pt x="351838" y="175041"/>
                </a:lnTo>
                <a:lnTo>
                  <a:pt x="334665" y="205863"/>
                </a:lnTo>
                <a:lnTo>
                  <a:pt x="306304" y="157415"/>
                </a:lnTo>
                <a:lnTo>
                  <a:pt x="310419" y="193367"/>
                </a:lnTo>
                <a:lnTo>
                  <a:pt x="296164" y="222224"/>
                </a:lnTo>
                <a:lnTo>
                  <a:pt x="280793" y="225546"/>
                </a:lnTo>
                <a:lnTo>
                  <a:pt x="275259" y="211159"/>
                </a:lnTo>
                <a:lnTo>
                  <a:pt x="278233" y="228500"/>
                </a:lnTo>
                <a:lnTo>
                  <a:pt x="262639" y="230544"/>
                </a:lnTo>
                <a:lnTo>
                  <a:pt x="262435" y="217143"/>
                </a:lnTo>
                <a:lnTo>
                  <a:pt x="244380" y="238995"/>
                </a:lnTo>
                <a:lnTo>
                  <a:pt x="232873" y="188838"/>
                </a:lnTo>
                <a:lnTo>
                  <a:pt x="229184" y="205345"/>
                </a:lnTo>
                <a:lnTo>
                  <a:pt x="215729" y="198510"/>
                </a:lnTo>
                <a:lnTo>
                  <a:pt x="227872" y="242305"/>
                </a:lnTo>
                <a:lnTo>
                  <a:pt x="201449" y="263857"/>
                </a:lnTo>
                <a:lnTo>
                  <a:pt x="197803" y="235685"/>
                </a:lnTo>
                <a:lnTo>
                  <a:pt x="165138" y="202450"/>
                </a:lnTo>
                <a:lnTo>
                  <a:pt x="193958" y="236736"/>
                </a:lnTo>
                <a:lnTo>
                  <a:pt x="189775" y="267693"/>
                </a:lnTo>
                <a:lnTo>
                  <a:pt x="166007" y="275271"/>
                </a:lnTo>
                <a:lnTo>
                  <a:pt x="151542" y="237345"/>
                </a:lnTo>
                <a:lnTo>
                  <a:pt x="155327" y="280857"/>
                </a:lnTo>
                <a:lnTo>
                  <a:pt x="121540" y="294286"/>
                </a:lnTo>
                <a:lnTo>
                  <a:pt x="119197" y="282408"/>
                </a:lnTo>
                <a:lnTo>
                  <a:pt x="108335" y="298209"/>
                </a:lnTo>
                <a:lnTo>
                  <a:pt x="83452" y="271287"/>
                </a:lnTo>
                <a:lnTo>
                  <a:pt x="91012" y="242386"/>
                </a:lnTo>
                <a:lnTo>
                  <a:pt x="76934" y="261552"/>
                </a:lnTo>
                <a:lnTo>
                  <a:pt x="45995" y="207708"/>
                </a:lnTo>
                <a:lnTo>
                  <a:pt x="4447" y="201566"/>
                </a:lnTo>
                <a:lnTo>
                  <a:pt x="0" y="187644"/>
                </a:lnTo>
                <a:lnTo>
                  <a:pt x="27990" y="187023"/>
                </a:lnTo>
                <a:lnTo>
                  <a:pt x="21628" y="175889"/>
                </a:lnTo>
                <a:lnTo>
                  <a:pt x="94380" y="186107"/>
                </a:lnTo>
                <a:lnTo>
                  <a:pt x="57348" y="160048"/>
                </a:lnTo>
                <a:lnTo>
                  <a:pt x="35351" y="165569"/>
                </a:lnTo>
                <a:lnTo>
                  <a:pt x="24706" y="121542"/>
                </a:lnTo>
                <a:lnTo>
                  <a:pt x="97602" y="133022"/>
                </a:lnTo>
                <a:lnTo>
                  <a:pt x="93672" y="119272"/>
                </a:lnTo>
                <a:lnTo>
                  <a:pt x="128446" y="112731"/>
                </a:lnTo>
                <a:lnTo>
                  <a:pt x="157633" y="149793"/>
                </a:lnTo>
                <a:lnTo>
                  <a:pt x="140710" y="101980"/>
                </a:lnTo>
                <a:lnTo>
                  <a:pt x="170257" y="121684"/>
                </a:lnTo>
                <a:lnTo>
                  <a:pt x="158550" y="95170"/>
                </a:lnTo>
                <a:lnTo>
                  <a:pt x="172802" y="87869"/>
                </a:lnTo>
                <a:lnTo>
                  <a:pt x="214736" y="111189"/>
                </a:lnTo>
                <a:lnTo>
                  <a:pt x="191949" y="86399"/>
                </a:lnTo>
                <a:lnTo>
                  <a:pt x="200674" y="63917"/>
                </a:lnTo>
                <a:lnTo>
                  <a:pt x="265810" y="105181"/>
                </a:lnTo>
                <a:lnTo>
                  <a:pt x="265810" y="10518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map-line"/>
          <p:cNvSpPr/>
          <p:nvPr/>
        </p:nvSpPr>
        <p:spPr>
          <a:xfrm>
            <a:off x="4529289" y="4354858"/>
            <a:ext cx="10556" cy="22423"/>
          </a:xfrm>
          <a:custGeom>
            <a:avLst/>
            <a:gdLst/>
            <a:ahLst/>
            <a:cxnLst/>
            <a:rect l="0" t="0" r="r" b="b"/>
            <a:pathLst>
              <a:path w="10556" h="22423">
                <a:moveTo>
                  <a:pt x="10556" y="13253"/>
                </a:moveTo>
                <a:lnTo>
                  <a:pt x="0" y="22423"/>
                </a:lnTo>
                <a:lnTo>
                  <a:pt x="1183" y="0"/>
                </a:lnTo>
                <a:lnTo>
                  <a:pt x="10556" y="13253"/>
                </a:lnTo>
                <a:lnTo>
                  <a:pt x="10556" y="1325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map-line"/>
          <p:cNvSpPr/>
          <p:nvPr/>
        </p:nvSpPr>
        <p:spPr>
          <a:xfrm>
            <a:off x="5726143" y="4506546"/>
            <a:ext cx="8929" cy="23300"/>
          </a:xfrm>
          <a:custGeom>
            <a:avLst/>
            <a:gdLst/>
            <a:ahLst/>
            <a:cxnLst/>
            <a:rect l="0" t="0" r="r" b="b"/>
            <a:pathLst>
              <a:path w="8929" h="23300">
                <a:moveTo>
                  <a:pt x="8929" y="17190"/>
                </a:moveTo>
                <a:lnTo>
                  <a:pt x="235" y="23300"/>
                </a:lnTo>
                <a:lnTo>
                  <a:pt x="0" y="0"/>
                </a:lnTo>
                <a:lnTo>
                  <a:pt x="8929" y="17190"/>
                </a:lnTo>
                <a:lnTo>
                  <a:pt x="8929" y="1719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map-line"/>
          <p:cNvSpPr/>
          <p:nvPr/>
        </p:nvSpPr>
        <p:spPr>
          <a:xfrm>
            <a:off x="5576456" y="4225945"/>
            <a:ext cx="38764" cy="81402"/>
          </a:xfrm>
          <a:custGeom>
            <a:avLst/>
            <a:gdLst/>
            <a:ahLst/>
            <a:cxnLst/>
            <a:rect l="0" t="0" r="r" b="b"/>
            <a:pathLst>
              <a:path w="38764" h="81402">
                <a:moveTo>
                  <a:pt x="38764" y="56054"/>
                </a:moveTo>
                <a:lnTo>
                  <a:pt x="0" y="81402"/>
                </a:lnTo>
                <a:lnTo>
                  <a:pt x="11716" y="42721"/>
                </a:lnTo>
                <a:lnTo>
                  <a:pt x="4279" y="0"/>
                </a:lnTo>
                <a:lnTo>
                  <a:pt x="29765" y="17699"/>
                </a:lnTo>
                <a:lnTo>
                  <a:pt x="37166" y="10764"/>
                </a:lnTo>
                <a:lnTo>
                  <a:pt x="36113" y="38739"/>
                </a:lnTo>
                <a:lnTo>
                  <a:pt x="35312" y="15729"/>
                </a:lnTo>
                <a:lnTo>
                  <a:pt x="29046" y="24153"/>
                </a:lnTo>
                <a:lnTo>
                  <a:pt x="38764" y="56054"/>
                </a:lnTo>
                <a:lnTo>
                  <a:pt x="38764" y="5605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map-line"/>
          <p:cNvSpPr/>
          <p:nvPr/>
        </p:nvSpPr>
        <p:spPr>
          <a:xfrm>
            <a:off x="6446179" y="3070656"/>
            <a:ext cx="41127" cy="37046"/>
          </a:xfrm>
          <a:custGeom>
            <a:avLst/>
            <a:gdLst/>
            <a:ahLst/>
            <a:cxnLst/>
            <a:rect l="0" t="0" r="r" b="b"/>
            <a:pathLst>
              <a:path w="41127" h="37046">
                <a:moveTo>
                  <a:pt x="37038" y="37046"/>
                </a:moveTo>
                <a:lnTo>
                  <a:pt x="0" y="0"/>
                </a:lnTo>
                <a:lnTo>
                  <a:pt x="41127" y="11341"/>
                </a:lnTo>
                <a:lnTo>
                  <a:pt x="37038" y="37046"/>
                </a:lnTo>
                <a:lnTo>
                  <a:pt x="37038" y="3704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ap-line"/>
          <p:cNvSpPr/>
          <p:nvPr/>
        </p:nvSpPr>
        <p:spPr>
          <a:xfrm>
            <a:off x="6451578" y="3035996"/>
            <a:ext cx="24838" cy="25366"/>
          </a:xfrm>
          <a:custGeom>
            <a:avLst/>
            <a:gdLst/>
            <a:ahLst/>
            <a:cxnLst/>
            <a:rect l="0" t="0" r="r" b="b"/>
            <a:pathLst>
              <a:path w="24838" h="25366">
                <a:moveTo>
                  <a:pt x="4949" y="25366"/>
                </a:moveTo>
                <a:lnTo>
                  <a:pt x="0" y="0"/>
                </a:lnTo>
                <a:lnTo>
                  <a:pt x="24838" y="12054"/>
                </a:lnTo>
                <a:lnTo>
                  <a:pt x="4949" y="25366"/>
                </a:lnTo>
                <a:lnTo>
                  <a:pt x="4949" y="2536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map-line"/>
          <p:cNvSpPr/>
          <p:nvPr/>
        </p:nvSpPr>
        <p:spPr>
          <a:xfrm>
            <a:off x="6677826" y="3123928"/>
            <a:ext cx="44944" cy="37467"/>
          </a:xfrm>
          <a:custGeom>
            <a:avLst/>
            <a:gdLst/>
            <a:ahLst/>
            <a:cxnLst/>
            <a:rect l="0" t="0" r="r" b="b"/>
            <a:pathLst>
              <a:path w="44944" h="37467">
                <a:moveTo>
                  <a:pt x="4884" y="16715"/>
                </a:moveTo>
                <a:lnTo>
                  <a:pt x="0" y="0"/>
                </a:lnTo>
                <a:lnTo>
                  <a:pt x="14794" y="2903"/>
                </a:lnTo>
                <a:lnTo>
                  <a:pt x="39990" y="17247"/>
                </a:lnTo>
                <a:lnTo>
                  <a:pt x="44944" y="37467"/>
                </a:lnTo>
                <a:lnTo>
                  <a:pt x="4884" y="16715"/>
                </a:lnTo>
                <a:lnTo>
                  <a:pt x="4884" y="1671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map-line"/>
          <p:cNvSpPr/>
          <p:nvPr/>
        </p:nvSpPr>
        <p:spPr>
          <a:xfrm>
            <a:off x="6367859" y="2860752"/>
            <a:ext cx="115150" cy="106389"/>
          </a:xfrm>
          <a:custGeom>
            <a:avLst/>
            <a:gdLst/>
            <a:ahLst/>
            <a:cxnLst/>
            <a:rect l="0" t="0" r="r" b="b"/>
            <a:pathLst>
              <a:path w="115150" h="106389">
                <a:moveTo>
                  <a:pt x="37917" y="59631"/>
                </a:moveTo>
                <a:lnTo>
                  <a:pt x="12148" y="52011"/>
                </a:lnTo>
                <a:lnTo>
                  <a:pt x="24811" y="37360"/>
                </a:lnTo>
                <a:lnTo>
                  <a:pt x="4903" y="28044"/>
                </a:lnTo>
                <a:lnTo>
                  <a:pt x="0" y="0"/>
                </a:lnTo>
                <a:lnTo>
                  <a:pt x="94140" y="49317"/>
                </a:lnTo>
                <a:lnTo>
                  <a:pt x="115150" y="89431"/>
                </a:lnTo>
                <a:lnTo>
                  <a:pt x="103006" y="106389"/>
                </a:lnTo>
                <a:lnTo>
                  <a:pt x="91454" y="63783"/>
                </a:lnTo>
                <a:lnTo>
                  <a:pt x="72484" y="61715"/>
                </a:lnTo>
                <a:lnTo>
                  <a:pt x="65015" y="73339"/>
                </a:lnTo>
                <a:lnTo>
                  <a:pt x="37917" y="59631"/>
                </a:lnTo>
                <a:lnTo>
                  <a:pt x="37917" y="5963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map-line"/>
          <p:cNvSpPr/>
          <p:nvPr/>
        </p:nvSpPr>
        <p:spPr>
          <a:xfrm>
            <a:off x="6781735" y="3205543"/>
            <a:ext cx="118690" cy="80595"/>
          </a:xfrm>
          <a:custGeom>
            <a:avLst/>
            <a:gdLst/>
            <a:ahLst/>
            <a:cxnLst/>
            <a:rect l="0" t="0" r="r" b="b"/>
            <a:pathLst>
              <a:path w="118690" h="80595">
                <a:moveTo>
                  <a:pt x="118690" y="55531"/>
                </a:moveTo>
                <a:lnTo>
                  <a:pt x="100814" y="76513"/>
                </a:lnTo>
                <a:lnTo>
                  <a:pt x="48743" y="80595"/>
                </a:lnTo>
                <a:lnTo>
                  <a:pt x="31756" y="53861"/>
                </a:lnTo>
                <a:lnTo>
                  <a:pt x="6060" y="48645"/>
                </a:lnTo>
                <a:lnTo>
                  <a:pt x="0" y="26633"/>
                </a:lnTo>
                <a:lnTo>
                  <a:pt x="39195" y="0"/>
                </a:lnTo>
                <a:lnTo>
                  <a:pt x="56795" y="19800"/>
                </a:lnTo>
                <a:lnTo>
                  <a:pt x="104829" y="33024"/>
                </a:lnTo>
                <a:lnTo>
                  <a:pt x="118690" y="55531"/>
                </a:lnTo>
                <a:lnTo>
                  <a:pt x="118690" y="5553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map-line"/>
          <p:cNvSpPr/>
          <p:nvPr/>
        </p:nvSpPr>
        <p:spPr>
          <a:xfrm>
            <a:off x="6761699" y="3166568"/>
            <a:ext cx="37136" cy="26155"/>
          </a:xfrm>
          <a:custGeom>
            <a:avLst/>
            <a:gdLst/>
            <a:ahLst/>
            <a:cxnLst/>
            <a:rect l="0" t="0" r="r" b="b"/>
            <a:pathLst>
              <a:path w="37136" h="26155">
                <a:moveTo>
                  <a:pt x="5315" y="11452"/>
                </a:moveTo>
                <a:lnTo>
                  <a:pt x="0" y="0"/>
                </a:lnTo>
                <a:lnTo>
                  <a:pt x="34566" y="10827"/>
                </a:lnTo>
                <a:lnTo>
                  <a:pt x="37136" y="26155"/>
                </a:lnTo>
                <a:lnTo>
                  <a:pt x="5315" y="11452"/>
                </a:lnTo>
                <a:lnTo>
                  <a:pt x="5315" y="1145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ap-line"/>
          <p:cNvSpPr/>
          <p:nvPr/>
        </p:nvSpPr>
        <p:spPr>
          <a:xfrm>
            <a:off x="6642945" y="3077990"/>
            <a:ext cx="51114" cy="45901"/>
          </a:xfrm>
          <a:custGeom>
            <a:avLst/>
            <a:gdLst/>
            <a:ahLst/>
            <a:cxnLst/>
            <a:rect l="0" t="0" r="r" b="b"/>
            <a:pathLst>
              <a:path w="51114" h="45901">
                <a:moveTo>
                  <a:pt x="51114" y="45901"/>
                </a:moveTo>
                <a:lnTo>
                  <a:pt x="18580" y="32039"/>
                </a:lnTo>
                <a:lnTo>
                  <a:pt x="0" y="0"/>
                </a:lnTo>
                <a:lnTo>
                  <a:pt x="41128" y="16879"/>
                </a:lnTo>
                <a:lnTo>
                  <a:pt x="51114" y="45901"/>
                </a:lnTo>
                <a:lnTo>
                  <a:pt x="51114" y="459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map-line"/>
          <p:cNvSpPr/>
          <p:nvPr/>
        </p:nvSpPr>
        <p:spPr>
          <a:xfrm>
            <a:off x="6379870" y="2942478"/>
            <a:ext cx="187279" cy="90680"/>
          </a:xfrm>
          <a:custGeom>
            <a:avLst/>
            <a:gdLst/>
            <a:ahLst/>
            <a:cxnLst/>
            <a:rect l="0" t="0" r="r" b="b"/>
            <a:pathLst>
              <a:path w="187279" h="90680">
                <a:moveTo>
                  <a:pt x="187279" y="88892"/>
                </a:moveTo>
                <a:lnTo>
                  <a:pt x="147715" y="90680"/>
                </a:lnTo>
                <a:lnTo>
                  <a:pt x="108163" y="63438"/>
                </a:lnTo>
                <a:lnTo>
                  <a:pt x="101614" y="75752"/>
                </a:lnTo>
                <a:lnTo>
                  <a:pt x="72162" y="51146"/>
                </a:lnTo>
                <a:lnTo>
                  <a:pt x="56841" y="55227"/>
                </a:lnTo>
                <a:lnTo>
                  <a:pt x="57799" y="80763"/>
                </a:lnTo>
                <a:lnTo>
                  <a:pt x="45353" y="61707"/>
                </a:lnTo>
                <a:lnTo>
                  <a:pt x="28993" y="69948"/>
                </a:lnTo>
                <a:lnTo>
                  <a:pt x="5559" y="51430"/>
                </a:lnTo>
                <a:lnTo>
                  <a:pt x="32034" y="41306"/>
                </a:lnTo>
                <a:lnTo>
                  <a:pt x="685" y="26465"/>
                </a:lnTo>
                <a:lnTo>
                  <a:pt x="0" y="0"/>
                </a:lnTo>
                <a:lnTo>
                  <a:pt x="20966" y="5166"/>
                </a:lnTo>
                <a:lnTo>
                  <a:pt x="18360" y="15403"/>
                </a:lnTo>
                <a:lnTo>
                  <a:pt x="45852" y="38518"/>
                </a:lnTo>
                <a:lnTo>
                  <a:pt x="39265" y="16271"/>
                </a:lnTo>
                <a:lnTo>
                  <a:pt x="56814" y="30996"/>
                </a:lnTo>
                <a:lnTo>
                  <a:pt x="59960" y="21920"/>
                </a:lnTo>
                <a:lnTo>
                  <a:pt x="39714" y="4350"/>
                </a:lnTo>
                <a:lnTo>
                  <a:pt x="77167" y="19433"/>
                </a:lnTo>
                <a:lnTo>
                  <a:pt x="95328" y="46307"/>
                </a:lnTo>
                <a:lnTo>
                  <a:pt x="128829" y="38185"/>
                </a:lnTo>
                <a:lnTo>
                  <a:pt x="112584" y="28539"/>
                </a:lnTo>
                <a:lnTo>
                  <a:pt x="114926" y="14752"/>
                </a:lnTo>
                <a:lnTo>
                  <a:pt x="164853" y="30141"/>
                </a:lnTo>
                <a:lnTo>
                  <a:pt x="168112" y="38269"/>
                </a:lnTo>
                <a:lnTo>
                  <a:pt x="151649" y="32573"/>
                </a:lnTo>
                <a:lnTo>
                  <a:pt x="180274" y="46617"/>
                </a:lnTo>
                <a:lnTo>
                  <a:pt x="180209" y="59321"/>
                </a:lnTo>
                <a:lnTo>
                  <a:pt x="147154" y="55759"/>
                </a:lnTo>
                <a:lnTo>
                  <a:pt x="182179" y="72648"/>
                </a:lnTo>
                <a:lnTo>
                  <a:pt x="187279" y="88892"/>
                </a:lnTo>
                <a:lnTo>
                  <a:pt x="187279" y="8889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map-line"/>
          <p:cNvSpPr/>
          <p:nvPr/>
        </p:nvSpPr>
        <p:spPr>
          <a:xfrm>
            <a:off x="6779904" y="3138613"/>
            <a:ext cx="24832" cy="25501"/>
          </a:xfrm>
          <a:custGeom>
            <a:avLst/>
            <a:gdLst/>
            <a:ahLst/>
            <a:cxnLst/>
            <a:rect l="0" t="0" r="r" b="b"/>
            <a:pathLst>
              <a:path w="24832" h="25501">
                <a:moveTo>
                  <a:pt x="24832" y="20469"/>
                </a:moveTo>
                <a:lnTo>
                  <a:pt x="8017" y="25501"/>
                </a:lnTo>
                <a:lnTo>
                  <a:pt x="0" y="2271"/>
                </a:lnTo>
                <a:lnTo>
                  <a:pt x="12225" y="0"/>
                </a:lnTo>
                <a:lnTo>
                  <a:pt x="24832" y="20469"/>
                </a:lnTo>
                <a:lnTo>
                  <a:pt x="24832" y="2046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map-line"/>
          <p:cNvSpPr/>
          <p:nvPr/>
        </p:nvSpPr>
        <p:spPr>
          <a:xfrm>
            <a:off x="6733458" y="3094471"/>
            <a:ext cx="50247" cy="70034"/>
          </a:xfrm>
          <a:custGeom>
            <a:avLst/>
            <a:gdLst/>
            <a:ahLst/>
            <a:cxnLst/>
            <a:rect l="0" t="0" r="r" b="b"/>
            <a:pathLst>
              <a:path w="50247" h="70034">
                <a:moveTo>
                  <a:pt x="18034" y="53020"/>
                </a:moveTo>
                <a:lnTo>
                  <a:pt x="0" y="0"/>
                </a:lnTo>
                <a:lnTo>
                  <a:pt x="50247" y="70034"/>
                </a:lnTo>
                <a:lnTo>
                  <a:pt x="18034" y="53020"/>
                </a:lnTo>
                <a:lnTo>
                  <a:pt x="18034" y="5302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map-line"/>
          <p:cNvSpPr/>
          <p:nvPr/>
        </p:nvSpPr>
        <p:spPr>
          <a:xfrm>
            <a:off x="6676167" y="3060288"/>
            <a:ext cx="77763" cy="108067"/>
          </a:xfrm>
          <a:custGeom>
            <a:avLst/>
            <a:gdLst/>
            <a:ahLst/>
            <a:cxnLst/>
            <a:rect l="0" t="0" r="r" b="b"/>
            <a:pathLst>
              <a:path w="77763" h="108067">
                <a:moveTo>
                  <a:pt x="0" y="11780"/>
                </a:moveTo>
                <a:lnTo>
                  <a:pt x="14443" y="0"/>
                </a:lnTo>
                <a:lnTo>
                  <a:pt x="29764" y="32644"/>
                </a:lnTo>
                <a:lnTo>
                  <a:pt x="47806" y="40181"/>
                </a:lnTo>
                <a:lnTo>
                  <a:pt x="77763" y="108067"/>
                </a:lnTo>
                <a:lnTo>
                  <a:pt x="49946" y="103906"/>
                </a:lnTo>
                <a:lnTo>
                  <a:pt x="22136" y="33857"/>
                </a:lnTo>
                <a:lnTo>
                  <a:pt x="0" y="11780"/>
                </a:lnTo>
                <a:lnTo>
                  <a:pt x="0" y="1178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map-line"/>
          <p:cNvSpPr/>
          <p:nvPr/>
        </p:nvSpPr>
        <p:spPr>
          <a:xfrm>
            <a:off x="6564306" y="2955515"/>
            <a:ext cx="17483" cy="17652"/>
          </a:xfrm>
          <a:custGeom>
            <a:avLst/>
            <a:gdLst/>
            <a:ahLst/>
            <a:cxnLst/>
            <a:rect l="0" t="0" r="r" b="b"/>
            <a:pathLst>
              <a:path w="17483" h="17652">
                <a:moveTo>
                  <a:pt x="0" y="8875"/>
                </a:moveTo>
                <a:lnTo>
                  <a:pt x="10603" y="0"/>
                </a:lnTo>
                <a:lnTo>
                  <a:pt x="17483" y="17652"/>
                </a:lnTo>
                <a:lnTo>
                  <a:pt x="0" y="8875"/>
                </a:lnTo>
                <a:lnTo>
                  <a:pt x="0" y="887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map-line"/>
          <p:cNvSpPr/>
          <p:nvPr/>
        </p:nvSpPr>
        <p:spPr>
          <a:xfrm>
            <a:off x="6779659" y="3068054"/>
            <a:ext cx="51871" cy="47180"/>
          </a:xfrm>
          <a:custGeom>
            <a:avLst/>
            <a:gdLst/>
            <a:ahLst/>
            <a:cxnLst/>
            <a:rect l="0" t="0" r="r" b="b"/>
            <a:pathLst>
              <a:path w="51871" h="47180">
                <a:moveTo>
                  <a:pt x="13547" y="17547"/>
                </a:moveTo>
                <a:lnTo>
                  <a:pt x="0" y="3070"/>
                </a:lnTo>
                <a:lnTo>
                  <a:pt x="11706" y="0"/>
                </a:lnTo>
                <a:lnTo>
                  <a:pt x="40099" y="13468"/>
                </a:lnTo>
                <a:lnTo>
                  <a:pt x="51871" y="47180"/>
                </a:lnTo>
                <a:lnTo>
                  <a:pt x="13547" y="17547"/>
                </a:lnTo>
                <a:lnTo>
                  <a:pt x="13547" y="1754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map-line"/>
          <p:cNvSpPr/>
          <p:nvPr/>
        </p:nvSpPr>
        <p:spPr>
          <a:xfrm>
            <a:off x="6960294" y="3156743"/>
            <a:ext cx="51797" cy="36524"/>
          </a:xfrm>
          <a:custGeom>
            <a:avLst/>
            <a:gdLst/>
            <a:ahLst/>
            <a:cxnLst/>
            <a:rect l="0" t="0" r="r" b="b"/>
            <a:pathLst>
              <a:path w="51797" h="36524">
                <a:moveTo>
                  <a:pt x="10419" y="10800"/>
                </a:moveTo>
                <a:lnTo>
                  <a:pt x="0" y="0"/>
                </a:lnTo>
                <a:lnTo>
                  <a:pt x="19773" y="5639"/>
                </a:lnTo>
                <a:lnTo>
                  <a:pt x="51797" y="34574"/>
                </a:lnTo>
                <a:lnTo>
                  <a:pt x="36199" y="36524"/>
                </a:lnTo>
                <a:lnTo>
                  <a:pt x="10419" y="10800"/>
                </a:lnTo>
                <a:lnTo>
                  <a:pt x="10419" y="1080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map-line"/>
          <p:cNvSpPr/>
          <p:nvPr/>
        </p:nvSpPr>
        <p:spPr>
          <a:xfrm>
            <a:off x="6834235" y="3057976"/>
            <a:ext cx="54722" cy="30197"/>
          </a:xfrm>
          <a:custGeom>
            <a:avLst/>
            <a:gdLst/>
            <a:ahLst/>
            <a:cxnLst/>
            <a:rect l="0" t="0" r="r" b="b"/>
            <a:pathLst>
              <a:path w="54722" h="30197">
                <a:moveTo>
                  <a:pt x="12527" y="17914"/>
                </a:moveTo>
                <a:lnTo>
                  <a:pt x="0" y="10059"/>
                </a:lnTo>
                <a:lnTo>
                  <a:pt x="11039" y="0"/>
                </a:lnTo>
                <a:lnTo>
                  <a:pt x="54722" y="30197"/>
                </a:lnTo>
                <a:lnTo>
                  <a:pt x="12527" y="17914"/>
                </a:lnTo>
                <a:lnTo>
                  <a:pt x="12527" y="1791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map-line"/>
          <p:cNvSpPr/>
          <p:nvPr/>
        </p:nvSpPr>
        <p:spPr>
          <a:xfrm>
            <a:off x="6348374" y="3817389"/>
            <a:ext cx="19305" cy="1844"/>
          </a:xfrm>
          <a:custGeom>
            <a:avLst/>
            <a:gdLst/>
            <a:ahLst/>
            <a:cxnLst/>
            <a:rect l="0" t="0" r="r" b="b"/>
            <a:pathLst>
              <a:path w="19305" h="1844">
                <a:moveTo>
                  <a:pt x="19305" y="1844"/>
                </a:moveTo>
                <a:lnTo>
                  <a:pt x="0" y="0"/>
                </a:lnTo>
                <a:lnTo>
                  <a:pt x="19305" y="1844"/>
                </a:lnTo>
                <a:lnTo>
                  <a:pt x="19305" y="184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map-line"/>
          <p:cNvSpPr/>
          <p:nvPr/>
        </p:nvSpPr>
        <p:spPr>
          <a:xfrm>
            <a:off x="6727041" y="3280560"/>
            <a:ext cx="33371" cy="31466"/>
          </a:xfrm>
          <a:custGeom>
            <a:avLst/>
            <a:gdLst/>
            <a:ahLst/>
            <a:cxnLst/>
            <a:rect l="0" t="0" r="r" b="b"/>
            <a:pathLst>
              <a:path w="33371" h="31466">
                <a:moveTo>
                  <a:pt x="1468" y="12342"/>
                </a:moveTo>
                <a:lnTo>
                  <a:pt x="0" y="0"/>
                </a:lnTo>
                <a:lnTo>
                  <a:pt x="30562" y="7154"/>
                </a:lnTo>
                <a:lnTo>
                  <a:pt x="33371" y="31466"/>
                </a:lnTo>
                <a:lnTo>
                  <a:pt x="8645" y="28212"/>
                </a:lnTo>
                <a:lnTo>
                  <a:pt x="1468" y="12342"/>
                </a:lnTo>
                <a:lnTo>
                  <a:pt x="1468" y="1234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map-line"/>
          <p:cNvSpPr/>
          <p:nvPr/>
        </p:nvSpPr>
        <p:spPr>
          <a:xfrm>
            <a:off x="6632648" y="3180410"/>
            <a:ext cx="65143" cy="55562"/>
          </a:xfrm>
          <a:custGeom>
            <a:avLst/>
            <a:gdLst/>
            <a:ahLst/>
            <a:cxnLst/>
            <a:rect l="0" t="0" r="r" b="b"/>
            <a:pathLst>
              <a:path w="65143" h="55562">
                <a:moveTo>
                  <a:pt x="0" y="20536"/>
                </a:moveTo>
                <a:lnTo>
                  <a:pt x="19240" y="17279"/>
                </a:lnTo>
                <a:lnTo>
                  <a:pt x="29402" y="0"/>
                </a:lnTo>
                <a:lnTo>
                  <a:pt x="65143" y="25050"/>
                </a:lnTo>
                <a:lnTo>
                  <a:pt x="41826" y="55562"/>
                </a:lnTo>
                <a:lnTo>
                  <a:pt x="0" y="20536"/>
                </a:lnTo>
                <a:lnTo>
                  <a:pt x="0" y="2053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map-line"/>
          <p:cNvSpPr/>
          <p:nvPr/>
        </p:nvSpPr>
        <p:spPr>
          <a:xfrm>
            <a:off x="6539433" y="3093410"/>
            <a:ext cx="50848" cy="44853"/>
          </a:xfrm>
          <a:custGeom>
            <a:avLst/>
            <a:gdLst/>
            <a:ahLst/>
            <a:cxnLst/>
            <a:rect l="0" t="0" r="r" b="b"/>
            <a:pathLst>
              <a:path w="50848" h="44853">
                <a:moveTo>
                  <a:pt x="4567" y="21612"/>
                </a:moveTo>
                <a:lnTo>
                  <a:pt x="0" y="0"/>
                </a:lnTo>
                <a:lnTo>
                  <a:pt x="34568" y="3085"/>
                </a:lnTo>
                <a:lnTo>
                  <a:pt x="50848" y="43064"/>
                </a:lnTo>
                <a:lnTo>
                  <a:pt x="30027" y="44853"/>
                </a:lnTo>
                <a:lnTo>
                  <a:pt x="4567" y="21612"/>
                </a:lnTo>
                <a:lnTo>
                  <a:pt x="4567" y="2161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map-line"/>
          <p:cNvSpPr/>
          <p:nvPr/>
        </p:nvSpPr>
        <p:spPr>
          <a:xfrm>
            <a:off x="6693218" y="3185994"/>
            <a:ext cx="74526" cy="70154"/>
          </a:xfrm>
          <a:custGeom>
            <a:avLst/>
            <a:gdLst/>
            <a:ahLst/>
            <a:cxnLst/>
            <a:rect l="0" t="0" r="r" b="b"/>
            <a:pathLst>
              <a:path w="74526" h="70154">
                <a:moveTo>
                  <a:pt x="0" y="54792"/>
                </a:moveTo>
                <a:lnTo>
                  <a:pt x="11474" y="0"/>
                </a:lnTo>
                <a:lnTo>
                  <a:pt x="58155" y="35905"/>
                </a:lnTo>
                <a:lnTo>
                  <a:pt x="74526" y="66459"/>
                </a:lnTo>
                <a:lnTo>
                  <a:pt x="31694" y="50898"/>
                </a:lnTo>
                <a:lnTo>
                  <a:pt x="33864" y="70154"/>
                </a:lnTo>
                <a:lnTo>
                  <a:pt x="19448" y="56852"/>
                </a:lnTo>
                <a:lnTo>
                  <a:pt x="11520" y="68928"/>
                </a:lnTo>
                <a:lnTo>
                  <a:pt x="0" y="54792"/>
                </a:lnTo>
                <a:lnTo>
                  <a:pt x="0" y="5479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map-line"/>
          <p:cNvSpPr/>
          <p:nvPr/>
        </p:nvSpPr>
        <p:spPr>
          <a:xfrm>
            <a:off x="6606544" y="3098506"/>
            <a:ext cx="22697" cy="31315"/>
          </a:xfrm>
          <a:custGeom>
            <a:avLst/>
            <a:gdLst/>
            <a:ahLst/>
            <a:cxnLst/>
            <a:rect l="0" t="0" r="r" b="b"/>
            <a:pathLst>
              <a:path w="22697" h="31315">
                <a:moveTo>
                  <a:pt x="0" y="13371"/>
                </a:moveTo>
                <a:lnTo>
                  <a:pt x="15070" y="0"/>
                </a:lnTo>
                <a:lnTo>
                  <a:pt x="22697" y="26273"/>
                </a:lnTo>
                <a:lnTo>
                  <a:pt x="10197" y="31315"/>
                </a:lnTo>
                <a:lnTo>
                  <a:pt x="0" y="13371"/>
                </a:lnTo>
                <a:lnTo>
                  <a:pt x="0" y="1337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map-line"/>
          <p:cNvSpPr/>
          <p:nvPr/>
        </p:nvSpPr>
        <p:spPr>
          <a:xfrm>
            <a:off x="6844072" y="3194066"/>
            <a:ext cx="61449" cy="28707"/>
          </a:xfrm>
          <a:custGeom>
            <a:avLst/>
            <a:gdLst/>
            <a:ahLst/>
            <a:cxnLst/>
            <a:rect l="0" t="0" r="r" b="b"/>
            <a:pathLst>
              <a:path w="61449" h="28707">
                <a:moveTo>
                  <a:pt x="10301" y="0"/>
                </a:moveTo>
                <a:lnTo>
                  <a:pt x="61449" y="21598"/>
                </a:lnTo>
                <a:lnTo>
                  <a:pt x="24749" y="28707"/>
                </a:lnTo>
                <a:lnTo>
                  <a:pt x="0" y="2733"/>
                </a:lnTo>
                <a:lnTo>
                  <a:pt x="10301" y="0"/>
                </a:lnTo>
                <a:lnTo>
                  <a:pt x="1030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map-line"/>
          <p:cNvSpPr/>
          <p:nvPr/>
        </p:nvSpPr>
        <p:spPr>
          <a:xfrm>
            <a:off x="6909609" y="3258113"/>
            <a:ext cx="112451" cy="55334"/>
          </a:xfrm>
          <a:custGeom>
            <a:avLst/>
            <a:gdLst/>
            <a:ahLst/>
            <a:cxnLst/>
            <a:rect l="0" t="0" r="r" b="b"/>
            <a:pathLst>
              <a:path w="112451" h="55334">
                <a:moveTo>
                  <a:pt x="14081" y="5237"/>
                </a:moveTo>
                <a:lnTo>
                  <a:pt x="68829" y="17413"/>
                </a:lnTo>
                <a:lnTo>
                  <a:pt x="90005" y="0"/>
                </a:lnTo>
                <a:lnTo>
                  <a:pt x="112451" y="21948"/>
                </a:lnTo>
                <a:lnTo>
                  <a:pt x="111924" y="39939"/>
                </a:lnTo>
                <a:lnTo>
                  <a:pt x="104705" y="52556"/>
                </a:lnTo>
                <a:lnTo>
                  <a:pt x="58173" y="55334"/>
                </a:lnTo>
                <a:lnTo>
                  <a:pt x="10962" y="37056"/>
                </a:lnTo>
                <a:lnTo>
                  <a:pt x="0" y="9158"/>
                </a:lnTo>
                <a:lnTo>
                  <a:pt x="14081" y="5237"/>
                </a:lnTo>
                <a:lnTo>
                  <a:pt x="14081" y="523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ap-line"/>
          <p:cNvSpPr/>
          <p:nvPr/>
        </p:nvSpPr>
        <p:spPr>
          <a:xfrm>
            <a:off x="6763739" y="3108717"/>
            <a:ext cx="37138" cy="18493"/>
          </a:xfrm>
          <a:custGeom>
            <a:avLst/>
            <a:gdLst/>
            <a:ahLst/>
            <a:cxnLst/>
            <a:rect l="0" t="0" r="r" b="b"/>
            <a:pathLst>
              <a:path w="37138" h="18493">
                <a:moveTo>
                  <a:pt x="13587" y="3178"/>
                </a:moveTo>
                <a:lnTo>
                  <a:pt x="37138" y="18493"/>
                </a:lnTo>
                <a:lnTo>
                  <a:pt x="8550" y="13558"/>
                </a:lnTo>
                <a:lnTo>
                  <a:pt x="0" y="0"/>
                </a:lnTo>
                <a:lnTo>
                  <a:pt x="13587" y="3178"/>
                </a:lnTo>
                <a:lnTo>
                  <a:pt x="13587" y="317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map-line"/>
          <p:cNvSpPr/>
          <p:nvPr/>
        </p:nvSpPr>
        <p:spPr>
          <a:xfrm>
            <a:off x="6726041" y="3056764"/>
            <a:ext cx="76018" cy="57240"/>
          </a:xfrm>
          <a:custGeom>
            <a:avLst/>
            <a:gdLst/>
            <a:ahLst/>
            <a:cxnLst/>
            <a:rect l="0" t="0" r="r" b="b"/>
            <a:pathLst>
              <a:path w="76018" h="57240">
                <a:moveTo>
                  <a:pt x="0" y="17779"/>
                </a:moveTo>
                <a:lnTo>
                  <a:pt x="5089" y="0"/>
                </a:lnTo>
                <a:lnTo>
                  <a:pt x="33760" y="32541"/>
                </a:lnTo>
                <a:lnTo>
                  <a:pt x="35974" y="12920"/>
                </a:lnTo>
                <a:lnTo>
                  <a:pt x="76018" y="57240"/>
                </a:lnTo>
                <a:lnTo>
                  <a:pt x="27224" y="42080"/>
                </a:lnTo>
                <a:lnTo>
                  <a:pt x="0" y="17779"/>
                </a:lnTo>
                <a:lnTo>
                  <a:pt x="0" y="1777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map-line"/>
          <p:cNvSpPr/>
          <p:nvPr/>
        </p:nvSpPr>
        <p:spPr>
          <a:xfrm>
            <a:off x="6824316" y="3125102"/>
            <a:ext cx="25717" cy="16711"/>
          </a:xfrm>
          <a:custGeom>
            <a:avLst/>
            <a:gdLst/>
            <a:ahLst/>
            <a:cxnLst/>
            <a:rect l="0" t="0" r="r" b="b"/>
            <a:pathLst>
              <a:path w="25717" h="16711">
                <a:moveTo>
                  <a:pt x="0" y="0"/>
                </a:moveTo>
                <a:lnTo>
                  <a:pt x="20101" y="706"/>
                </a:lnTo>
                <a:lnTo>
                  <a:pt x="25717" y="16711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map-line"/>
          <p:cNvSpPr/>
          <p:nvPr/>
        </p:nvSpPr>
        <p:spPr>
          <a:xfrm>
            <a:off x="6948593" y="3161421"/>
            <a:ext cx="5530" cy="10768"/>
          </a:xfrm>
          <a:custGeom>
            <a:avLst/>
            <a:gdLst/>
            <a:ahLst/>
            <a:cxnLst/>
            <a:rect l="0" t="0" r="r" b="b"/>
            <a:pathLst>
              <a:path w="5530" h="10768">
                <a:moveTo>
                  <a:pt x="0" y="0"/>
                </a:moveTo>
                <a:lnTo>
                  <a:pt x="5530" y="1076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map-line"/>
          <p:cNvSpPr/>
          <p:nvPr/>
        </p:nvSpPr>
        <p:spPr>
          <a:xfrm>
            <a:off x="4113264" y="4449473"/>
            <a:ext cx="20501" cy="50725"/>
          </a:xfrm>
          <a:custGeom>
            <a:avLst/>
            <a:gdLst/>
            <a:ahLst/>
            <a:cxnLst/>
            <a:rect l="0" t="0" r="r" b="b"/>
            <a:pathLst>
              <a:path w="20501" h="50725">
                <a:moveTo>
                  <a:pt x="16030" y="50725"/>
                </a:moveTo>
                <a:lnTo>
                  <a:pt x="1748" y="35728"/>
                </a:lnTo>
                <a:lnTo>
                  <a:pt x="0" y="0"/>
                </a:lnTo>
                <a:lnTo>
                  <a:pt x="20501" y="19585"/>
                </a:lnTo>
                <a:lnTo>
                  <a:pt x="16030" y="50725"/>
                </a:lnTo>
                <a:lnTo>
                  <a:pt x="16030" y="5072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map-line"/>
          <p:cNvSpPr/>
          <p:nvPr/>
        </p:nvSpPr>
        <p:spPr>
          <a:xfrm>
            <a:off x="4133011" y="4453463"/>
            <a:ext cx="17177" cy="37561"/>
          </a:xfrm>
          <a:custGeom>
            <a:avLst/>
            <a:gdLst/>
            <a:ahLst/>
            <a:cxnLst/>
            <a:rect l="0" t="0" r="r" b="b"/>
            <a:pathLst>
              <a:path w="17177" h="37561">
                <a:moveTo>
                  <a:pt x="2280" y="9897"/>
                </a:moveTo>
                <a:lnTo>
                  <a:pt x="2490" y="0"/>
                </a:lnTo>
                <a:lnTo>
                  <a:pt x="17177" y="16872"/>
                </a:lnTo>
                <a:lnTo>
                  <a:pt x="0" y="37561"/>
                </a:lnTo>
                <a:lnTo>
                  <a:pt x="2280" y="9897"/>
                </a:lnTo>
                <a:lnTo>
                  <a:pt x="2280" y="989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map-line"/>
          <p:cNvSpPr/>
          <p:nvPr/>
        </p:nvSpPr>
        <p:spPr>
          <a:xfrm>
            <a:off x="5627635" y="4260126"/>
            <a:ext cx="2732" cy="16812"/>
          </a:xfrm>
          <a:custGeom>
            <a:avLst/>
            <a:gdLst/>
            <a:ahLst/>
            <a:cxnLst/>
            <a:rect l="0" t="0" r="r" b="b"/>
            <a:pathLst>
              <a:path w="2732" h="16812">
                <a:moveTo>
                  <a:pt x="2732" y="16812"/>
                </a:moveTo>
                <a:lnTo>
                  <a:pt x="0" y="0"/>
                </a:lnTo>
                <a:lnTo>
                  <a:pt x="2732" y="16812"/>
                </a:lnTo>
                <a:lnTo>
                  <a:pt x="2732" y="1681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map-line"/>
          <p:cNvSpPr/>
          <p:nvPr/>
        </p:nvSpPr>
        <p:spPr>
          <a:xfrm>
            <a:off x="6699672" y="3281315"/>
            <a:ext cx="17266" cy="15107"/>
          </a:xfrm>
          <a:custGeom>
            <a:avLst/>
            <a:gdLst/>
            <a:ahLst/>
            <a:cxnLst/>
            <a:rect l="0" t="0" r="r" b="b"/>
            <a:pathLst>
              <a:path w="17266" h="15107">
                <a:moveTo>
                  <a:pt x="17266" y="15107"/>
                </a:moveTo>
                <a:lnTo>
                  <a:pt x="0" y="0"/>
                </a:lnTo>
                <a:lnTo>
                  <a:pt x="15947" y="2860"/>
                </a:lnTo>
                <a:lnTo>
                  <a:pt x="17266" y="15107"/>
                </a:lnTo>
                <a:lnTo>
                  <a:pt x="17266" y="1510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map-line"/>
          <p:cNvSpPr/>
          <p:nvPr/>
        </p:nvSpPr>
        <p:spPr>
          <a:xfrm>
            <a:off x="6774024" y="3289123"/>
            <a:ext cx="8556" cy="6929"/>
          </a:xfrm>
          <a:custGeom>
            <a:avLst/>
            <a:gdLst/>
            <a:ahLst/>
            <a:cxnLst/>
            <a:rect l="0" t="0" r="r" b="b"/>
            <a:pathLst>
              <a:path w="8556" h="6929">
                <a:moveTo>
                  <a:pt x="8556" y="6929"/>
                </a:moveTo>
                <a:lnTo>
                  <a:pt x="0" y="0"/>
                </a:lnTo>
                <a:lnTo>
                  <a:pt x="8556" y="6929"/>
                </a:lnTo>
                <a:lnTo>
                  <a:pt x="8556" y="692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map-line"/>
          <p:cNvSpPr/>
          <p:nvPr/>
        </p:nvSpPr>
        <p:spPr>
          <a:xfrm>
            <a:off x="6591693" y="3140607"/>
            <a:ext cx="16450" cy="12379"/>
          </a:xfrm>
          <a:custGeom>
            <a:avLst/>
            <a:gdLst/>
            <a:ahLst/>
            <a:cxnLst/>
            <a:rect l="0" t="0" r="r" b="b"/>
            <a:pathLst>
              <a:path w="16450" h="12379">
                <a:moveTo>
                  <a:pt x="16450" y="7572"/>
                </a:moveTo>
                <a:lnTo>
                  <a:pt x="0" y="12379"/>
                </a:lnTo>
                <a:lnTo>
                  <a:pt x="7415" y="0"/>
                </a:lnTo>
                <a:lnTo>
                  <a:pt x="16450" y="7572"/>
                </a:lnTo>
                <a:lnTo>
                  <a:pt x="16450" y="757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map-line"/>
          <p:cNvSpPr/>
          <p:nvPr/>
        </p:nvSpPr>
        <p:spPr>
          <a:xfrm>
            <a:off x="6620738" y="3165669"/>
            <a:ext cx="24198" cy="5321"/>
          </a:xfrm>
          <a:custGeom>
            <a:avLst/>
            <a:gdLst/>
            <a:ahLst/>
            <a:cxnLst/>
            <a:rect l="0" t="0" r="r" b="b"/>
            <a:pathLst>
              <a:path w="24198" h="5321">
                <a:moveTo>
                  <a:pt x="24198" y="5321"/>
                </a:moveTo>
                <a:lnTo>
                  <a:pt x="0" y="0"/>
                </a:lnTo>
                <a:lnTo>
                  <a:pt x="24198" y="5321"/>
                </a:lnTo>
                <a:lnTo>
                  <a:pt x="24198" y="532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map-line"/>
          <p:cNvSpPr/>
          <p:nvPr/>
        </p:nvSpPr>
        <p:spPr>
          <a:xfrm>
            <a:off x="6637725" y="3147473"/>
            <a:ext cx="6418" cy="9369"/>
          </a:xfrm>
          <a:custGeom>
            <a:avLst/>
            <a:gdLst/>
            <a:ahLst/>
            <a:cxnLst/>
            <a:rect l="0" t="0" r="r" b="b"/>
            <a:pathLst>
              <a:path w="6418" h="9369">
                <a:moveTo>
                  <a:pt x="0" y="0"/>
                </a:moveTo>
                <a:lnTo>
                  <a:pt x="6418" y="9369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map-line"/>
          <p:cNvSpPr/>
          <p:nvPr/>
        </p:nvSpPr>
        <p:spPr>
          <a:xfrm>
            <a:off x="6616821" y="3131595"/>
            <a:ext cx="17923" cy="10424"/>
          </a:xfrm>
          <a:custGeom>
            <a:avLst/>
            <a:gdLst/>
            <a:ahLst/>
            <a:cxnLst/>
            <a:rect l="0" t="0" r="r" b="b"/>
            <a:pathLst>
              <a:path w="17923" h="10424">
                <a:moveTo>
                  <a:pt x="17923" y="10424"/>
                </a:moveTo>
                <a:lnTo>
                  <a:pt x="0" y="4561"/>
                </a:lnTo>
                <a:lnTo>
                  <a:pt x="15416" y="0"/>
                </a:lnTo>
                <a:lnTo>
                  <a:pt x="17923" y="10424"/>
                </a:lnTo>
                <a:lnTo>
                  <a:pt x="17923" y="104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map-line"/>
          <p:cNvSpPr/>
          <p:nvPr/>
        </p:nvSpPr>
        <p:spPr>
          <a:xfrm>
            <a:off x="6636224" y="3127462"/>
            <a:ext cx="11510" cy="12330"/>
          </a:xfrm>
          <a:custGeom>
            <a:avLst/>
            <a:gdLst/>
            <a:ahLst/>
            <a:cxnLst/>
            <a:rect l="0" t="0" r="r" b="b"/>
            <a:pathLst>
              <a:path w="11510" h="12330">
                <a:moveTo>
                  <a:pt x="882" y="10253"/>
                </a:moveTo>
                <a:lnTo>
                  <a:pt x="0" y="0"/>
                </a:lnTo>
                <a:lnTo>
                  <a:pt x="11510" y="12330"/>
                </a:lnTo>
                <a:lnTo>
                  <a:pt x="882" y="10253"/>
                </a:lnTo>
                <a:lnTo>
                  <a:pt x="882" y="1025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map-line"/>
          <p:cNvSpPr/>
          <p:nvPr/>
        </p:nvSpPr>
        <p:spPr>
          <a:xfrm>
            <a:off x="6827600" y="3148676"/>
            <a:ext cx="22394" cy="16678"/>
          </a:xfrm>
          <a:custGeom>
            <a:avLst/>
            <a:gdLst/>
            <a:ahLst/>
            <a:cxnLst/>
            <a:rect l="0" t="0" r="r" b="b"/>
            <a:pathLst>
              <a:path w="22394" h="16678">
                <a:moveTo>
                  <a:pt x="22394" y="16678"/>
                </a:moveTo>
                <a:lnTo>
                  <a:pt x="0" y="0"/>
                </a:lnTo>
                <a:lnTo>
                  <a:pt x="22394" y="16678"/>
                </a:lnTo>
                <a:lnTo>
                  <a:pt x="22394" y="1667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map-line"/>
          <p:cNvSpPr/>
          <p:nvPr/>
        </p:nvSpPr>
        <p:spPr>
          <a:xfrm>
            <a:off x="6861093" y="3155793"/>
            <a:ext cx="21127" cy="16999"/>
          </a:xfrm>
          <a:custGeom>
            <a:avLst/>
            <a:gdLst/>
            <a:ahLst/>
            <a:cxnLst/>
            <a:rect l="0" t="0" r="r" b="b"/>
            <a:pathLst>
              <a:path w="21127" h="16999">
                <a:moveTo>
                  <a:pt x="21127" y="16999"/>
                </a:moveTo>
                <a:lnTo>
                  <a:pt x="0" y="0"/>
                </a:lnTo>
                <a:lnTo>
                  <a:pt x="21127" y="16999"/>
                </a:lnTo>
                <a:lnTo>
                  <a:pt x="21127" y="1699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map-line"/>
          <p:cNvSpPr/>
          <p:nvPr/>
        </p:nvSpPr>
        <p:spPr>
          <a:xfrm>
            <a:off x="6838486" y="3092328"/>
            <a:ext cx="13027" cy="2379"/>
          </a:xfrm>
          <a:custGeom>
            <a:avLst/>
            <a:gdLst/>
            <a:ahLst/>
            <a:cxnLst/>
            <a:rect l="0" t="0" r="r" b="b"/>
            <a:pathLst>
              <a:path w="13027" h="2379">
                <a:moveTo>
                  <a:pt x="0" y="0"/>
                </a:moveTo>
                <a:lnTo>
                  <a:pt x="13027" y="2379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map-line"/>
          <p:cNvSpPr/>
          <p:nvPr/>
        </p:nvSpPr>
        <p:spPr>
          <a:xfrm>
            <a:off x="3491899" y="4751099"/>
            <a:ext cx="360" cy="9545"/>
          </a:xfrm>
          <a:custGeom>
            <a:avLst/>
            <a:gdLst/>
            <a:ahLst/>
            <a:cxnLst/>
            <a:rect l="0" t="0" r="r" b="b"/>
            <a:pathLst>
              <a:path w="360" h="9545">
                <a:moveTo>
                  <a:pt x="199" y="0"/>
                </a:moveTo>
                <a:lnTo>
                  <a:pt x="0" y="9545"/>
                </a:lnTo>
                <a:lnTo>
                  <a:pt x="199" y="0"/>
                </a:lnTo>
                <a:lnTo>
                  <a:pt x="19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map-line"/>
          <p:cNvSpPr/>
          <p:nvPr/>
        </p:nvSpPr>
        <p:spPr>
          <a:xfrm>
            <a:off x="7037144" y="4665300"/>
            <a:ext cx="478236" cy="639625"/>
          </a:xfrm>
          <a:custGeom>
            <a:avLst/>
            <a:gdLst/>
            <a:ahLst/>
            <a:cxnLst/>
            <a:rect l="0" t="0" r="r" b="b"/>
            <a:pathLst>
              <a:path w="478236" h="639625">
                <a:moveTo>
                  <a:pt x="0" y="166059"/>
                </a:moveTo>
                <a:lnTo>
                  <a:pt x="55416" y="187396"/>
                </a:lnTo>
                <a:lnTo>
                  <a:pt x="115896" y="257008"/>
                </a:lnTo>
                <a:lnTo>
                  <a:pt x="102765" y="262249"/>
                </a:lnTo>
                <a:lnTo>
                  <a:pt x="149388" y="337099"/>
                </a:lnTo>
                <a:lnTo>
                  <a:pt x="219191" y="339808"/>
                </a:lnTo>
                <a:lnTo>
                  <a:pt x="240555" y="360504"/>
                </a:lnTo>
                <a:lnTo>
                  <a:pt x="213409" y="406463"/>
                </a:lnTo>
                <a:lnTo>
                  <a:pt x="161291" y="417962"/>
                </a:lnTo>
                <a:lnTo>
                  <a:pt x="143978" y="467282"/>
                </a:lnTo>
                <a:lnTo>
                  <a:pt x="146942" y="506900"/>
                </a:lnTo>
                <a:lnTo>
                  <a:pt x="116716" y="538077"/>
                </a:lnTo>
                <a:lnTo>
                  <a:pt x="116297" y="605464"/>
                </a:lnTo>
                <a:lnTo>
                  <a:pt x="121606" y="538238"/>
                </a:lnTo>
                <a:lnTo>
                  <a:pt x="142324" y="536042"/>
                </a:lnTo>
                <a:lnTo>
                  <a:pt x="162827" y="486277"/>
                </a:lnTo>
                <a:lnTo>
                  <a:pt x="174695" y="479322"/>
                </a:lnTo>
                <a:lnTo>
                  <a:pt x="181102" y="489944"/>
                </a:lnTo>
                <a:lnTo>
                  <a:pt x="186355" y="475778"/>
                </a:lnTo>
                <a:lnTo>
                  <a:pt x="195138" y="499915"/>
                </a:lnTo>
                <a:lnTo>
                  <a:pt x="173294" y="565063"/>
                </a:lnTo>
                <a:lnTo>
                  <a:pt x="133683" y="613966"/>
                </a:lnTo>
                <a:lnTo>
                  <a:pt x="162586" y="639625"/>
                </a:lnTo>
                <a:lnTo>
                  <a:pt x="159295" y="593871"/>
                </a:lnTo>
                <a:lnTo>
                  <a:pt x="195756" y="601785"/>
                </a:lnTo>
                <a:lnTo>
                  <a:pt x="216828" y="580213"/>
                </a:lnTo>
                <a:lnTo>
                  <a:pt x="216685" y="477636"/>
                </a:lnTo>
                <a:lnTo>
                  <a:pt x="204220" y="459617"/>
                </a:lnTo>
                <a:lnTo>
                  <a:pt x="256448" y="377621"/>
                </a:lnTo>
                <a:lnTo>
                  <a:pt x="250277" y="337779"/>
                </a:lnTo>
                <a:lnTo>
                  <a:pt x="212329" y="320987"/>
                </a:lnTo>
                <a:lnTo>
                  <a:pt x="193600" y="276827"/>
                </a:lnTo>
                <a:lnTo>
                  <a:pt x="202957" y="244925"/>
                </a:lnTo>
                <a:lnTo>
                  <a:pt x="150322" y="216964"/>
                </a:lnTo>
                <a:lnTo>
                  <a:pt x="131305" y="176564"/>
                </a:lnTo>
                <a:lnTo>
                  <a:pt x="158454" y="106008"/>
                </a:lnTo>
                <a:lnTo>
                  <a:pt x="144097" y="78697"/>
                </a:lnTo>
                <a:lnTo>
                  <a:pt x="153255" y="73988"/>
                </a:lnTo>
                <a:lnTo>
                  <a:pt x="136657" y="62784"/>
                </a:lnTo>
                <a:lnTo>
                  <a:pt x="156920" y="60501"/>
                </a:lnTo>
                <a:lnTo>
                  <a:pt x="145638" y="37446"/>
                </a:lnTo>
                <a:lnTo>
                  <a:pt x="176959" y="14872"/>
                </a:lnTo>
                <a:lnTo>
                  <a:pt x="167436" y="13314"/>
                </a:lnTo>
                <a:lnTo>
                  <a:pt x="173117" y="0"/>
                </a:lnTo>
                <a:lnTo>
                  <a:pt x="334172" y="30227"/>
                </a:lnTo>
                <a:lnTo>
                  <a:pt x="408865" y="28498"/>
                </a:lnTo>
                <a:lnTo>
                  <a:pt x="440965" y="45037"/>
                </a:lnTo>
                <a:lnTo>
                  <a:pt x="453410" y="28784"/>
                </a:lnTo>
                <a:lnTo>
                  <a:pt x="478236" y="2557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map-line"/>
          <p:cNvSpPr/>
          <p:nvPr/>
        </p:nvSpPr>
        <p:spPr>
          <a:xfrm>
            <a:off x="7486327" y="4752284"/>
            <a:ext cx="41044" cy="94891"/>
          </a:xfrm>
          <a:custGeom>
            <a:avLst/>
            <a:gdLst/>
            <a:ahLst/>
            <a:cxnLst/>
            <a:rect l="0" t="0" r="r" b="b"/>
            <a:pathLst>
              <a:path w="41044" h="94891">
                <a:moveTo>
                  <a:pt x="2845" y="1531"/>
                </a:moveTo>
                <a:lnTo>
                  <a:pt x="0" y="27473"/>
                </a:lnTo>
                <a:lnTo>
                  <a:pt x="38521" y="72758"/>
                </a:lnTo>
                <a:lnTo>
                  <a:pt x="41044" y="94891"/>
                </a:lnTo>
                <a:lnTo>
                  <a:pt x="37778" y="64717"/>
                </a:lnTo>
                <a:lnTo>
                  <a:pt x="3615" y="26829"/>
                </a:lnTo>
                <a:lnTo>
                  <a:pt x="8614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map-line"/>
          <p:cNvSpPr/>
          <p:nvPr/>
        </p:nvSpPr>
        <p:spPr>
          <a:xfrm>
            <a:off x="7527646" y="4597384"/>
            <a:ext cx="18840" cy="23769"/>
          </a:xfrm>
          <a:custGeom>
            <a:avLst/>
            <a:gdLst/>
            <a:ahLst/>
            <a:cxnLst/>
            <a:rect l="0" t="0" r="r" b="b"/>
            <a:pathLst>
              <a:path w="18840" h="23769">
                <a:moveTo>
                  <a:pt x="0" y="23769"/>
                </a:moveTo>
                <a:lnTo>
                  <a:pt x="1269" y="7873"/>
                </a:lnTo>
                <a:lnTo>
                  <a:pt x="18840" y="20328"/>
                </a:lnTo>
                <a:lnTo>
                  <a:pt x="10166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map-line"/>
          <p:cNvSpPr/>
          <p:nvPr/>
        </p:nvSpPr>
        <p:spPr>
          <a:xfrm>
            <a:off x="7528214" y="4530694"/>
            <a:ext cx="22121" cy="27443"/>
          </a:xfrm>
          <a:custGeom>
            <a:avLst/>
            <a:gdLst/>
            <a:ahLst/>
            <a:cxnLst/>
            <a:rect l="0" t="0" r="r" b="b"/>
            <a:pathLst>
              <a:path w="22121" h="27443">
                <a:moveTo>
                  <a:pt x="0" y="27443"/>
                </a:moveTo>
                <a:lnTo>
                  <a:pt x="22121" y="14627"/>
                </a:lnTo>
                <a:lnTo>
                  <a:pt x="2206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map-line"/>
          <p:cNvSpPr/>
          <p:nvPr/>
        </p:nvSpPr>
        <p:spPr>
          <a:xfrm>
            <a:off x="6865327" y="4831359"/>
            <a:ext cx="658886" cy="3938541"/>
          </a:xfrm>
          <a:custGeom>
            <a:avLst/>
            <a:gdLst/>
            <a:ahLst/>
            <a:cxnLst/>
            <a:rect l="0" t="0" r="r" b="b"/>
            <a:pathLst>
              <a:path w="658886" h="3938541">
                <a:moveTo>
                  <a:pt x="658886" y="3884700"/>
                </a:moveTo>
                <a:lnTo>
                  <a:pt x="596675" y="3932946"/>
                </a:lnTo>
                <a:lnTo>
                  <a:pt x="555353" y="3938541"/>
                </a:lnTo>
                <a:lnTo>
                  <a:pt x="496678" y="3929552"/>
                </a:lnTo>
                <a:lnTo>
                  <a:pt x="399745" y="3889659"/>
                </a:lnTo>
                <a:lnTo>
                  <a:pt x="370512" y="3892217"/>
                </a:lnTo>
                <a:lnTo>
                  <a:pt x="361768" y="3860935"/>
                </a:lnTo>
                <a:lnTo>
                  <a:pt x="335530" y="3836006"/>
                </a:lnTo>
                <a:lnTo>
                  <a:pt x="367565" y="3789175"/>
                </a:lnTo>
                <a:lnTo>
                  <a:pt x="454776" y="3724268"/>
                </a:lnTo>
                <a:lnTo>
                  <a:pt x="454707" y="3685175"/>
                </a:lnTo>
                <a:lnTo>
                  <a:pt x="490493" y="3674561"/>
                </a:lnTo>
                <a:lnTo>
                  <a:pt x="515266" y="3641504"/>
                </a:lnTo>
                <a:lnTo>
                  <a:pt x="477860" y="3606670"/>
                </a:lnTo>
                <a:lnTo>
                  <a:pt x="469431" y="3549063"/>
                </a:lnTo>
                <a:lnTo>
                  <a:pt x="489829" y="3506854"/>
                </a:lnTo>
                <a:lnTo>
                  <a:pt x="467495" y="3423370"/>
                </a:lnTo>
                <a:lnTo>
                  <a:pt x="438702" y="3393563"/>
                </a:lnTo>
                <a:lnTo>
                  <a:pt x="449142" y="3364221"/>
                </a:lnTo>
                <a:lnTo>
                  <a:pt x="429074" y="3353986"/>
                </a:lnTo>
                <a:lnTo>
                  <a:pt x="427777" y="3340049"/>
                </a:lnTo>
                <a:lnTo>
                  <a:pt x="403146" y="3342957"/>
                </a:lnTo>
                <a:lnTo>
                  <a:pt x="404550" y="3315884"/>
                </a:lnTo>
                <a:lnTo>
                  <a:pt x="384281" y="3303621"/>
                </a:lnTo>
                <a:lnTo>
                  <a:pt x="383113" y="3287492"/>
                </a:lnTo>
                <a:lnTo>
                  <a:pt x="322968" y="3306331"/>
                </a:lnTo>
                <a:lnTo>
                  <a:pt x="315079" y="3294800"/>
                </a:lnTo>
                <a:lnTo>
                  <a:pt x="294352" y="3307407"/>
                </a:lnTo>
                <a:lnTo>
                  <a:pt x="274922" y="3301176"/>
                </a:lnTo>
                <a:lnTo>
                  <a:pt x="257766" y="3242255"/>
                </a:lnTo>
                <a:lnTo>
                  <a:pt x="227321" y="3207738"/>
                </a:lnTo>
                <a:lnTo>
                  <a:pt x="325839" y="3145492"/>
                </a:lnTo>
                <a:lnTo>
                  <a:pt x="313326" y="3133721"/>
                </a:lnTo>
                <a:lnTo>
                  <a:pt x="298924" y="3058529"/>
                </a:lnTo>
                <a:lnTo>
                  <a:pt x="256607" y="3024784"/>
                </a:lnTo>
                <a:lnTo>
                  <a:pt x="252195" y="2996464"/>
                </a:lnTo>
                <a:lnTo>
                  <a:pt x="279743" y="2977849"/>
                </a:lnTo>
                <a:lnTo>
                  <a:pt x="271818" y="2954024"/>
                </a:lnTo>
                <a:lnTo>
                  <a:pt x="289356" y="2909240"/>
                </a:lnTo>
                <a:lnTo>
                  <a:pt x="271150" y="2899435"/>
                </a:lnTo>
                <a:lnTo>
                  <a:pt x="346846" y="2819316"/>
                </a:lnTo>
                <a:lnTo>
                  <a:pt x="370168" y="2818716"/>
                </a:lnTo>
                <a:lnTo>
                  <a:pt x="377971" y="2767331"/>
                </a:lnTo>
                <a:lnTo>
                  <a:pt x="264275" y="2711198"/>
                </a:lnTo>
                <a:lnTo>
                  <a:pt x="256671" y="2637006"/>
                </a:lnTo>
                <a:lnTo>
                  <a:pt x="314563" y="2568995"/>
                </a:lnTo>
                <a:lnTo>
                  <a:pt x="358581" y="2555717"/>
                </a:lnTo>
                <a:lnTo>
                  <a:pt x="347770" y="2503311"/>
                </a:lnTo>
                <a:lnTo>
                  <a:pt x="281225" y="2496394"/>
                </a:lnTo>
                <a:lnTo>
                  <a:pt x="258890" y="2416940"/>
                </a:lnTo>
                <a:lnTo>
                  <a:pt x="229407" y="2407130"/>
                </a:lnTo>
                <a:lnTo>
                  <a:pt x="226484" y="2370062"/>
                </a:lnTo>
                <a:lnTo>
                  <a:pt x="187407" y="2349669"/>
                </a:lnTo>
                <a:lnTo>
                  <a:pt x="11485" y="2320558"/>
                </a:lnTo>
                <a:lnTo>
                  <a:pt x="0" y="2304534"/>
                </a:lnTo>
                <a:lnTo>
                  <a:pt x="38937" y="2238103"/>
                </a:lnTo>
                <a:lnTo>
                  <a:pt x="13209" y="2139697"/>
                </a:lnTo>
                <a:lnTo>
                  <a:pt x="153436" y="2088736"/>
                </a:lnTo>
                <a:lnTo>
                  <a:pt x="154907" y="2070383"/>
                </a:lnTo>
                <a:lnTo>
                  <a:pt x="186181" y="2060503"/>
                </a:lnTo>
                <a:lnTo>
                  <a:pt x="180976" y="2036580"/>
                </a:lnTo>
                <a:lnTo>
                  <a:pt x="90322" y="1975791"/>
                </a:lnTo>
                <a:lnTo>
                  <a:pt x="84291" y="1904359"/>
                </a:lnTo>
                <a:lnTo>
                  <a:pt x="204682" y="1788121"/>
                </a:lnTo>
                <a:lnTo>
                  <a:pt x="215782" y="1763692"/>
                </a:lnTo>
                <a:lnTo>
                  <a:pt x="209186" y="1748058"/>
                </a:lnTo>
                <a:lnTo>
                  <a:pt x="233853" y="1713514"/>
                </a:lnTo>
                <a:lnTo>
                  <a:pt x="212956" y="1710995"/>
                </a:lnTo>
                <a:lnTo>
                  <a:pt x="209951" y="1678480"/>
                </a:lnTo>
                <a:lnTo>
                  <a:pt x="191258" y="1661270"/>
                </a:lnTo>
                <a:lnTo>
                  <a:pt x="212900" y="1653742"/>
                </a:lnTo>
                <a:lnTo>
                  <a:pt x="245190" y="1606811"/>
                </a:lnTo>
                <a:lnTo>
                  <a:pt x="283546" y="1591761"/>
                </a:lnTo>
                <a:lnTo>
                  <a:pt x="297371" y="1554004"/>
                </a:lnTo>
                <a:lnTo>
                  <a:pt x="289608" y="1517625"/>
                </a:lnTo>
                <a:lnTo>
                  <a:pt x="301485" y="1460128"/>
                </a:lnTo>
                <a:lnTo>
                  <a:pt x="282003" y="1446033"/>
                </a:lnTo>
                <a:lnTo>
                  <a:pt x="248201" y="1453631"/>
                </a:lnTo>
                <a:lnTo>
                  <a:pt x="234073" y="1436728"/>
                </a:lnTo>
                <a:lnTo>
                  <a:pt x="236850" y="1417583"/>
                </a:lnTo>
                <a:lnTo>
                  <a:pt x="187349" y="1409755"/>
                </a:lnTo>
                <a:lnTo>
                  <a:pt x="197598" y="1376272"/>
                </a:lnTo>
                <a:lnTo>
                  <a:pt x="226188" y="1346470"/>
                </a:lnTo>
                <a:lnTo>
                  <a:pt x="228795" y="1308524"/>
                </a:lnTo>
                <a:lnTo>
                  <a:pt x="209810" y="1285130"/>
                </a:lnTo>
                <a:lnTo>
                  <a:pt x="222783" y="1271359"/>
                </a:lnTo>
                <a:lnTo>
                  <a:pt x="205983" y="1246840"/>
                </a:lnTo>
                <a:lnTo>
                  <a:pt x="169344" y="1232344"/>
                </a:lnTo>
                <a:lnTo>
                  <a:pt x="163611" y="1184789"/>
                </a:lnTo>
                <a:lnTo>
                  <a:pt x="186941" y="1166634"/>
                </a:lnTo>
                <a:lnTo>
                  <a:pt x="167282" y="1106131"/>
                </a:lnTo>
                <a:lnTo>
                  <a:pt x="191010" y="1072884"/>
                </a:lnTo>
                <a:lnTo>
                  <a:pt x="182650" y="1033486"/>
                </a:lnTo>
                <a:lnTo>
                  <a:pt x="134013" y="953981"/>
                </a:lnTo>
                <a:lnTo>
                  <a:pt x="154888" y="943089"/>
                </a:lnTo>
                <a:lnTo>
                  <a:pt x="151649" y="925505"/>
                </a:lnTo>
                <a:lnTo>
                  <a:pt x="166578" y="907746"/>
                </a:lnTo>
                <a:lnTo>
                  <a:pt x="150853" y="889401"/>
                </a:lnTo>
                <a:lnTo>
                  <a:pt x="155699" y="868891"/>
                </a:lnTo>
                <a:lnTo>
                  <a:pt x="139720" y="826830"/>
                </a:lnTo>
                <a:lnTo>
                  <a:pt x="184177" y="834694"/>
                </a:lnTo>
                <a:lnTo>
                  <a:pt x="196988" y="794600"/>
                </a:lnTo>
                <a:lnTo>
                  <a:pt x="223329" y="778674"/>
                </a:lnTo>
                <a:lnTo>
                  <a:pt x="230649" y="744159"/>
                </a:lnTo>
                <a:lnTo>
                  <a:pt x="220566" y="725572"/>
                </a:lnTo>
                <a:lnTo>
                  <a:pt x="262505" y="719434"/>
                </a:lnTo>
                <a:lnTo>
                  <a:pt x="237598" y="683066"/>
                </a:lnTo>
                <a:lnTo>
                  <a:pt x="233207" y="640723"/>
                </a:lnTo>
                <a:lnTo>
                  <a:pt x="246632" y="622657"/>
                </a:lnTo>
                <a:lnTo>
                  <a:pt x="208632" y="605962"/>
                </a:lnTo>
                <a:lnTo>
                  <a:pt x="221617" y="580825"/>
                </a:lnTo>
                <a:lnTo>
                  <a:pt x="210603" y="559578"/>
                </a:lnTo>
                <a:lnTo>
                  <a:pt x="194928" y="587742"/>
                </a:lnTo>
                <a:lnTo>
                  <a:pt x="152886" y="587919"/>
                </a:lnTo>
                <a:lnTo>
                  <a:pt x="142936" y="566383"/>
                </a:lnTo>
                <a:lnTo>
                  <a:pt x="89496" y="542798"/>
                </a:lnTo>
                <a:lnTo>
                  <a:pt x="82161" y="482699"/>
                </a:lnTo>
                <a:lnTo>
                  <a:pt x="54828" y="465691"/>
                </a:lnTo>
                <a:lnTo>
                  <a:pt x="64130" y="461077"/>
                </a:lnTo>
                <a:lnTo>
                  <a:pt x="56256" y="431898"/>
                </a:lnTo>
                <a:lnTo>
                  <a:pt x="94983" y="412008"/>
                </a:lnTo>
                <a:lnTo>
                  <a:pt x="98887" y="394817"/>
                </a:lnTo>
                <a:lnTo>
                  <a:pt x="106991" y="404111"/>
                </a:lnTo>
                <a:lnTo>
                  <a:pt x="165926" y="361511"/>
                </a:lnTo>
                <a:lnTo>
                  <a:pt x="203524" y="372665"/>
                </a:lnTo>
                <a:lnTo>
                  <a:pt x="195485" y="357783"/>
                </a:lnTo>
                <a:lnTo>
                  <a:pt x="212245" y="333822"/>
                </a:lnTo>
                <a:lnTo>
                  <a:pt x="219341" y="260628"/>
                </a:lnTo>
                <a:lnTo>
                  <a:pt x="188547" y="237481"/>
                </a:lnTo>
                <a:lnTo>
                  <a:pt x="155586" y="192410"/>
                </a:lnTo>
                <a:lnTo>
                  <a:pt x="155764" y="174827"/>
                </a:lnTo>
                <a:lnTo>
                  <a:pt x="179531" y="145547"/>
                </a:lnTo>
                <a:lnTo>
                  <a:pt x="224577" y="149694"/>
                </a:lnTo>
                <a:lnTo>
                  <a:pt x="229305" y="120306"/>
                </a:lnTo>
                <a:lnTo>
                  <a:pt x="249700" y="115499"/>
                </a:lnTo>
                <a:lnTo>
                  <a:pt x="221535" y="75896"/>
                </a:lnTo>
                <a:lnTo>
                  <a:pt x="180422" y="52116"/>
                </a:lnTo>
                <a:lnTo>
                  <a:pt x="168290" y="31106"/>
                </a:lnTo>
                <a:lnTo>
                  <a:pt x="171817" y="0"/>
                </a:lnTo>
                <a:lnTo>
                  <a:pt x="171817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ap-line"/>
          <p:cNvSpPr/>
          <p:nvPr/>
        </p:nvSpPr>
        <p:spPr>
          <a:xfrm>
            <a:off x="7526529" y="4729282"/>
            <a:ext cx="30256" cy="13932"/>
          </a:xfrm>
          <a:custGeom>
            <a:avLst/>
            <a:gdLst/>
            <a:ahLst/>
            <a:cxnLst/>
            <a:rect l="0" t="0" r="r" b="b"/>
            <a:pathLst>
              <a:path w="30256" h="13932">
                <a:moveTo>
                  <a:pt x="30256" y="0"/>
                </a:moveTo>
                <a:lnTo>
                  <a:pt x="21410" y="13932"/>
                </a:lnTo>
                <a:lnTo>
                  <a:pt x="0" y="12103"/>
                </a:lnTo>
                <a:lnTo>
                  <a:pt x="30256" y="0"/>
                </a:lnTo>
                <a:lnTo>
                  <a:pt x="30256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map-line"/>
          <p:cNvSpPr/>
          <p:nvPr/>
        </p:nvSpPr>
        <p:spPr>
          <a:xfrm>
            <a:off x="7066057" y="4722905"/>
            <a:ext cx="57429" cy="70276"/>
          </a:xfrm>
          <a:custGeom>
            <a:avLst/>
            <a:gdLst/>
            <a:ahLst/>
            <a:cxnLst/>
            <a:rect l="0" t="0" r="r" b="b"/>
            <a:pathLst>
              <a:path w="57429" h="70276">
                <a:moveTo>
                  <a:pt x="50435" y="62385"/>
                </a:moveTo>
                <a:lnTo>
                  <a:pt x="37841" y="70276"/>
                </a:lnTo>
                <a:lnTo>
                  <a:pt x="0" y="37550"/>
                </a:lnTo>
                <a:lnTo>
                  <a:pt x="46625" y="0"/>
                </a:lnTo>
                <a:lnTo>
                  <a:pt x="57429" y="35663"/>
                </a:lnTo>
                <a:lnTo>
                  <a:pt x="50435" y="62385"/>
                </a:lnTo>
                <a:lnTo>
                  <a:pt x="50435" y="6238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map-line"/>
          <p:cNvSpPr/>
          <p:nvPr/>
        </p:nvSpPr>
        <p:spPr>
          <a:xfrm>
            <a:off x="7407181" y="4641672"/>
            <a:ext cx="25383" cy="14721"/>
          </a:xfrm>
          <a:custGeom>
            <a:avLst/>
            <a:gdLst/>
            <a:ahLst/>
            <a:cxnLst/>
            <a:rect l="0" t="0" r="r" b="b"/>
            <a:pathLst>
              <a:path w="25383" h="14721">
                <a:moveTo>
                  <a:pt x="25383" y="3853"/>
                </a:moveTo>
                <a:lnTo>
                  <a:pt x="24144" y="14721"/>
                </a:lnTo>
                <a:lnTo>
                  <a:pt x="0" y="0"/>
                </a:lnTo>
                <a:lnTo>
                  <a:pt x="25383" y="3853"/>
                </a:lnTo>
                <a:lnTo>
                  <a:pt x="25383" y="385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ap-line"/>
          <p:cNvSpPr/>
          <p:nvPr/>
        </p:nvSpPr>
        <p:spPr>
          <a:xfrm>
            <a:off x="7354436" y="4612907"/>
            <a:ext cx="37863" cy="17831"/>
          </a:xfrm>
          <a:custGeom>
            <a:avLst/>
            <a:gdLst/>
            <a:ahLst/>
            <a:cxnLst/>
            <a:rect l="0" t="0" r="r" b="b"/>
            <a:pathLst>
              <a:path w="37863" h="17831">
                <a:moveTo>
                  <a:pt x="37863" y="4719"/>
                </a:moveTo>
                <a:lnTo>
                  <a:pt x="30133" y="17831"/>
                </a:lnTo>
                <a:lnTo>
                  <a:pt x="0" y="0"/>
                </a:lnTo>
                <a:lnTo>
                  <a:pt x="37863" y="4719"/>
                </a:lnTo>
                <a:lnTo>
                  <a:pt x="37863" y="471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map-line"/>
          <p:cNvSpPr/>
          <p:nvPr/>
        </p:nvSpPr>
        <p:spPr>
          <a:xfrm>
            <a:off x="7328896" y="4598035"/>
            <a:ext cx="15633" cy="18728"/>
          </a:xfrm>
          <a:custGeom>
            <a:avLst/>
            <a:gdLst/>
            <a:ahLst/>
            <a:cxnLst/>
            <a:rect l="0" t="0" r="r" b="b"/>
            <a:pathLst>
              <a:path w="15633" h="18728">
                <a:moveTo>
                  <a:pt x="15633" y="0"/>
                </a:moveTo>
                <a:lnTo>
                  <a:pt x="13616" y="18728"/>
                </a:lnTo>
                <a:lnTo>
                  <a:pt x="0" y="6849"/>
                </a:lnTo>
                <a:lnTo>
                  <a:pt x="15633" y="0"/>
                </a:lnTo>
                <a:lnTo>
                  <a:pt x="1563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map-line"/>
          <p:cNvSpPr/>
          <p:nvPr/>
        </p:nvSpPr>
        <p:spPr>
          <a:xfrm>
            <a:off x="7451363" y="4570068"/>
            <a:ext cx="27047" cy="16766"/>
          </a:xfrm>
          <a:custGeom>
            <a:avLst/>
            <a:gdLst/>
            <a:ahLst/>
            <a:cxnLst/>
            <a:rect l="0" t="0" r="r" b="b"/>
            <a:pathLst>
              <a:path w="27047" h="16766">
                <a:moveTo>
                  <a:pt x="27047" y="0"/>
                </a:moveTo>
                <a:lnTo>
                  <a:pt x="8120" y="4200"/>
                </a:lnTo>
                <a:lnTo>
                  <a:pt x="15683" y="16766"/>
                </a:lnTo>
                <a:lnTo>
                  <a:pt x="0" y="5217"/>
                </a:lnTo>
                <a:lnTo>
                  <a:pt x="27047" y="0"/>
                </a:lnTo>
                <a:lnTo>
                  <a:pt x="27047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map-line"/>
          <p:cNvSpPr/>
          <p:nvPr/>
        </p:nvSpPr>
        <p:spPr>
          <a:xfrm>
            <a:off x="7496420" y="4564405"/>
            <a:ext cx="19160" cy="19795"/>
          </a:xfrm>
          <a:custGeom>
            <a:avLst/>
            <a:gdLst/>
            <a:ahLst/>
            <a:cxnLst/>
            <a:rect l="0" t="0" r="r" b="b"/>
            <a:pathLst>
              <a:path w="19160" h="19795">
                <a:moveTo>
                  <a:pt x="19160" y="1795"/>
                </a:moveTo>
                <a:lnTo>
                  <a:pt x="13220" y="19795"/>
                </a:lnTo>
                <a:lnTo>
                  <a:pt x="470" y="14912"/>
                </a:lnTo>
                <a:lnTo>
                  <a:pt x="0" y="0"/>
                </a:lnTo>
                <a:lnTo>
                  <a:pt x="19160" y="1795"/>
                </a:lnTo>
                <a:lnTo>
                  <a:pt x="19160" y="179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map-line"/>
          <p:cNvSpPr/>
          <p:nvPr/>
        </p:nvSpPr>
        <p:spPr>
          <a:xfrm>
            <a:off x="7518069" y="4569130"/>
            <a:ext cx="26236" cy="17398"/>
          </a:xfrm>
          <a:custGeom>
            <a:avLst/>
            <a:gdLst/>
            <a:ahLst/>
            <a:cxnLst/>
            <a:rect l="0" t="0" r="r" b="b"/>
            <a:pathLst>
              <a:path w="26236" h="17398">
                <a:moveTo>
                  <a:pt x="24811" y="6216"/>
                </a:moveTo>
                <a:lnTo>
                  <a:pt x="26236" y="17398"/>
                </a:lnTo>
                <a:lnTo>
                  <a:pt x="0" y="15686"/>
                </a:lnTo>
                <a:lnTo>
                  <a:pt x="11194" y="0"/>
                </a:lnTo>
                <a:lnTo>
                  <a:pt x="24811" y="6216"/>
                </a:lnTo>
                <a:lnTo>
                  <a:pt x="24811" y="621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map-line"/>
          <p:cNvSpPr/>
          <p:nvPr/>
        </p:nvSpPr>
        <p:spPr>
          <a:xfrm>
            <a:off x="7190200" y="4466982"/>
            <a:ext cx="23186" cy="27069"/>
          </a:xfrm>
          <a:custGeom>
            <a:avLst/>
            <a:gdLst/>
            <a:ahLst/>
            <a:cxnLst/>
            <a:rect l="0" t="0" r="r" b="b"/>
            <a:pathLst>
              <a:path w="23186" h="27069">
                <a:moveTo>
                  <a:pt x="23186" y="15127"/>
                </a:moveTo>
                <a:lnTo>
                  <a:pt x="12588" y="27069"/>
                </a:lnTo>
                <a:lnTo>
                  <a:pt x="0" y="6763"/>
                </a:lnTo>
                <a:lnTo>
                  <a:pt x="7609" y="12235"/>
                </a:lnTo>
                <a:lnTo>
                  <a:pt x="7437" y="0"/>
                </a:lnTo>
                <a:lnTo>
                  <a:pt x="23186" y="15127"/>
                </a:lnTo>
                <a:lnTo>
                  <a:pt x="23186" y="1512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map-line"/>
          <p:cNvSpPr/>
          <p:nvPr/>
        </p:nvSpPr>
        <p:spPr>
          <a:xfrm>
            <a:off x="7505741" y="4525676"/>
            <a:ext cx="24122" cy="16095"/>
          </a:xfrm>
          <a:custGeom>
            <a:avLst/>
            <a:gdLst/>
            <a:ahLst/>
            <a:cxnLst/>
            <a:rect l="0" t="0" r="r" b="b"/>
            <a:pathLst>
              <a:path w="24122" h="16095">
                <a:moveTo>
                  <a:pt x="0" y="8462"/>
                </a:moveTo>
                <a:lnTo>
                  <a:pt x="16290" y="0"/>
                </a:lnTo>
                <a:lnTo>
                  <a:pt x="24122" y="16095"/>
                </a:lnTo>
                <a:lnTo>
                  <a:pt x="0" y="8462"/>
                </a:lnTo>
                <a:lnTo>
                  <a:pt x="0" y="846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map-line"/>
          <p:cNvSpPr/>
          <p:nvPr/>
        </p:nvSpPr>
        <p:spPr>
          <a:xfrm>
            <a:off x="7343574" y="4368906"/>
            <a:ext cx="40283" cy="53866"/>
          </a:xfrm>
          <a:custGeom>
            <a:avLst/>
            <a:gdLst/>
            <a:ahLst/>
            <a:cxnLst/>
            <a:rect l="0" t="0" r="r" b="b"/>
            <a:pathLst>
              <a:path w="40283" h="53866">
                <a:moveTo>
                  <a:pt x="37361" y="24406"/>
                </a:moveTo>
                <a:lnTo>
                  <a:pt x="17406" y="53866"/>
                </a:lnTo>
                <a:lnTo>
                  <a:pt x="16543" y="29254"/>
                </a:lnTo>
                <a:lnTo>
                  <a:pt x="5804" y="33128"/>
                </a:lnTo>
                <a:lnTo>
                  <a:pt x="0" y="16579"/>
                </a:lnTo>
                <a:lnTo>
                  <a:pt x="17291" y="3618"/>
                </a:lnTo>
                <a:lnTo>
                  <a:pt x="13029" y="16601"/>
                </a:lnTo>
                <a:lnTo>
                  <a:pt x="23389" y="17513"/>
                </a:lnTo>
                <a:lnTo>
                  <a:pt x="25692" y="828"/>
                </a:lnTo>
                <a:lnTo>
                  <a:pt x="40283" y="0"/>
                </a:lnTo>
                <a:lnTo>
                  <a:pt x="29232" y="10250"/>
                </a:lnTo>
                <a:lnTo>
                  <a:pt x="37361" y="24406"/>
                </a:lnTo>
                <a:lnTo>
                  <a:pt x="37361" y="2440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map-line"/>
          <p:cNvSpPr/>
          <p:nvPr/>
        </p:nvSpPr>
        <p:spPr>
          <a:xfrm>
            <a:off x="7372254" y="4294156"/>
            <a:ext cx="24770" cy="14013"/>
          </a:xfrm>
          <a:custGeom>
            <a:avLst/>
            <a:gdLst/>
            <a:ahLst/>
            <a:cxnLst/>
            <a:rect l="0" t="0" r="r" b="b"/>
            <a:pathLst>
              <a:path w="24770" h="14013">
                <a:moveTo>
                  <a:pt x="24770" y="14013"/>
                </a:moveTo>
                <a:lnTo>
                  <a:pt x="0" y="0"/>
                </a:lnTo>
                <a:lnTo>
                  <a:pt x="24770" y="14013"/>
                </a:lnTo>
                <a:lnTo>
                  <a:pt x="24770" y="1401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map-line"/>
          <p:cNvSpPr/>
          <p:nvPr/>
        </p:nvSpPr>
        <p:spPr>
          <a:xfrm>
            <a:off x="7407798" y="4296635"/>
            <a:ext cx="48247" cy="15262"/>
          </a:xfrm>
          <a:custGeom>
            <a:avLst/>
            <a:gdLst/>
            <a:ahLst/>
            <a:cxnLst/>
            <a:rect l="0" t="0" r="r" b="b"/>
            <a:pathLst>
              <a:path w="48247" h="15262">
                <a:moveTo>
                  <a:pt x="48247" y="15262"/>
                </a:moveTo>
                <a:lnTo>
                  <a:pt x="0" y="0"/>
                </a:lnTo>
                <a:lnTo>
                  <a:pt x="48247" y="15262"/>
                </a:lnTo>
                <a:lnTo>
                  <a:pt x="48247" y="1526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map-line"/>
          <p:cNvSpPr/>
          <p:nvPr/>
        </p:nvSpPr>
        <p:spPr>
          <a:xfrm>
            <a:off x="7317479" y="3653369"/>
            <a:ext cx="53999" cy="39383"/>
          </a:xfrm>
          <a:custGeom>
            <a:avLst/>
            <a:gdLst/>
            <a:ahLst/>
            <a:cxnLst/>
            <a:rect l="0" t="0" r="r" b="b"/>
            <a:pathLst>
              <a:path w="53999" h="39383">
                <a:moveTo>
                  <a:pt x="53999" y="39383"/>
                </a:moveTo>
                <a:lnTo>
                  <a:pt x="16106" y="33228"/>
                </a:lnTo>
                <a:lnTo>
                  <a:pt x="0" y="0"/>
                </a:lnTo>
                <a:lnTo>
                  <a:pt x="53999" y="39383"/>
                </a:lnTo>
                <a:lnTo>
                  <a:pt x="53999" y="3938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map-line"/>
          <p:cNvSpPr/>
          <p:nvPr/>
        </p:nvSpPr>
        <p:spPr>
          <a:xfrm>
            <a:off x="7484157" y="3512676"/>
            <a:ext cx="56908" cy="26114"/>
          </a:xfrm>
          <a:custGeom>
            <a:avLst/>
            <a:gdLst/>
            <a:ahLst/>
            <a:cxnLst/>
            <a:rect l="0" t="0" r="r" b="b"/>
            <a:pathLst>
              <a:path w="56908" h="26114">
                <a:moveTo>
                  <a:pt x="35318" y="4988"/>
                </a:moveTo>
                <a:lnTo>
                  <a:pt x="56908" y="16520"/>
                </a:lnTo>
                <a:lnTo>
                  <a:pt x="49646" y="26114"/>
                </a:lnTo>
                <a:lnTo>
                  <a:pt x="0" y="16204"/>
                </a:lnTo>
                <a:lnTo>
                  <a:pt x="13129" y="0"/>
                </a:lnTo>
                <a:lnTo>
                  <a:pt x="35318" y="4988"/>
                </a:lnTo>
                <a:lnTo>
                  <a:pt x="35318" y="498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map-line"/>
          <p:cNvSpPr/>
          <p:nvPr/>
        </p:nvSpPr>
        <p:spPr>
          <a:xfrm>
            <a:off x="7206694" y="5181176"/>
            <a:ext cx="39704" cy="73944"/>
          </a:xfrm>
          <a:custGeom>
            <a:avLst/>
            <a:gdLst/>
            <a:ahLst/>
            <a:cxnLst/>
            <a:rect l="0" t="0" r="r" b="b"/>
            <a:pathLst>
              <a:path w="39704" h="73944">
                <a:moveTo>
                  <a:pt x="32628" y="0"/>
                </a:moveTo>
                <a:lnTo>
                  <a:pt x="39704" y="14273"/>
                </a:lnTo>
                <a:lnTo>
                  <a:pt x="17099" y="63078"/>
                </a:lnTo>
                <a:lnTo>
                  <a:pt x="0" y="73944"/>
                </a:lnTo>
                <a:lnTo>
                  <a:pt x="32628" y="0"/>
                </a:lnTo>
                <a:lnTo>
                  <a:pt x="3262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map-line"/>
          <p:cNvSpPr/>
          <p:nvPr/>
        </p:nvSpPr>
        <p:spPr>
          <a:xfrm>
            <a:off x="1594263" y="6789390"/>
            <a:ext cx="655466" cy="700324"/>
          </a:xfrm>
          <a:custGeom>
            <a:avLst/>
            <a:gdLst/>
            <a:ahLst/>
            <a:cxnLst/>
            <a:rect l="0" t="0" r="r" b="b"/>
            <a:pathLst>
              <a:path w="655466" h="700324">
                <a:moveTo>
                  <a:pt x="460501" y="637651"/>
                </a:moveTo>
                <a:lnTo>
                  <a:pt x="443322" y="655328"/>
                </a:lnTo>
                <a:lnTo>
                  <a:pt x="430049" y="647191"/>
                </a:lnTo>
                <a:lnTo>
                  <a:pt x="434888" y="657072"/>
                </a:lnTo>
                <a:lnTo>
                  <a:pt x="403340" y="674117"/>
                </a:lnTo>
                <a:lnTo>
                  <a:pt x="356811" y="687832"/>
                </a:lnTo>
                <a:lnTo>
                  <a:pt x="345382" y="680064"/>
                </a:lnTo>
                <a:lnTo>
                  <a:pt x="321552" y="700324"/>
                </a:lnTo>
                <a:lnTo>
                  <a:pt x="331896" y="675639"/>
                </a:lnTo>
                <a:lnTo>
                  <a:pt x="318593" y="689084"/>
                </a:lnTo>
                <a:lnTo>
                  <a:pt x="299286" y="686784"/>
                </a:lnTo>
                <a:lnTo>
                  <a:pt x="280257" y="620260"/>
                </a:lnTo>
                <a:lnTo>
                  <a:pt x="217593" y="546346"/>
                </a:lnTo>
                <a:lnTo>
                  <a:pt x="230372" y="511814"/>
                </a:lnTo>
                <a:lnTo>
                  <a:pt x="197549" y="388413"/>
                </a:lnTo>
                <a:lnTo>
                  <a:pt x="165007" y="323507"/>
                </a:lnTo>
                <a:lnTo>
                  <a:pt x="180648" y="250353"/>
                </a:lnTo>
                <a:lnTo>
                  <a:pt x="147555" y="195131"/>
                </a:lnTo>
                <a:lnTo>
                  <a:pt x="136682" y="121652"/>
                </a:lnTo>
                <a:lnTo>
                  <a:pt x="67960" y="113572"/>
                </a:lnTo>
                <a:lnTo>
                  <a:pt x="49084" y="97084"/>
                </a:lnTo>
                <a:lnTo>
                  <a:pt x="70623" y="79338"/>
                </a:lnTo>
                <a:lnTo>
                  <a:pt x="53822" y="67316"/>
                </a:lnTo>
                <a:lnTo>
                  <a:pt x="24104" y="80801"/>
                </a:lnTo>
                <a:lnTo>
                  <a:pt x="0" y="34138"/>
                </a:lnTo>
                <a:lnTo>
                  <a:pt x="18074" y="7294"/>
                </a:lnTo>
                <a:lnTo>
                  <a:pt x="31171" y="9474"/>
                </a:lnTo>
                <a:lnTo>
                  <a:pt x="34198" y="29291"/>
                </a:lnTo>
                <a:lnTo>
                  <a:pt x="61687" y="23590"/>
                </a:lnTo>
                <a:lnTo>
                  <a:pt x="86207" y="43901"/>
                </a:lnTo>
                <a:lnTo>
                  <a:pt x="102713" y="0"/>
                </a:lnTo>
                <a:lnTo>
                  <a:pt x="118945" y="8722"/>
                </a:lnTo>
                <a:lnTo>
                  <a:pt x="133062" y="72005"/>
                </a:lnTo>
                <a:lnTo>
                  <a:pt x="164202" y="99216"/>
                </a:lnTo>
                <a:lnTo>
                  <a:pt x="165464" y="172403"/>
                </a:lnTo>
                <a:lnTo>
                  <a:pt x="191833" y="194586"/>
                </a:lnTo>
                <a:lnTo>
                  <a:pt x="233595" y="183217"/>
                </a:lnTo>
                <a:lnTo>
                  <a:pt x="225749" y="206005"/>
                </a:lnTo>
                <a:lnTo>
                  <a:pt x="240368" y="209917"/>
                </a:lnTo>
                <a:lnTo>
                  <a:pt x="263162" y="182849"/>
                </a:lnTo>
                <a:lnTo>
                  <a:pt x="260348" y="165846"/>
                </a:lnTo>
                <a:lnTo>
                  <a:pt x="342262" y="168175"/>
                </a:lnTo>
                <a:lnTo>
                  <a:pt x="426030" y="102192"/>
                </a:lnTo>
                <a:lnTo>
                  <a:pt x="430373" y="81967"/>
                </a:lnTo>
                <a:lnTo>
                  <a:pt x="416885" y="75192"/>
                </a:lnTo>
                <a:lnTo>
                  <a:pt x="399095" y="90001"/>
                </a:lnTo>
                <a:lnTo>
                  <a:pt x="383486" y="79903"/>
                </a:lnTo>
                <a:lnTo>
                  <a:pt x="363784" y="92164"/>
                </a:lnTo>
                <a:lnTo>
                  <a:pt x="353884" y="77735"/>
                </a:lnTo>
                <a:lnTo>
                  <a:pt x="379293" y="26010"/>
                </a:lnTo>
                <a:lnTo>
                  <a:pt x="460836" y="25051"/>
                </a:lnTo>
                <a:lnTo>
                  <a:pt x="482730" y="58859"/>
                </a:lnTo>
                <a:lnTo>
                  <a:pt x="512041" y="44420"/>
                </a:lnTo>
                <a:lnTo>
                  <a:pt x="503732" y="28815"/>
                </a:lnTo>
                <a:lnTo>
                  <a:pt x="528353" y="2944"/>
                </a:lnTo>
                <a:lnTo>
                  <a:pt x="540252" y="29794"/>
                </a:lnTo>
                <a:lnTo>
                  <a:pt x="523258" y="51607"/>
                </a:lnTo>
                <a:lnTo>
                  <a:pt x="547559" y="73290"/>
                </a:lnTo>
                <a:lnTo>
                  <a:pt x="577142" y="67947"/>
                </a:lnTo>
                <a:lnTo>
                  <a:pt x="599455" y="147241"/>
                </a:lnTo>
                <a:lnTo>
                  <a:pt x="618889" y="157821"/>
                </a:lnTo>
                <a:lnTo>
                  <a:pt x="588680" y="206865"/>
                </a:lnTo>
                <a:lnTo>
                  <a:pt x="591906" y="286243"/>
                </a:lnTo>
                <a:lnTo>
                  <a:pt x="649824" y="295283"/>
                </a:lnTo>
                <a:lnTo>
                  <a:pt x="655466" y="313357"/>
                </a:lnTo>
                <a:lnTo>
                  <a:pt x="605575" y="311545"/>
                </a:lnTo>
                <a:lnTo>
                  <a:pt x="580821" y="387461"/>
                </a:lnTo>
                <a:lnTo>
                  <a:pt x="584647" y="458477"/>
                </a:lnTo>
                <a:lnTo>
                  <a:pt x="537604" y="455965"/>
                </a:lnTo>
                <a:lnTo>
                  <a:pt x="521363" y="475165"/>
                </a:lnTo>
                <a:lnTo>
                  <a:pt x="494189" y="449426"/>
                </a:lnTo>
                <a:lnTo>
                  <a:pt x="460109" y="452331"/>
                </a:lnTo>
                <a:lnTo>
                  <a:pt x="488571" y="492739"/>
                </a:lnTo>
                <a:lnTo>
                  <a:pt x="464790" y="511254"/>
                </a:lnTo>
                <a:lnTo>
                  <a:pt x="499325" y="537899"/>
                </a:lnTo>
                <a:lnTo>
                  <a:pt x="405379" y="580080"/>
                </a:lnTo>
                <a:lnTo>
                  <a:pt x="463458" y="609910"/>
                </a:lnTo>
                <a:lnTo>
                  <a:pt x="460501" y="637651"/>
                </a:lnTo>
                <a:lnTo>
                  <a:pt x="460501" y="63765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map-line"/>
          <p:cNvSpPr/>
          <p:nvPr/>
        </p:nvSpPr>
        <p:spPr>
          <a:xfrm>
            <a:off x="3606890" y="6451371"/>
            <a:ext cx="741801" cy="964335"/>
          </a:xfrm>
          <a:custGeom>
            <a:avLst/>
            <a:gdLst/>
            <a:ahLst/>
            <a:cxnLst/>
            <a:rect l="0" t="0" r="r" b="b"/>
            <a:pathLst>
              <a:path w="741801" h="964335">
                <a:moveTo>
                  <a:pt x="605361" y="205814"/>
                </a:moveTo>
                <a:lnTo>
                  <a:pt x="591130" y="247977"/>
                </a:lnTo>
                <a:lnTo>
                  <a:pt x="640751" y="274162"/>
                </a:lnTo>
                <a:lnTo>
                  <a:pt x="654770" y="302721"/>
                </a:lnTo>
                <a:lnTo>
                  <a:pt x="683693" y="299541"/>
                </a:lnTo>
                <a:lnTo>
                  <a:pt x="694051" y="331274"/>
                </a:lnTo>
                <a:lnTo>
                  <a:pt x="723270" y="325422"/>
                </a:lnTo>
                <a:lnTo>
                  <a:pt x="741801" y="345951"/>
                </a:lnTo>
                <a:lnTo>
                  <a:pt x="695769" y="388561"/>
                </a:lnTo>
                <a:lnTo>
                  <a:pt x="705754" y="403825"/>
                </a:lnTo>
                <a:lnTo>
                  <a:pt x="679968" y="427422"/>
                </a:lnTo>
                <a:lnTo>
                  <a:pt x="701930" y="431557"/>
                </a:lnTo>
                <a:lnTo>
                  <a:pt x="712535" y="453829"/>
                </a:lnTo>
                <a:lnTo>
                  <a:pt x="688013" y="459140"/>
                </a:lnTo>
                <a:lnTo>
                  <a:pt x="662589" y="445719"/>
                </a:lnTo>
                <a:lnTo>
                  <a:pt x="623361" y="465126"/>
                </a:lnTo>
                <a:lnTo>
                  <a:pt x="625826" y="448280"/>
                </a:lnTo>
                <a:lnTo>
                  <a:pt x="602910" y="446363"/>
                </a:lnTo>
                <a:lnTo>
                  <a:pt x="593939" y="463001"/>
                </a:lnTo>
                <a:lnTo>
                  <a:pt x="576330" y="455151"/>
                </a:lnTo>
                <a:lnTo>
                  <a:pt x="585550" y="486947"/>
                </a:lnTo>
                <a:lnTo>
                  <a:pt x="559522" y="487340"/>
                </a:lnTo>
                <a:lnTo>
                  <a:pt x="558844" y="470601"/>
                </a:lnTo>
                <a:lnTo>
                  <a:pt x="544762" y="465656"/>
                </a:lnTo>
                <a:lnTo>
                  <a:pt x="555713" y="433916"/>
                </a:lnTo>
                <a:lnTo>
                  <a:pt x="502503" y="454650"/>
                </a:lnTo>
                <a:lnTo>
                  <a:pt x="526255" y="414542"/>
                </a:lnTo>
                <a:lnTo>
                  <a:pt x="546149" y="417663"/>
                </a:lnTo>
                <a:lnTo>
                  <a:pt x="497504" y="357719"/>
                </a:lnTo>
                <a:lnTo>
                  <a:pt x="447536" y="374915"/>
                </a:lnTo>
                <a:lnTo>
                  <a:pt x="441288" y="402713"/>
                </a:lnTo>
                <a:lnTo>
                  <a:pt x="420090" y="421445"/>
                </a:lnTo>
                <a:lnTo>
                  <a:pt x="440008" y="465442"/>
                </a:lnTo>
                <a:lnTo>
                  <a:pt x="442678" y="531418"/>
                </a:lnTo>
                <a:lnTo>
                  <a:pt x="493539" y="532385"/>
                </a:lnTo>
                <a:lnTo>
                  <a:pt x="508157" y="559905"/>
                </a:lnTo>
                <a:lnTo>
                  <a:pt x="564523" y="562509"/>
                </a:lnTo>
                <a:lnTo>
                  <a:pt x="576984" y="575708"/>
                </a:lnTo>
                <a:lnTo>
                  <a:pt x="643725" y="553840"/>
                </a:lnTo>
                <a:lnTo>
                  <a:pt x="665634" y="580559"/>
                </a:lnTo>
                <a:lnTo>
                  <a:pt x="661933" y="591873"/>
                </a:lnTo>
                <a:lnTo>
                  <a:pt x="605105" y="620157"/>
                </a:lnTo>
                <a:lnTo>
                  <a:pt x="587533" y="643741"/>
                </a:lnTo>
                <a:lnTo>
                  <a:pt x="590857" y="665024"/>
                </a:lnTo>
                <a:lnTo>
                  <a:pt x="572267" y="678386"/>
                </a:lnTo>
                <a:lnTo>
                  <a:pt x="540401" y="647178"/>
                </a:lnTo>
                <a:lnTo>
                  <a:pt x="504729" y="667086"/>
                </a:lnTo>
                <a:lnTo>
                  <a:pt x="478991" y="660398"/>
                </a:lnTo>
                <a:lnTo>
                  <a:pt x="393652" y="764358"/>
                </a:lnTo>
                <a:lnTo>
                  <a:pt x="391648" y="807165"/>
                </a:lnTo>
                <a:lnTo>
                  <a:pt x="372657" y="797225"/>
                </a:lnTo>
                <a:lnTo>
                  <a:pt x="324829" y="844155"/>
                </a:lnTo>
                <a:lnTo>
                  <a:pt x="324389" y="867376"/>
                </a:lnTo>
                <a:lnTo>
                  <a:pt x="303333" y="892814"/>
                </a:lnTo>
                <a:lnTo>
                  <a:pt x="308499" y="910646"/>
                </a:lnTo>
                <a:lnTo>
                  <a:pt x="281657" y="899673"/>
                </a:lnTo>
                <a:lnTo>
                  <a:pt x="263180" y="908056"/>
                </a:lnTo>
                <a:lnTo>
                  <a:pt x="260183" y="931407"/>
                </a:lnTo>
                <a:lnTo>
                  <a:pt x="220189" y="964335"/>
                </a:lnTo>
                <a:lnTo>
                  <a:pt x="176388" y="944557"/>
                </a:lnTo>
                <a:lnTo>
                  <a:pt x="143959" y="892489"/>
                </a:lnTo>
                <a:lnTo>
                  <a:pt x="130080" y="905721"/>
                </a:lnTo>
                <a:lnTo>
                  <a:pt x="67552" y="904337"/>
                </a:lnTo>
                <a:lnTo>
                  <a:pt x="67348" y="867869"/>
                </a:lnTo>
                <a:lnTo>
                  <a:pt x="54103" y="852353"/>
                </a:lnTo>
                <a:lnTo>
                  <a:pt x="45087" y="877307"/>
                </a:lnTo>
                <a:lnTo>
                  <a:pt x="30861" y="869943"/>
                </a:lnTo>
                <a:lnTo>
                  <a:pt x="48994" y="846789"/>
                </a:lnTo>
                <a:lnTo>
                  <a:pt x="41677" y="828001"/>
                </a:lnTo>
                <a:lnTo>
                  <a:pt x="62674" y="824436"/>
                </a:lnTo>
                <a:lnTo>
                  <a:pt x="76176" y="784158"/>
                </a:lnTo>
                <a:lnTo>
                  <a:pt x="69214" y="762141"/>
                </a:lnTo>
                <a:lnTo>
                  <a:pt x="40581" y="752822"/>
                </a:lnTo>
                <a:lnTo>
                  <a:pt x="81132" y="745209"/>
                </a:lnTo>
                <a:lnTo>
                  <a:pt x="94243" y="710388"/>
                </a:lnTo>
                <a:lnTo>
                  <a:pt x="110687" y="701201"/>
                </a:lnTo>
                <a:lnTo>
                  <a:pt x="92020" y="696684"/>
                </a:lnTo>
                <a:lnTo>
                  <a:pt x="82711" y="668715"/>
                </a:lnTo>
                <a:lnTo>
                  <a:pt x="35134" y="695607"/>
                </a:lnTo>
                <a:lnTo>
                  <a:pt x="7668" y="671101"/>
                </a:lnTo>
                <a:lnTo>
                  <a:pt x="31583" y="641629"/>
                </a:lnTo>
                <a:lnTo>
                  <a:pt x="11405" y="613481"/>
                </a:lnTo>
                <a:lnTo>
                  <a:pt x="24211" y="603543"/>
                </a:lnTo>
                <a:lnTo>
                  <a:pt x="33922" y="615661"/>
                </a:lnTo>
                <a:lnTo>
                  <a:pt x="46752" y="596526"/>
                </a:lnTo>
                <a:lnTo>
                  <a:pt x="23577" y="581863"/>
                </a:lnTo>
                <a:lnTo>
                  <a:pt x="48057" y="507947"/>
                </a:lnTo>
                <a:lnTo>
                  <a:pt x="45098" y="493055"/>
                </a:lnTo>
                <a:lnTo>
                  <a:pt x="25172" y="485772"/>
                </a:lnTo>
                <a:lnTo>
                  <a:pt x="28836" y="459795"/>
                </a:lnTo>
                <a:lnTo>
                  <a:pt x="0" y="423394"/>
                </a:lnTo>
                <a:lnTo>
                  <a:pt x="8347" y="372725"/>
                </a:lnTo>
                <a:lnTo>
                  <a:pt x="136" y="345043"/>
                </a:lnTo>
                <a:lnTo>
                  <a:pt x="48417" y="232484"/>
                </a:lnTo>
                <a:lnTo>
                  <a:pt x="133549" y="177901"/>
                </a:lnTo>
                <a:lnTo>
                  <a:pt x="120763" y="169547"/>
                </a:lnTo>
                <a:lnTo>
                  <a:pt x="116527" y="114972"/>
                </a:lnTo>
                <a:lnTo>
                  <a:pt x="151356" y="116118"/>
                </a:lnTo>
                <a:lnTo>
                  <a:pt x="165864" y="129580"/>
                </a:lnTo>
                <a:lnTo>
                  <a:pt x="262271" y="108122"/>
                </a:lnTo>
                <a:lnTo>
                  <a:pt x="273789" y="102040"/>
                </a:lnTo>
                <a:lnTo>
                  <a:pt x="262774" y="71827"/>
                </a:lnTo>
                <a:lnTo>
                  <a:pt x="272663" y="64204"/>
                </a:lnTo>
                <a:lnTo>
                  <a:pt x="250478" y="32199"/>
                </a:lnTo>
                <a:lnTo>
                  <a:pt x="282383" y="26523"/>
                </a:lnTo>
                <a:lnTo>
                  <a:pt x="294693" y="38772"/>
                </a:lnTo>
                <a:lnTo>
                  <a:pt x="347839" y="28089"/>
                </a:lnTo>
                <a:lnTo>
                  <a:pt x="356500" y="13092"/>
                </a:lnTo>
                <a:lnTo>
                  <a:pt x="364994" y="20351"/>
                </a:lnTo>
                <a:lnTo>
                  <a:pt x="397839" y="0"/>
                </a:lnTo>
                <a:lnTo>
                  <a:pt x="405554" y="57534"/>
                </a:lnTo>
                <a:lnTo>
                  <a:pt x="442925" y="83187"/>
                </a:lnTo>
                <a:lnTo>
                  <a:pt x="498328" y="94743"/>
                </a:lnTo>
                <a:lnTo>
                  <a:pt x="491476" y="130744"/>
                </a:lnTo>
                <a:lnTo>
                  <a:pt x="539053" y="144636"/>
                </a:lnTo>
                <a:lnTo>
                  <a:pt x="529476" y="165299"/>
                </a:lnTo>
                <a:lnTo>
                  <a:pt x="538066" y="209192"/>
                </a:lnTo>
                <a:lnTo>
                  <a:pt x="566780" y="216684"/>
                </a:lnTo>
                <a:lnTo>
                  <a:pt x="605361" y="205814"/>
                </a:lnTo>
                <a:lnTo>
                  <a:pt x="605361" y="20581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map-line"/>
          <p:cNvSpPr/>
          <p:nvPr/>
        </p:nvSpPr>
        <p:spPr>
          <a:xfrm>
            <a:off x="4194350" y="5908429"/>
            <a:ext cx="956108" cy="1103282"/>
          </a:xfrm>
          <a:custGeom>
            <a:avLst/>
            <a:gdLst/>
            <a:ahLst/>
            <a:cxnLst/>
            <a:rect l="0" t="0" r="r" b="b"/>
            <a:pathLst>
              <a:path w="956108" h="1103282">
                <a:moveTo>
                  <a:pt x="11858" y="797132"/>
                </a:moveTo>
                <a:lnTo>
                  <a:pt x="0" y="782480"/>
                </a:lnTo>
                <a:lnTo>
                  <a:pt x="15224" y="736666"/>
                </a:lnTo>
                <a:lnTo>
                  <a:pt x="55277" y="700157"/>
                </a:lnTo>
                <a:lnTo>
                  <a:pt x="59551" y="658752"/>
                </a:lnTo>
                <a:lnTo>
                  <a:pt x="77097" y="655064"/>
                </a:lnTo>
                <a:lnTo>
                  <a:pt x="111639" y="677628"/>
                </a:lnTo>
                <a:lnTo>
                  <a:pt x="136824" y="665313"/>
                </a:lnTo>
                <a:lnTo>
                  <a:pt x="150436" y="678901"/>
                </a:lnTo>
                <a:lnTo>
                  <a:pt x="195381" y="599097"/>
                </a:lnTo>
                <a:lnTo>
                  <a:pt x="208534" y="593817"/>
                </a:lnTo>
                <a:lnTo>
                  <a:pt x="209297" y="604447"/>
                </a:lnTo>
                <a:lnTo>
                  <a:pt x="226667" y="588258"/>
                </a:lnTo>
                <a:lnTo>
                  <a:pt x="246943" y="604816"/>
                </a:lnTo>
                <a:lnTo>
                  <a:pt x="243287" y="624905"/>
                </a:lnTo>
                <a:lnTo>
                  <a:pt x="283975" y="619251"/>
                </a:lnTo>
                <a:lnTo>
                  <a:pt x="297833" y="604509"/>
                </a:lnTo>
                <a:lnTo>
                  <a:pt x="294477" y="565586"/>
                </a:lnTo>
                <a:lnTo>
                  <a:pt x="311081" y="553196"/>
                </a:lnTo>
                <a:lnTo>
                  <a:pt x="374822" y="551342"/>
                </a:lnTo>
                <a:lnTo>
                  <a:pt x="414694" y="536220"/>
                </a:lnTo>
                <a:lnTo>
                  <a:pt x="431556" y="505536"/>
                </a:lnTo>
                <a:lnTo>
                  <a:pt x="414208" y="473640"/>
                </a:lnTo>
                <a:lnTo>
                  <a:pt x="463302" y="417408"/>
                </a:lnTo>
                <a:lnTo>
                  <a:pt x="428037" y="326293"/>
                </a:lnTo>
                <a:lnTo>
                  <a:pt x="497990" y="285366"/>
                </a:lnTo>
                <a:lnTo>
                  <a:pt x="530203" y="291400"/>
                </a:lnTo>
                <a:lnTo>
                  <a:pt x="588468" y="233286"/>
                </a:lnTo>
                <a:lnTo>
                  <a:pt x="627961" y="211749"/>
                </a:lnTo>
                <a:lnTo>
                  <a:pt x="671300" y="160699"/>
                </a:lnTo>
                <a:lnTo>
                  <a:pt x="691262" y="97964"/>
                </a:lnTo>
                <a:lnTo>
                  <a:pt x="718396" y="83262"/>
                </a:lnTo>
                <a:lnTo>
                  <a:pt x="753759" y="18244"/>
                </a:lnTo>
                <a:lnTo>
                  <a:pt x="782108" y="0"/>
                </a:lnTo>
                <a:lnTo>
                  <a:pt x="808569" y="38052"/>
                </a:lnTo>
                <a:lnTo>
                  <a:pt x="795107" y="69559"/>
                </a:lnTo>
                <a:lnTo>
                  <a:pt x="872135" y="128530"/>
                </a:lnTo>
                <a:lnTo>
                  <a:pt x="933919" y="270772"/>
                </a:lnTo>
                <a:lnTo>
                  <a:pt x="931830" y="315058"/>
                </a:lnTo>
                <a:lnTo>
                  <a:pt x="910490" y="332884"/>
                </a:lnTo>
                <a:lnTo>
                  <a:pt x="883869" y="453194"/>
                </a:lnTo>
                <a:lnTo>
                  <a:pt x="908108" y="491085"/>
                </a:lnTo>
                <a:lnTo>
                  <a:pt x="861975" y="603175"/>
                </a:lnTo>
                <a:lnTo>
                  <a:pt x="870669" y="625950"/>
                </a:lnTo>
                <a:lnTo>
                  <a:pt x="946323" y="684085"/>
                </a:lnTo>
                <a:lnTo>
                  <a:pt x="938250" y="820843"/>
                </a:lnTo>
                <a:lnTo>
                  <a:pt x="956108" y="841059"/>
                </a:lnTo>
                <a:lnTo>
                  <a:pt x="926525" y="948080"/>
                </a:lnTo>
                <a:lnTo>
                  <a:pt x="867889" y="946762"/>
                </a:lnTo>
                <a:lnTo>
                  <a:pt x="847661" y="958380"/>
                </a:lnTo>
                <a:lnTo>
                  <a:pt x="843021" y="944225"/>
                </a:lnTo>
                <a:lnTo>
                  <a:pt x="775086" y="947144"/>
                </a:lnTo>
                <a:lnTo>
                  <a:pt x="784659" y="962780"/>
                </a:lnTo>
                <a:lnTo>
                  <a:pt x="743336" y="1000899"/>
                </a:lnTo>
                <a:lnTo>
                  <a:pt x="751042" y="1019673"/>
                </a:lnTo>
                <a:lnTo>
                  <a:pt x="727696" y="1076785"/>
                </a:lnTo>
                <a:lnTo>
                  <a:pt x="743945" y="1081730"/>
                </a:lnTo>
                <a:lnTo>
                  <a:pt x="737304" y="1092323"/>
                </a:lnTo>
                <a:lnTo>
                  <a:pt x="721463" y="1102639"/>
                </a:lnTo>
                <a:lnTo>
                  <a:pt x="701565" y="1076068"/>
                </a:lnTo>
                <a:lnTo>
                  <a:pt x="648469" y="1065358"/>
                </a:lnTo>
                <a:lnTo>
                  <a:pt x="611806" y="1103282"/>
                </a:lnTo>
                <a:lnTo>
                  <a:pt x="582114" y="1082333"/>
                </a:lnTo>
                <a:lnTo>
                  <a:pt x="556637" y="1038320"/>
                </a:lnTo>
                <a:lnTo>
                  <a:pt x="541692" y="1053088"/>
                </a:lnTo>
                <a:lnTo>
                  <a:pt x="543300" y="1040414"/>
                </a:lnTo>
                <a:lnTo>
                  <a:pt x="518816" y="1021232"/>
                </a:lnTo>
                <a:lnTo>
                  <a:pt x="476561" y="1017145"/>
                </a:lnTo>
                <a:lnTo>
                  <a:pt x="477186" y="1000230"/>
                </a:lnTo>
                <a:lnTo>
                  <a:pt x="408447" y="1020953"/>
                </a:lnTo>
                <a:lnTo>
                  <a:pt x="392996" y="1045093"/>
                </a:lnTo>
                <a:lnTo>
                  <a:pt x="374170" y="992479"/>
                </a:lnTo>
                <a:lnTo>
                  <a:pt x="337556" y="956679"/>
                </a:lnTo>
                <a:lnTo>
                  <a:pt x="322624" y="981108"/>
                </a:lnTo>
                <a:lnTo>
                  <a:pt x="298901" y="973094"/>
                </a:lnTo>
                <a:lnTo>
                  <a:pt x="206908" y="902542"/>
                </a:lnTo>
                <a:lnTo>
                  <a:pt x="198153" y="892248"/>
                </a:lnTo>
                <a:lnTo>
                  <a:pt x="207116" y="886245"/>
                </a:lnTo>
                <a:lnTo>
                  <a:pt x="170585" y="850738"/>
                </a:lnTo>
                <a:lnTo>
                  <a:pt x="115875" y="879008"/>
                </a:lnTo>
                <a:lnTo>
                  <a:pt x="96234" y="842484"/>
                </a:lnTo>
                <a:lnTo>
                  <a:pt x="67311" y="845663"/>
                </a:lnTo>
                <a:lnTo>
                  <a:pt x="53292" y="817105"/>
                </a:lnTo>
                <a:lnTo>
                  <a:pt x="11858" y="797132"/>
                </a:lnTo>
                <a:lnTo>
                  <a:pt x="11858" y="79713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map-line"/>
          <p:cNvSpPr/>
          <p:nvPr/>
        </p:nvSpPr>
        <p:spPr>
          <a:xfrm>
            <a:off x="4982614" y="5444673"/>
            <a:ext cx="2068893" cy="1669236"/>
          </a:xfrm>
          <a:custGeom>
            <a:avLst/>
            <a:gdLst/>
            <a:ahLst/>
            <a:cxnLst/>
            <a:rect l="0" t="0" r="r" b="b"/>
            <a:pathLst>
              <a:path w="2068893" h="1669236">
                <a:moveTo>
                  <a:pt x="1307" y="481745"/>
                </a:moveTo>
                <a:lnTo>
                  <a:pt x="0" y="442209"/>
                </a:lnTo>
                <a:lnTo>
                  <a:pt x="58823" y="392017"/>
                </a:lnTo>
                <a:lnTo>
                  <a:pt x="63230" y="348497"/>
                </a:lnTo>
                <a:lnTo>
                  <a:pt x="88318" y="323287"/>
                </a:lnTo>
                <a:lnTo>
                  <a:pt x="87022" y="287499"/>
                </a:lnTo>
                <a:lnTo>
                  <a:pt x="200840" y="171486"/>
                </a:lnTo>
                <a:lnTo>
                  <a:pt x="240950" y="153022"/>
                </a:lnTo>
                <a:lnTo>
                  <a:pt x="233512" y="125445"/>
                </a:lnTo>
                <a:lnTo>
                  <a:pt x="257602" y="92359"/>
                </a:lnTo>
                <a:lnTo>
                  <a:pt x="254015" y="80319"/>
                </a:lnTo>
                <a:lnTo>
                  <a:pt x="286107" y="64057"/>
                </a:lnTo>
                <a:lnTo>
                  <a:pt x="298014" y="42169"/>
                </a:lnTo>
                <a:lnTo>
                  <a:pt x="350494" y="23092"/>
                </a:lnTo>
                <a:lnTo>
                  <a:pt x="372358" y="36249"/>
                </a:lnTo>
                <a:lnTo>
                  <a:pt x="370768" y="70784"/>
                </a:lnTo>
                <a:lnTo>
                  <a:pt x="396828" y="54208"/>
                </a:lnTo>
                <a:lnTo>
                  <a:pt x="439960" y="49586"/>
                </a:lnTo>
                <a:lnTo>
                  <a:pt x="497643" y="8407"/>
                </a:lnTo>
                <a:lnTo>
                  <a:pt x="542352" y="0"/>
                </a:lnTo>
                <a:lnTo>
                  <a:pt x="550060" y="25222"/>
                </a:lnTo>
                <a:lnTo>
                  <a:pt x="536854" y="76275"/>
                </a:lnTo>
                <a:lnTo>
                  <a:pt x="553438" y="98907"/>
                </a:lnTo>
                <a:lnTo>
                  <a:pt x="505720" y="156212"/>
                </a:lnTo>
                <a:lnTo>
                  <a:pt x="499373" y="186064"/>
                </a:lnTo>
                <a:lnTo>
                  <a:pt x="463687" y="203243"/>
                </a:lnTo>
                <a:lnTo>
                  <a:pt x="480898" y="230676"/>
                </a:lnTo>
                <a:lnTo>
                  <a:pt x="508362" y="237149"/>
                </a:lnTo>
                <a:lnTo>
                  <a:pt x="517338" y="257233"/>
                </a:lnTo>
                <a:lnTo>
                  <a:pt x="503284" y="284679"/>
                </a:lnTo>
                <a:lnTo>
                  <a:pt x="634698" y="327251"/>
                </a:lnTo>
                <a:lnTo>
                  <a:pt x="661574" y="315747"/>
                </a:lnTo>
                <a:lnTo>
                  <a:pt x="706727" y="335748"/>
                </a:lnTo>
                <a:lnTo>
                  <a:pt x="730651" y="366113"/>
                </a:lnTo>
                <a:lnTo>
                  <a:pt x="749762" y="366834"/>
                </a:lnTo>
                <a:lnTo>
                  <a:pt x="761560" y="387822"/>
                </a:lnTo>
                <a:lnTo>
                  <a:pt x="730628" y="426059"/>
                </a:lnTo>
                <a:lnTo>
                  <a:pt x="751078" y="467116"/>
                </a:lnTo>
                <a:lnTo>
                  <a:pt x="784125" y="494417"/>
                </a:lnTo>
                <a:lnTo>
                  <a:pt x="851199" y="473688"/>
                </a:lnTo>
                <a:lnTo>
                  <a:pt x="878039" y="502159"/>
                </a:lnTo>
                <a:lnTo>
                  <a:pt x="894561" y="488271"/>
                </a:lnTo>
                <a:lnTo>
                  <a:pt x="893795" y="466061"/>
                </a:lnTo>
                <a:lnTo>
                  <a:pt x="907880" y="465560"/>
                </a:lnTo>
                <a:lnTo>
                  <a:pt x="966331" y="525666"/>
                </a:lnTo>
                <a:lnTo>
                  <a:pt x="990760" y="531502"/>
                </a:lnTo>
                <a:lnTo>
                  <a:pt x="1012780" y="572231"/>
                </a:lnTo>
                <a:lnTo>
                  <a:pt x="982427" y="597518"/>
                </a:lnTo>
                <a:lnTo>
                  <a:pt x="984928" y="661347"/>
                </a:lnTo>
                <a:lnTo>
                  <a:pt x="1018916" y="680323"/>
                </a:lnTo>
                <a:lnTo>
                  <a:pt x="1024769" y="700081"/>
                </a:lnTo>
                <a:lnTo>
                  <a:pt x="998648" y="770422"/>
                </a:lnTo>
                <a:lnTo>
                  <a:pt x="1028805" y="780337"/>
                </a:lnTo>
                <a:lnTo>
                  <a:pt x="1049181" y="769574"/>
                </a:lnTo>
                <a:lnTo>
                  <a:pt x="1085445" y="789011"/>
                </a:lnTo>
                <a:lnTo>
                  <a:pt x="1130888" y="776835"/>
                </a:lnTo>
                <a:lnTo>
                  <a:pt x="1134819" y="824425"/>
                </a:lnTo>
                <a:lnTo>
                  <a:pt x="1199701" y="857740"/>
                </a:lnTo>
                <a:lnTo>
                  <a:pt x="1211581" y="888089"/>
                </a:lnTo>
                <a:lnTo>
                  <a:pt x="1321680" y="916749"/>
                </a:lnTo>
                <a:lnTo>
                  <a:pt x="1345617" y="957387"/>
                </a:lnTo>
                <a:lnTo>
                  <a:pt x="1382057" y="952858"/>
                </a:lnTo>
                <a:lnTo>
                  <a:pt x="1404731" y="973544"/>
                </a:lnTo>
                <a:lnTo>
                  <a:pt x="1403937" y="1009287"/>
                </a:lnTo>
                <a:lnTo>
                  <a:pt x="1453732" y="1091028"/>
                </a:lnTo>
                <a:lnTo>
                  <a:pt x="1524554" y="1084288"/>
                </a:lnTo>
                <a:lnTo>
                  <a:pt x="1607001" y="1112417"/>
                </a:lnTo>
                <a:lnTo>
                  <a:pt x="1624844" y="1081391"/>
                </a:lnTo>
                <a:lnTo>
                  <a:pt x="1687303" y="1059726"/>
                </a:lnTo>
                <a:lnTo>
                  <a:pt x="1694075" y="1045951"/>
                </a:lnTo>
                <a:lnTo>
                  <a:pt x="1738327" y="1052413"/>
                </a:lnTo>
                <a:lnTo>
                  <a:pt x="1741782" y="1109160"/>
                </a:lnTo>
                <a:lnTo>
                  <a:pt x="1771112" y="1143726"/>
                </a:lnTo>
                <a:lnTo>
                  <a:pt x="1808024" y="1130531"/>
                </a:lnTo>
                <a:lnTo>
                  <a:pt x="1853039" y="1153063"/>
                </a:lnTo>
                <a:lnTo>
                  <a:pt x="1849861" y="1168270"/>
                </a:lnTo>
                <a:lnTo>
                  <a:pt x="1883437" y="1216922"/>
                </a:lnTo>
                <a:lnTo>
                  <a:pt x="1930427" y="1209498"/>
                </a:lnTo>
                <a:lnTo>
                  <a:pt x="1941608" y="1243367"/>
                </a:lnTo>
                <a:lnTo>
                  <a:pt x="1959155" y="1252149"/>
                </a:lnTo>
                <a:lnTo>
                  <a:pt x="1973035" y="1362477"/>
                </a:lnTo>
                <a:lnTo>
                  <a:pt x="2063689" y="1423266"/>
                </a:lnTo>
                <a:lnTo>
                  <a:pt x="2068893" y="1447189"/>
                </a:lnTo>
                <a:lnTo>
                  <a:pt x="2037619" y="1457069"/>
                </a:lnTo>
                <a:lnTo>
                  <a:pt x="2036149" y="1475422"/>
                </a:lnTo>
                <a:lnTo>
                  <a:pt x="1895922" y="1526384"/>
                </a:lnTo>
                <a:lnTo>
                  <a:pt x="1871082" y="1525934"/>
                </a:lnTo>
                <a:lnTo>
                  <a:pt x="1838648" y="1475919"/>
                </a:lnTo>
                <a:lnTo>
                  <a:pt x="1806735" y="1471563"/>
                </a:lnTo>
                <a:lnTo>
                  <a:pt x="1728666" y="1509863"/>
                </a:lnTo>
                <a:lnTo>
                  <a:pt x="1721059" y="1529178"/>
                </a:lnTo>
                <a:lnTo>
                  <a:pt x="1698149" y="1539528"/>
                </a:lnTo>
                <a:lnTo>
                  <a:pt x="1674710" y="1510379"/>
                </a:lnTo>
                <a:lnTo>
                  <a:pt x="1614395" y="1495075"/>
                </a:lnTo>
                <a:lnTo>
                  <a:pt x="1610643" y="1471200"/>
                </a:lnTo>
                <a:lnTo>
                  <a:pt x="1586572" y="1456144"/>
                </a:lnTo>
                <a:lnTo>
                  <a:pt x="1533253" y="1465906"/>
                </a:lnTo>
                <a:lnTo>
                  <a:pt x="1463164" y="1444877"/>
                </a:lnTo>
                <a:lnTo>
                  <a:pt x="1456777" y="1408747"/>
                </a:lnTo>
                <a:lnTo>
                  <a:pt x="1343674" y="1389406"/>
                </a:lnTo>
                <a:lnTo>
                  <a:pt x="1329752" y="1369455"/>
                </a:lnTo>
                <a:lnTo>
                  <a:pt x="1280788" y="1347180"/>
                </a:lnTo>
                <a:lnTo>
                  <a:pt x="1260702" y="1368086"/>
                </a:lnTo>
                <a:lnTo>
                  <a:pt x="1257807" y="1396862"/>
                </a:lnTo>
                <a:lnTo>
                  <a:pt x="1221445" y="1419757"/>
                </a:lnTo>
                <a:lnTo>
                  <a:pt x="1222697" y="1442141"/>
                </a:lnTo>
                <a:lnTo>
                  <a:pt x="1199874" y="1464285"/>
                </a:lnTo>
                <a:lnTo>
                  <a:pt x="1162664" y="1555048"/>
                </a:lnTo>
                <a:lnTo>
                  <a:pt x="1118506" y="1547427"/>
                </a:lnTo>
                <a:lnTo>
                  <a:pt x="1086812" y="1558797"/>
                </a:lnTo>
                <a:lnTo>
                  <a:pt x="1071569" y="1579275"/>
                </a:lnTo>
                <a:lnTo>
                  <a:pt x="1051138" y="1582900"/>
                </a:lnTo>
                <a:lnTo>
                  <a:pt x="1035651" y="1627770"/>
                </a:lnTo>
                <a:lnTo>
                  <a:pt x="970880" y="1669236"/>
                </a:lnTo>
                <a:lnTo>
                  <a:pt x="940347" y="1637942"/>
                </a:lnTo>
                <a:lnTo>
                  <a:pt x="882737" y="1616899"/>
                </a:lnTo>
                <a:lnTo>
                  <a:pt x="849436" y="1580543"/>
                </a:lnTo>
                <a:lnTo>
                  <a:pt x="797378" y="1557056"/>
                </a:lnTo>
                <a:lnTo>
                  <a:pt x="809131" y="1544020"/>
                </a:lnTo>
                <a:lnTo>
                  <a:pt x="808346" y="1505064"/>
                </a:lnTo>
                <a:lnTo>
                  <a:pt x="781400" y="1501250"/>
                </a:lnTo>
                <a:lnTo>
                  <a:pt x="774244" y="1488349"/>
                </a:lnTo>
                <a:lnTo>
                  <a:pt x="760398" y="1400528"/>
                </a:lnTo>
                <a:lnTo>
                  <a:pt x="717402" y="1332746"/>
                </a:lnTo>
                <a:lnTo>
                  <a:pt x="716608" y="1310026"/>
                </a:lnTo>
                <a:lnTo>
                  <a:pt x="692713" y="1317591"/>
                </a:lnTo>
                <a:lnTo>
                  <a:pt x="680343" y="1302880"/>
                </a:lnTo>
                <a:lnTo>
                  <a:pt x="643338" y="1295099"/>
                </a:lnTo>
                <a:lnTo>
                  <a:pt x="566054" y="1223103"/>
                </a:lnTo>
                <a:lnTo>
                  <a:pt x="539180" y="1228910"/>
                </a:lnTo>
                <a:lnTo>
                  <a:pt x="548443" y="1257093"/>
                </a:lnTo>
                <a:lnTo>
                  <a:pt x="471053" y="1262208"/>
                </a:lnTo>
                <a:lnTo>
                  <a:pt x="428997" y="1301682"/>
                </a:lnTo>
                <a:lnTo>
                  <a:pt x="371415" y="1287203"/>
                </a:lnTo>
                <a:lnTo>
                  <a:pt x="290538" y="1305246"/>
                </a:lnTo>
                <a:lnTo>
                  <a:pt x="286094" y="1292359"/>
                </a:lnTo>
                <a:lnTo>
                  <a:pt x="266690" y="1291122"/>
                </a:lnTo>
                <a:lnTo>
                  <a:pt x="244372" y="1331760"/>
                </a:lnTo>
                <a:lnTo>
                  <a:pt x="203085" y="1329329"/>
                </a:lnTo>
                <a:lnTo>
                  <a:pt x="149986" y="1284599"/>
                </a:lnTo>
                <a:lnTo>
                  <a:pt x="157129" y="1145903"/>
                </a:lnTo>
                <a:lnTo>
                  <a:pt x="82405" y="1089707"/>
                </a:lnTo>
                <a:lnTo>
                  <a:pt x="73714" y="1069930"/>
                </a:lnTo>
                <a:lnTo>
                  <a:pt x="119844" y="954842"/>
                </a:lnTo>
                <a:lnTo>
                  <a:pt x="95605" y="916950"/>
                </a:lnTo>
                <a:lnTo>
                  <a:pt x="122226" y="796640"/>
                </a:lnTo>
                <a:lnTo>
                  <a:pt x="143566" y="778814"/>
                </a:lnTo>
                <a:lnTo>
                  <a:pt x="145655" y="734528"/>
                </a:lnTo>
                <a:lnTo>
                  <a:pt x="83871" y="592286"/>
                </a:lnTo>
                <a:lnTo>
                  <a:pt x="6843" y="533315"/>
                </a:lnTo>
                <a:lnTo>
                  <a:pt x="20305" y="501808"/>
                </a:lnTo>
                <a:lnTo>
                  <a:pt x="1307" y="481745"/>
                </a:lnTo>
                <a:lnTo>
                  <a:pt x="1307" y="48174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map-line"/>
          <p:cNvSpPr/>
          <p:nvPr/>
        </p:nvSpPr>
        <p:spPr>
          <a:xfrm>
            <a:off x="2136003" y="5645960"/>
            <a:ext cx="376027" cy="356846"/>
          </a:xfrm>
          <a:custGeom>
            <a:avLst/>
            <a:gdLst/>
            <a:ahLst/>
            <a:cxnLst/>
            <a:rect l="0" t="0" r="r" b="b"/>
            <a:pathLst>
              <a:path w="376027" h="356846">
                <a:moveTo>
                  <a:pt x="370322" y="163228"/>
                </a:moveTo>
                <a:lnTo>
                  <a:pt x="289387" y="218942"/>
                </a:lnTo>
                <a:lnTo>
                  <a:pt x="257948" y="225683"/>
                </a:lnTo>
                <a:lnTo>
                  <a:pt x="248366" y="289556"/>
                </a:lnTo>
                <a:lnTo>
                  <a:pt x="257284" y="334484"/>
                </a:lnTo>
                <a:lnTo>
                  <a:pt x="197197" y="356846"/>
                </a:lnTo>
                <a:lnTo>
                  <a:pt x="175015" y="318838"/>
                </a:lnTo>
                <a:lnTo>
                  <a:pt x="137563" y="292936"/>
                </a:lnTo>
                <a:lnTo>
                  <a:pt x="127145" y="265969"/>
                </a:lnTo>
                <a:lnTo>
                  <a:pt x="138956" y="247705"/>
                </a:lnTo>
                <a:lnTo>
                  <a:pt x="122074" y="223113"/>
                </a:lnTo>
                <a:lnTo>
                  <a:pt x="96085" y="222668"/>
                </a:lnTo>
                <a:lnTo>
                  <a:pt x="100372" y="196214"/>
                </a:lnTo>
                <a:lnTo>
                  <a:pt x="86445" y="191526"/>
                </a:lnTo>
                <a:lnTo>
                  <a:pt x="88139" y="179430"/>
                </a:lnTo>
                <a:lnTo>
                  <a:pt x="26533" y="156936"/>
                </a:lnTo>
                <a:lnTo>
                  <a:pt x="0" y="121302"/>
                </a:lnTo>
                <a:lnTo>
                  <a:pt x="33669" y="91019"/>
                </a:lnTo>
                <a:lnTo>
                  <a:pt x="63433" y="102307"/>
                </a:lnTo>
                <a:lnTo>
                  <a:pt x="78476" y="93724"/>
                </a:lnTo>
                <a:lnTo>
                  <a:pt x="95402" y="34323"/>
                </a:lnTo>
                <a:lnTo>
                  <a:pt x="130318" y="30202"/>
                </a:lnTo>
                <a:lnTo>
                  <a:pt x="144949" y="8002"/>
                </a:lnTo>
                <a:lnTo>
                  <a:pt x="175411" y="0"/>
                </a:lnTo>
                <a:lnTo>
                  <a:pt x="188498" y="49194"/>
                </a:lnTo>
                <a:lnTo>
                  <a:pt x="219424" y="62629"/>
                </a:lnTo>
                <a:lnTo>
                  <a:pt x="246993" y="41405"/>
                </a:lnTo>
                <a:lnTo>
                  <a:pt x="249469" y="22524"/>
                </a:lnTo>
                <a:lnTo>
                  <a:pt x="277972" y="38854"/>
                </a:lnTo>
                <a:lnTo>
                  <a:pt x="292080" y="19759"/>
                </a:lnTo>
                <a:lnTo>
                  <a:pt x="314440" y="28508"/>
                </a:lnTo>
                <a:lnTo>
                  <a:pt x="322789" y="44434"/>
                </a:lnTo>
                <a:lnTo>
                  <a:pt x="308632" y="74583"/>
                </a:lnTo>
                <a:lnTo>
                  <a:pt x="336099" y="95094"/>
                </a:lnTo>
                <a:lnTo>
                  <a:pt x="351492" y="86580"/>
                </a:lnTo>
                <a:lnTo>
                  <a:pt x="376027" y="97105"/>
                </a:lnTo>
                <a:lnTo>
                  <a:pt x="363873" y="132013"/>
                </a:lnTo>
                <a:lnTo>
                  <a:pt x="370322" y="163228"/>
                </a:lnTo>
                <a:lnTo>
                  <a:pt x="370322" y="16322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map-line"/>
          <p:cNvSpPr/>
          <p:nvPr/>
        </p:nvSpPr>
        <p:spPr>
          <a:xfrm>
            <a:off x="2332056" y="5810633"/>
            <a:ext cx="380559" cy="406332"/>
          </a:xfrm>
          <a:custGeom>
            <a:avLst/>
            <a:gdLst/>
            <a:ahLst/>
            <a:cxnLst/>
            <a:rect l="0" t="0" r="r" b="b"/>
            <a:pathLst>
              <a:path w="380559" h="406332">
                <a:moveTo>
                  <a:pt x="116771" y="37234"/>
                </a:moveTo>
                <a:lnTo>
                  <a:pt x="164857" y="0"/>
                </a:lnTo>
                <a:lnTo>
                  <a:pt x="190811" y="17601"/>
                </a:lnTo>
                <a:lnTo>
                  <a:pt x="214322" y="2945"/>
                </a:lnTo>
                <a:lnTo>
                  <a:pt x="212661" y="12549"/>
                </a:lnTo>
                <a:lnTo>
                  <a:pt x="242927" y="16662"/>
                </a:lnTo>
                <a:lnTo>
                  <a:pt x="258052" y="72829"/>
                </a:lnTo>
                <a:lnTo>
                  <a:pt x="287545" y="73921"/>
                </a:lnTo>
                <a:lnTo>
                  <a:pt x="324167" y="49937"/>
                </a:lnTo>
                <a:lnTo>
                  <a:pt x="380559" y="106864"/>
                </a:lnTo>
                <a:lnTo>
                  <a:pt x="339678" y="136748"/>
                </a:lnTo>
                <a:lnTo>
                  <a:pt x="341628" y="166893"/>
                </a:lnTo>
                <a:lnTo>
                  <a:pt x="327626" y="170488"/>
                </a:lnTo>
                <a:lnTo>
                  <a:pt x="334004" y="185047"/>
                </a:lnTo>
                <a:lnTo>
                  <a:pt x="314233" y="225356"/>
                </a:lnTo>
                <a:lnTo>
                  <a:pt x="320108" y="275850"/>
                </a:lnTo>
                <a:lnTo>
                  <a:pt x="301666" y="340144"/>
                </a:lnTo>
                <a:lnTo>
                  <a:pt x="262895" y="339370"/>
                </a:lnTo>
                <a:lnTo>
                  <a:pt x="254960" y="358330"/>
                </a:lnTo>
                <a:lnTo>
                  <a:pt x="238391" y="349018"/>
                </a:lnTo>
                <a:lnTo>
                  <a:pt x="198698" y="358969"/>
                </a:lnTo>
                <a:lnTo>
                  <a:pt x="180536" y="383460"/>
                </a:lnTo>
                <a:lnTo>
                  <a:pt x="102914" y="406332"/>
                </a:lnTo>
                <a:lnTo>
                  <a:pt x="83249" y="388370"/>
                </a:lnTo>
                <a:lnTo>
                  <a:pt x="93954" y="364843"/>
                </a:lnTo>
                <a:lnTo>
                  <a:pt x="77341" y="369611"/>
                </a:lnTo>
                <a:lnTo>
                  <a:pt x="64492" y="348961"/>
                </a:lnTo>
                <a:lnTo>
                  <a:pt x="53091" y="297191"/>
                </a:lnTo>
                <a:lnTo>
                  <a:pt x="8067" y="270263"/>
                </a:lnTo>
                <a:lnTo>
                  <a:pt x="0" y="250317"/>
                </a:lnTo>
                <a:lnTo>
                  <a:pt x="23980" y="237572"/>
                </a:lnTo>
                <a:lnTo>
                  <a:pt x="1144" y="192173"/>
                </a:lnTo>
                <a:lnTo>
                  <a:pt x="60665" y="170652"/>
                </a:lnTo>
                <a:lnTo>
                  <a:pt x="52314" y="124884"/>
                </a:lnTo>
                <a:lnTo>
                  <a:pt x="60998" y="62464"/>
                </a:lnTo>
                <a:lnTo>
                  <a:pt x="116771" y="37234"/>
                </a:lnTo>
                <a:lnTo>
                  <a:pt x="116771" y="372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map-line"/>
          <p:cNvSpPr/>
          <p:nvPr/>
        </p:nvSpPr>
        <p:spPr>
          <a:xfrm>
            <a:off x="5911016" y="6791853"/>
            <a:ext cx="1329466" cy="1096125"/>
          </a:xfrm>
          <a:custGeom>
            <a:avLst/>
            <a:gdLst/>
            <a:ahLst/>
            <a:cxnLst/>
            <a:rect l="0" t="0" r="r" b="b"/>
            <a:pathLst>
              <a:path w="1329466" h="1096125">
                <a:moveTo>
                  <a:pt x="910246" y="128739"/>
                </a:moveTo>
                <a:lnTo>
                  <a:pt x="942680" y="178754"/>
                </a:lnTo>
                <a:lnTo>
                  <a:pt x="967520" y="179204"/>
                </a:lnTo>
                <a:lnTo>
                  <a:pt x="990244" y="260081"/>
                </a:lnTo>
                <a:lnTo>
                  <a:pt x="992978" y="279044"/>
                </a:lnTo>
                <a:lnTo>
                  <a:pt x="954343" y="343141"/>
                </a:lnTo>
                <a:lnTo>
                  <a:pt x="965796" y="360064"/>
                </a:lnTo>
                <a:lnTo>
                  <a:pt x="1141718" y="389175"/>
                </a:lnTo>
                <a:lnTo>
                  <a:pt x="1180795" y="409568"/>
                </a:lnTo>
                <a:lnTo>
                  <a:pt x="1183718" y="446636"/>
                </a:lnTo>
                <a:lnTo>
                  <a:pt x="1213201" y="456447"/>
                </a:lnTo>
                <a:lnTo>
                  <a:pt x="1235536" y="535900"/>
                </a:lnTo>
                <a:lnTo>
                  <a:pt x="1302081" y="542817"/>
                </a:lnTo>
                <a:lnTo>
                  <a:pt x="1312892" y="595223"/>
                </a:lnTo>
                <a:lnTo>
                  <a:pt x="1268874" y="608501"/>
                </a:lnTo>
                <a:lnTo>
                  <a:pt x="1213170" y="671959"/>
                </a:lnTo>
                <a:lnTo>
                  <a:pt x="1212040" y="725271"/>
                </a:lnTo>
                <a:lnTo>
                  <a:pt x="1220755" y="752501"/>
                </a:lnTo>
                <a:lnTo>
                  <a:pt x="1282863" y="790612"/>
                </a:lnTo>
                <a:lnTo>
                  <a:pt x="1329466" y="800551"/>
                </a:lnTo>
                <a:lnTo>
                  <a:pt x="1325329" y="855770"/>
                </a:lnTo>
                <a:lnTo>
                  <a:pt x="1301157" y="858822"/>
                </a:lnTo>
                <a:lnTo>
                  <a:pt x="1226140" y="937967"/>
                </a:lnTo>
                <a:lnTo>
                  <a:pt x="1243667" y="948746"/>
                </a:lnTo>
                <a:lnTo>
                  <a:pt x="1226129" y="993530"/>
                </a:lnTo>
                <a:lnTo>
                  <a:pt x="1215713" y="1001186"/>
                </a:lnTo>
                <a:lnTo>
                  <a:pt x="1202913" y="990821"/>
                </a:lnTo>
                <a:lnTo>
                  <a:pt x="1134618" y="1031238"/>
                </a:lnTo>
                <a:lnTo>
                  <a:pt x="1120222" y="1011262"/>
                </a:lnTo>
                <a:lnTo>
                  <a:pt x="1076381" y="996265"/>
                </a:lnTo>
                <a:lnTo>
                  <a:pt x="1067978" y="1020297"/>
                </a:lnTo>
                <a:lnTo>
                  <a:pt x="1028152" y="994771"/>
                </a:lnTo>
                <a:lnTo>
                  <a:pt x="995470" y="1004462"/>
                </a:lnTo>
                <a:lnTo>
                  <a:pt x="980399" y="986944"/>
                </a:lnTo>
                <a:lnTo>
                  <a:pt x="964419" y="1008647"/>
                </a:lnTo>
                <a:lnTo>
                  <a:pt x="905678" y="1029923"/>
                </a:lnTo>
                <a:lnTo>
                  <a:pt x="913015" y="1045925"/>
                </a:lnTo>
                <a:lnTo>
                  <a:pt x="857658" y="1036455"/>
                </a:lnTo>
                <a:lnTo>
                  <a:pt x="848236" y="1049219"/>
                </a:lnTo>
                <a:lnTo>
                  <a:pt x="830821" y="1041009"/>
                </a:lnTo>
                <a:lnTo>
                  <a:pt x="768520" y="1062012"/>
                </a:lnTo>
                <a:lnTo>
                  <a:pt x="758557" y="1046103"/>
                </a:lnTo>
                <a:lnTo>
                  <a:pt x="732029" y="1047498"/>
                </a:lnTo>
                <a:lnTo>
                  <a:pt x="685709" y="1096125"/>
                </a:lnTo>
                <a:lnTo>
                  <a:pt x="662367" y="1094296"/>
                </a:lnTo>
                <a:lnTo>
                  <a:pt x="664588" y="1084668"/>
                </a:lnTo>
                <a:lnTo>
                  <a:pt x="650352" y="1090992"/>
                </a:lnTo>
                <a:lnTo>
                  <a:pt x="644897" y="1079122"/>
                </a:lnTo>
                <a:lnTo>
                  <a:pt x="670746" y="1054292"/>
                </a:lnTo>
                <a:lnTo>
                  <a:pt x="659475" y="1024556"/>
                </a:lnTo>
                <a:lnTo>
                  <a:pt x="667752" y="1014658"/>
                </a:lnTo>
                <a:lnTo>
                  <a:pt x="652608" y="1004552"/>
                </a:lnTo>
                <a:lnTo>
                  <a:pt x="665798" y="994141"/>
                </a:lnTo>
                <a:lnTo>
                  <a:pt x="652240" y="985817"/>
                </a:lnTo>
                <a:lnTo>
                  <a:pt x="679984" y="953482"/>
                </a:lnTo>
                <a:lnTo>
                  <a:pt x="669273" y="929720"/>
                </a:lnTo>
                <a:lnTo>
                  <a:pt x="640457" y="927258"/>
                </a:lnTo>
                <a:lnTo>
                  <a:pt x="629952" y="946089"/>
                </a:lnTo>
                <a:lnTo>
                  <a:pt x="504075" y="941670"/>
                </a:lnTo>
                <a:lnTo>
                  <a:pt x="475267" y="880622"/>
                </a:lnTo>
                <a:lnTo>
                  <a:pt x="391227" y="874288"/>
                </a:lnTo>
                <a:lnTo>
                  <a:pt x="348077" y="766064"/>
                </a:lnTo>
                <a:lnTo>
                  <a:pt x="252088" y="690055"/>
                </a:lnTo>
                <a:lnTo>
                  <a:pt x="37856" y="598110"/>
                </a:lnTo>
                <a:lnTo>
                  <a:pt x="15835" y="510527"/>
                </a:lnTo>
                <a:lnTo>
                  <a:pt x="31022" y="460569"/>
                </a:lnTo>
                <a:lnTo>
                  <a:pt x="0" y="411537"/>
                </a:lnTo>
                <a:lnTo>
                  <a:pt x="19676" y="398509"/>
                </a:lnTo>
                <a:lnTo>
                  <a:pt x="13925" y="372264"/>
                </a:lnTo>
                <a:lnTo>
                  <a:pt x="42254" y="361581"/>
                </a:lnTo>
                <a:lnTo>
                  <a:pt x="33027" y="332203"/>
                </a:lnTo>
                <a:lnTo>
                  <a:pt x="112099" y="275814"/>
                </a:lnTo>
                <a:lnTo>
                  <a:pt x="122736" y="235720"/>
                </a:lnTo>
                <a:lnTo>
                  <a:pt x="190104" y="200247"/>
                </a:lnTo>
                <a:lnTo>
                  <a:pt x="234262" y="207867"/>
                </a:lnTo>
                <a:lnTo>
                  <a:pt x="271472" y="117105"/>
                </a:lnTo>
                <a:lnTo>
                  <a:pt x="294295" y="94961"/>
                </a:lnTo>
                <a:lnTo>
                  <a:pt x="293043" y="72577"/>
                </a:lnTo>
                <a:lnTo>
                  <a:pt x="329405" y="49682"/>
                </a:lnTo>
                <a:lnTo>
                  <a:pt x="332300" y="20906"/>
                </a:lnTo>
                <a:lnTo>
                  <a:pt x="352386" y="0"/>
                </a:lnTo>
                <a:lnTo>
                  <a:pt x="401350" y="22274"/>
                </a:lnTo>
                <a:lnTo>
                  <a:pt x="415272" y="42225"/>
                </a:lnTo>
                <a:lnTo>
                  <a:pt x="528375" y="61567"/>
                </a:lnTo>
                <a:lnTo>
                  <a:pt x="534763" y="97697"/>
                </a:lnTo>
                <a:lnTo>
                  <a:pt x="604851" y="118725"/>
                </a:lnTo>
                <a:lnTo>
                  <a:pt x="658170" y="108964"/>
                </a:lnTo>
                <a:lnTo>
                  <a:pt x="682241" y="124020"/>
                </a:lnTo>
                <a:lnTo>
                  <a:pt x="685993" y="147895"/>
                </a:lnTo>
                <a:lnTo>
                  <a:pt x="746308" y="163198"/>
                </a:lnTo>
                <a:lnTo>
                  <a:pt x="769748" y="192347"/>
                </a:lnTo>
                <a:lnTo>
                  <a:pt x="792657" y="181998"/>
                </a:lnTo>
                <a:lnTo>
                  <a:pt x="800264" y="162683"/>
                </a:lnTo>
                <a:lnTo>
                  <a:pt x="878333" y="124383"/>
                </a:lnTo>
                <a:lnTo>
                  <a:pt x="910246" y="128739"/>
                </a:lnTo>
                <a:lnTo>
                  <a:pt x="910246" y="12873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map-line"/>
          <p:cNvSpPr/>
          <p:nvPr/>
        </p:nvSpPr>
        <p:spPr>
          <a:xfrm>
            <a:off x="3196388" y="6111236"/>
            <a:ext cx="693542" cy="633735"/>
          </a:xfrm>
          <a:custGeom>
            <a:avLst/>
            <a:gdLst/>
            <a:ahLst/>
            <a:cxnLst/>
            <a:rect l="0" t="0" r="r" b="b"/>
            <a:pathLst>
              <a:path w="693542" h="633735">
                <a:moveTo>
                  <a:pt x="660980" y="372334"/>
                </a:moveTo>
                <a:lnTo>
                  <a:pt x="682901" y="403338"/>
                </a:lnTo>
                <a:lnTo>
                  <a:pt x="673276" y="411962"/>
                </a:lnTo>
                <a:lnTo>
                  <a:pt x="684291" y="442175"/>
                </a:lnTo>
                <a:lnTo>
                  <a:pt x="576366" y="469715"/>
                </a:lnTo>
                <a:lnTo>
                  <a:pt x="532531" y="449479"/>
                </a:lnTo>
                <a:lnTo>
                  <a:pt x="531265" y="509682"/>
                </a:lnTo>
                <a:lnTo>
                  <a:pt x="544050" y="518036"/>
                </a:lnTo>
                <a:lnTo>
                  <a:pt x="460184" y="571339"/>
                </a:lnTo>
                <a:lnTo>
                  <a:pt x="429726" y="629164"/>
                </a:lnTo>
                <a:lnTo>
                  <a:pt x="413203" y="633735"/>
                </a:lnTo>
                <a:lnTo>
                  <a:pt x="414999" y="610961"/>
                </a:lnTo>
                <a:lnTo>
                  <a:pt x="399378" y="598426"/>
                </a:lnTo>
                <a:lnTo>
                  <a:pt x="404356" y="570272"/>
                </a:lnTo>
                <a:lnTo>
                  <a:pt x="423129" y="575473"/>
                </a:lnTo>
                <a:lnTo>
                  <a:pt x="429228" y="558848"/>
                </a:lnTo>
                <a:lnTo>
                  <a:pt x="409123" y="557024"/>
                </a:lnTo>
                <a:lnTo>
                  <a:pt x="391592" y="517793"/>
                </a:lnTo>
                <a:lnTo>
                  <a:pt x="395530" y="496681"/>
                </a:lnTo>
                <a:lnTo>
                  <a:pt x="349773" y="490754"/>
                </a:lnTo>
                <a:lnTo>
                  <a:pt x="360552" y="453905"/>
                </a:lnTo>
                <a:lnTo>
                  <a:pt x="339720" y="409694"/>
                </a:lnTo>
                <a:lnTo>
                  <a:pt x="325847" y="408632"/>
                </a:lnTo>
                <a:lnTo>
                  <a:pt x="333969" y="395608"/>
                </a:lnTo>
                <a:lnTo>
                  <a:pt x="287596" y="387421"/>
                </a:lnTo>
                <a:lnTo>
                  <a:pt x="257620" y="410877"/>
                </a:lnTo>
                <a:lnTo>
                  <a:pt x="248107" y="381816"/>
                </a:lnTo>
                <a:lnTo>
                  <a:pt x="221342" y="382070"/>
                </a:lnTo>
                <a:lnTo>
                  <a:pt x="230410" y="351358"/>
                </a:lnTo>
                <a:lnTo>
                  <a:pt x="216670" y="349343"/>
                </a:lnTo>
                <a:lnTo>
                  <a:pt x="219294" y="336730"/>
                </a:lnTo>
                <a:lnTo>
                  <a:pt x="175503" y="280658"/>
                </a:lnTo>
                <a:lnTo>
                  <a:pt x="194797" y="246500"/>
                </a:lnTo>
                <a:lnTo>
                  <a:pt x="193654" y="217735"/>
                </a:lnTo>
                <a:lnTo>
                  <a:pt x="128167" y="216907"/>
                </a:lnTo>
                <a:lnTo>
                  <a:pt x="98861" y="193220"/>
                </a:lnTo>
                <a:lnTo>
                  <a:pt x="85714" y="146039"/>
                </a:lnTo>
                <a:lnTo>
                  <a:pt x="51433" y="144875"/>
                </a:lnTo>
                <a:lnTo>
                  <a:pt x="57118" y="126900"/>
                </a:lnTo>
                <a:lnTo>
                  <a:pt x="25778" y="140321"/>
                </a:lnTo>
                <a:lnTo>
                  <a:pt x="0" y="132004"/>
                </a:lnTo>
                <a:lnTo>
                  <a:pt x="10163" y="95952"/>
                </a:lnTo>
                <a:lnTo>
                  <a:pt x="52395" y="81749"/>
                </a:lnTo>
                <a:lnTo>
                  <a:pt x="68211" y="113496"/>
                </a:lnTo>
                <a:lnTo>
                  <a:pt x="78525" y="104257"/>
                </a:lnTo>
                <a:lnTo>
                  <a:pt x="74088" y="122482"/>
                </a:lnTo>
                <a:lnTo>
                  <a:pt x="85516" y="101671"/>
                </a:lnTo>
                <a:lnTo>
                  <a:pt x="105102" y="113076"/>
                </a:lnTo>
                <a:lnTo>
                  <a:pt x="110957" y="95064"/>
                </a:lnTo>
                <a:lnTo>
                  <a:pt x="135240" y="95129"/>
                </a:lnTo>
                <a:lnTo>
                  <a:pt x="143554" y="60503"/>
                </a:lnTo>
                <a:lnTo>
                  <a:pt x="132435" y="68935"/>
                </a:lnTo>
                <a:lnTo>
                  <a:pt x="115360" y="57364"/>
                </a:lnTo>
                <a:lnTo>
                  <a:pt x="128102" y="43769"/>
                </a:lnTo>
                <a:lnTo>
                  <a:pt x="185311" y="43931"/>
                </a:lnTo>
                <a:lnTo>
                  <a:pt x="192392" y="26550"/>
                </a:lnTo>
                <a:lnTo>
                  <a:pt x="239563" y="30937"/>
                </a:lnTo>
                <a:lnTo>
                  <a:pt x="256390" y="18039"/>
                </a:lnTo>
                <a:lnTo>
                  <a:pt x="282934" y="30368"/>
                </a:lnTo>
                <a:lnTo>
                  <a:pt x="299795" y="14460"/>
                </a:lnTo>
                <a:lnTo>
                  <a:pt x="308284" y="24857"/>
                </a:lnTo>
                <a:lnTo>
                  <a:pt x="342739" y="21484"/>
                </a:lnTo>
                <a:lnTo>
                  <a:pt x="340872" y="5831"/>
                </a:lnTo>
                <a:lnTo>
                  <a:pt x="360824" y="0"/>
                </a:lnTo>
                <a:lnTo>
                  <a:pt x="383380" y="21580"/>
                </a:lnTo>
                <a:lnTo>
                  <a:pt x="404616" y="9615"/>
                </a:lnTo>
                <a:lnTo>
                  <a:pt x="408128" y="24879"/>
                </a:lnTo>
                <a:lnTo>
                  <a:pt x="428352" y="18813"/>
                </a:lnTo>
                <a:lnTo>
                  <a:pt x="438939" y="27846"/>
                </a:lnTo>
                <a:lnTo>
                  <a:pt x="432495" y="44913"/>
                </a:lnTo>
                <a:lnTo>
                  <a:pt x="448242" y="44267"/>
                </a:lnTo>
                <a:lnTo>
                  <a:pt x="441628" y="54048"/>
                </a:lnTo>
                <a:lnTo>
                  <a:pt x="484901" y="38266"/>
                </a:lnTo>
                <a:lnTo>
                  <a:pt x="501780" y="63432"/>
                </a:lnTo>
                <a:lnTo>
                  <a:pt x="477352" y="105951"/>
                </a:lnTo>
                <a:lnTo>
                  <a:pt x="485055" y="119802"/>
                </a:lnTo>
                <a:lnTo>
                  <a:pt x="501692" y="119685"/>
                </a:lnTo>
                <a:lnTo>
                  <a:pt x="482486" y="139772"/>
                </a:lnTo>
                <a:lnTo>
                  <a:pt x="486840" y="170861"/>
                </a:lnTo>
                <a:lnTo>
                  <a:pt x="498377" y="195132"/>
                </a:lnTo>
                <a:lnTo>
                  <a:pt x="533047" y="206777"/>
                </a:lnTo>
                <a:lnTo>
                  <a:pt x="491865" y="217010"/>
                </a:lnTo>
                <a:lnTo>
                  <a:pt x="517074" y="239909"/>
                </a:lnTo>
                <a:lnTo>
                  <a:pt x="512298" y="252704"/>
                </a:lnTo>
                <a:lnTo>
                  <a:pt x="536875" y="251782"/>
                </a:lnTo>
                <a:lnTo>
                  <a:pt x="543912" y="277035"/>
                </a:lnTo>
                <a:lnTo>
                  <a:pt x="570927" y="254223"/>
                </a:lnTo>
                <a:lnTo>
                  <a:pt x="596555" y="292448"/>
                </a:lnTo>
                <a:lnTo>
                  <a:pt x="615492" y="279643"/>
                </a:lnTo>
                <a:lnTo>
                  <a:pt x="619761" y="293323"/>
                </a:lnTo>
                <a:lnTo>
                  <a:pt x="630787" y="276709"/>
                </a:lnTo>
                <a:lnTo>
                  <a:pt x="618042" y="251924"/>
                </a:lnTo>
                <a:lnTo>
                  <a:pt x="670418" y="250671"/>
                </a:lnTo>
                <a:lnTo>
                  <a:pt x="670055" y="232275"/>
                </a:lnTo>
                <a:lnTo>
                  <a:pt x="690715" y="248109"/>
                </a:lnTo>
                <a:lnTo>
                  <a:pt x="661302" y="260701"/>
                </a:lnTo>
                <a:lnTo>
                  <a:pt x="641681" y="301447"/>
                </a:lnTo>
                <a:lnTo>
                  <a:pt x="658367" y="327254"/>
                </a:lnTo>
                <a:lnTo>
                  <a:pt x="678825" y="299931"/>
                </a:lnTo>
                <a:lnTo>
                  <a:pt x="693542" y="317025"/>
                </a:lnTo>
                <a:lnTo>
                  <a:pt x="687736" y="328433"/>
                </a:lnTo>
                <a:lnTo>
                  <a:pt x="627995" y="341993"/>
                </a:lnTo>
                <a:lnTo>
                  <a:pt x="629483" y="358584"/>
                </a:lnTo>
                <a:lnTo>
                  <a:pt x="660980" y="372334"/>
                </a:lnTo>
                <a:lnTo>
                  <a:pt x="660980" y="3723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map-line"/>
          <p:cNvSpPr/>
          <p:nvPr/>
        </p:nvSpPr>
        <p:spPr>
          <a:xfrm>
            <a:off x="3303005" y="6226202"/>
            <a:ext cx="12647" cy="1485"/>
          </a:xfrm>
          <a:custGeom>
            <a:avLst/>
            <a:gdLst/>
            <a:ahLst/>
            <a:cxnLst/>
            <a:rect l="0" t="0" r="r" b="b"/>
            <a:pathLst>
              <a:path w="12647" h="1485">
                <a:moveTo>
                  <a:pt x="0" y="1485"/>
                </a:moveTo>
                <a:lnTo>
                  <a:pt x="12647" y="0"/>
                </a:lnTo>
                <a:lnTo>
                  <a:pt x="0" y="1485"/>
                </a:lnTo>
                <a:lnTo>
                  <a:pt x="0" y="148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map-line"/>
          <p:cNvSpPr/>
          <p:nvPr/>
        </p:nvSpPr>
        <p:spPr>
          <a:xfrm>
            <a:off x="3303005" y="6225395"/>
            <a:ext cx="12484" cy="2292"/>
          </a:xfrm>
          <a:custGeom>
            <a:avLst/>
            <a:gdLst/>
            <a:ahLst/>
            <a:cxnLst/>
            <a:rect l="0" t="0" r="r" b="b"/>
            <a:pathLst>
              <a:path w="12484" h="2292">
                <a:moveTo>
                  <a:pt x="12484" y="0"/>
                </a:moveTo>
                <a:lnTo>
                  <a:pt x="0" y="2292"/>
                </a:lnTo>
                <a:lnTo>
                  <a:pt x="12484" y="0"/>
                </a:lnTo>
                <a:lnTo>
                  <a:pt x="12484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map-line"/>
          <p:cNvSpPr/>
          <p:nvPr/>
        </p:nvSpPr>
        <p:spPr>
          <a:xfrm>
            <a:off x="2906166" y="6134743"/>
            <a:ext cx="499415" cy="416994"/>
          </a:xfrm>
          <a:custGeom>
            <a:avLst/>
            <a:gdLst/>
            <a:ahLst/>
            <a:cxnLst/>
            <a:rect l="0" t="0" r="r" b="b"/>
            <a:pathLst>
              <a:path w="499415" h="416994">
                <a:moveTo>
                  <a:pt x="483876" y="194229"/>
                </a:moveTo>
                <a:lnTo>
                  <a:pt x="485019" y="222993"/>
                </a:lnTo>
                <a:lnTo>
                  <a:pt x="465726" y="257152"/>
                </a:lnTo>
                <a:lnTo>
                  <a:pt x="499415" y="299724"/>
                </a:lnTo>
                <a:lnTo>
                  <a:pt x="498016" y="324412"/>
                </a:lnTo>
                <a:lnTo>
                  <a:pt x="456808" y="373174"/>
                </a:lnTo>
                <a:lnTo>
                  <a:pt x="415933" y="375260"/>
                </a:lnTo>
                <a:lnTo>
                  <a:pt x="412829" y="393259"/>
                </a:lnTo>
                <a:lnTo>
                  <a:pt x="401675" y="369923"/>
                </a:lnTo>
                <a:lnTo>
                  <a:pt x="375727" y="364507"/>
                </a:lnTo>
                <a:lnTo>
                  <a:pt x="334166" y="315282"/>
                </a:lnTo>
                <a:lnTo>
                  <a:pt x="301981" y="321184"/>
                </a:lnTo>
                <a:lnTo>
                  <a:pt x="278987" y="285613"/>
                </a:lnTo>
                <a:lnTo>
                  <a:pt x="276011" y="308696"/>
                </a:lnTo>
                <a:lnTo>
                  <a:pt x="253641" y="289069"/>
                </a:lnTo>
                <a:lnTo>
                  <a:pt x="251838" y="308163"/>
                </a:lnTo>
                <a:lnTo>
                  <a:pt x="233163" y="318403"/>
                </a:lnTo>
                <a:lnTo>
                  <a:pt x="215328" y="312245"/>
                </a:lnTo>
                <a:lnTo>
                  <a:pt x="208484" y="293590"/>
                </a:lnTo>
                <a:lnTo>
                  <a:pt x="186577" y="298670"/>
                </a:lnTo>
                <a:lnTo>
                  <a:pt x="177853" y="348716"/>
                </a:lnTo>
                <a:lnTo>
                  <a:pt x="160556" y="369982"/>
                </a:lnTo>
                <a:lnTo>
                  <a:pt x="179939" y="371434"/>
                </a:lnTo>
                <a:lnTo>
                  <a:pt x="166955" y="379807"/>
                </a:lnTo>
                <a:lnTo>
                  <a:pt x="181903" y="403090"/>
                </a:lnTo>
                <a:lnTo>
                  <a:pt x="164721" y="416994"/>
                </a:lnTo>
                <a:lnTo>
                  <a:pt x="125513" y="388066"/>
                </a:lnTo>
                <a:lnTo>
                  <a:pt x="103441" y="397078"/>
                </a:lnTo>
                <a:lnTo>
                  <a:pt x="94817" y="377615"/>
                </a:lnTo>
                <a:lnTo>
                  <a:pt x="66586" y="386643"/>
                </a:lnTo>
                <a:lnTo>
                  <a:pt x="0" y="312387"/>
                </a:lnTo>
                <a:lnTo>
                  <a:pt x="13004" y="300082"/>
                </a:lnTo>
                <a:lnTo>
                  <a:pt x="32312" y="304055"/>
                </a:lnTo>
                <a:lnTo>
                  <a:pt x="99715" y="223876"/>
                </a:lnTo>
                <a:lnTo>
                  <a:pt x="90622" y="168857"/>
                </a:lnTo>
                <a:lnTo>
                  <a:pt x="105861" y="154483"/>
                </a:lnTo>
                <a:lnTo>
                  <a:pt x="105909" y="119465"/>
                </a:lnTo>
                <a:lnTo>
                  <a:pt x="122311" y="92277"/>
                </a:lnTo>
                <a:lnTo>
                  <a:pt x="101970" y="50256"/>
                </a:lnTo>
                <a:lnTo>
                  <a:pt x="143682" y="43725"/>
                </a:lnTo>
                <a:lnTo>
                  <a:pt x="218646" y="78454"/>
                </a:lnTo>
                <a:lnTo>
                  <a:pt x="214825" y="48422"/>
                </a:lnTo>
                <a:lnTo>
                  <a:pt x="227984" y="46720"/>
                </a:lnTo>
                <a:lnTo>
                  <a:pt x="219260" y="39026"/>
                </a:lnTo>
                <a:lnTo>
                  <a:pt x="252358" y="0"/>
                </a:lnTo>
                <a:lnTo>
                  <a:pt x="264707" y="49305"/>
                </a:lnTo>
                <a:lnTo>
                  <a:pt x="300385" y="72446"/>
                </a:lnTo>
                <a:lnTo>
                  <a:pt x="290222" y="108498"/>
                </a:lnTo>
                <a:lnTo>
                  <a:pt x="316001" y="116815"/>
                </a:lnTo>
                <a:lnTo>
                  <a:pt x="347340" y="103393"/>
                </a:lnTo>
                <a:lnTo>
                  <a:pt x="341655" y="121369"/>
                </a:lnTo>
                <a:lnTo>
                  <a:pt x="375936" y="122533"/>
                </a:lnTo>
                <a:lnTo>
                  <a:pt x="389083" y="169714"/>
                </a:lnTo>
                <a:lnTo>
                  <a:pt x="418389" y="193400"/>
                </a:lnTo>
                <a:lnTo>
                  <a:pt x="483876" y="194229"/>
                </a:lnTo>
                <a:lnTo>
                  <a:pt x="483876" y="19422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map-line"/>
          <p:cNvSpPr/>
          <p:nvPr/>
        </p:nvSpPr>
        <p:spPr>
          <a:xfrm>
            <a:off x="2587016" y="5917497"/>
            <a:ext cx="441365" cy="529632"/>
          </a:xfrm>
          <a:custGeom>
            <a:avLst/>
            <a:gdLst/>
            <a:ahLst/>
            <a:cxnLst/>
            <a:rect l="0" t="0" r="r" b="b"/>
            <a:pathLst>
              <a:path w="441365" h="529632">
                <a:moveTo>
                  <a:pt x="84052" y="33265"/>
                </a:moveTo>
                <a:lnTo>
                  <a:pt x="125599" y="0"/>
                </a:lnTo>
                <a:lnTo>
                  <a:pt x="142951" y="9859"/>
                </a:lnTo>
                <a:lnTo>
                  <a:pt x="143155" y="42738"/>
                </a:lnTo>
                <a:lnTo>
                  <a:pt x="159854" y="33594"/>
                </a:lnTo>
                <a:lnTo>
                  <a:pt x="149942" y="42249"/>
                </a:lnTo>
                <a:lnTo>
                  <a:pt x="167625" y="47872"/>
                </a:lnTo>
                <a:lnTo>
                  <a:pt x="161337" y="56141"/>
                </a:lnTo>
                <a:lnTo>
                  <a:pt x="173753" y="49942"/>
                </a:lnTo>
                <a:lnTo>
                  <a:pt x="201411" y="80688"/>
                </a:lnTo>
                <a:lnTo>
                  <a:pt x="226613" y="61209"/>
                </a:lnTo>
                <a:lnTo>
                  <a:pt x="255631" y="89715"/>
                </a:lnTo>
                <a:lnTo>
                  <a:pt x="266434" y="128634"/>
                </a:lnTo>
                <a:lnTo>
                  <a:pt x="252790" y="157297"/>
                </a:lnTo>
                <a:lnTo>
                  <a:pt x="282306" y="214292"/>
                </a:lnTo>
                <a:lnTo>
                  <a:pt x="301679" y="223153"/>
                </a:lnTo>
                <a:lnTo>
                  <a:pt x="317904" y="189894"/>
                </a:lnTo>
                <a:lnTo>
                  <a:pt x="347097" y="200324"/>
                </a:lnTo>
                <a:lnTo>
                  <a:pt x="371442" y="222792"/>
                </a:lnTo>
                <a:lnTo>
                  <a:pt x="371147" y="247607"/>
                </a:lnTo>
                <a:lnTo>
                  <a:pt x="434829" y="281261"/>
                </a:lnTo>
                <a:lnTo>
                  <a:pt x="441365" y="310673"/>
                </a:lnTo>
                <a:lnTo>
                  <a:pt x="425059" y="336710"/>
                </a:lnTo>
                <a:lnTo>
                  <a:pt x="425011" y="371728"/>
                </a:lnTo>
                <a:lnTo>
                  <a:pt x="409772" y="386102"/>
                </a:lnTo>
                <a:lnTo>
                  <a:pt x="419253" y="440084"/>
                </a:lnTo>
                <a:lnTo>
                  <a:pt x="351462" y="521300"/>
                </a:lnTo>
                <a:lnTo>
                  <a:pt x="332154" y="517327"/>
                </a:lnTo>
                <a:lnTo>
                  <a:pt x="319150" y="529632"/>
                </a:lnTo>
                <a:lnTo>
                  <a:pt x="315087" y="495593"/>
                </a:lnTo>
                <a:lnTo>
                  <a:pt x="283564" y="479393"/>
                </a:lnTo>
                <a:lnTo>
                  <a:pt x="235176" y="477627"/>
                </a:lnTo>
                <a:lnTo>
                  <a:pt x="224397" y="489093"/>
                </a:lnTo>
                <a:lnTo>
                  <a:pt x="212721" y="447633"/>
                </a:lnTo>
                <a:lnTo>
                  <a:pt x="180373" y="445603"/>
                </a:lnTo>
                <a:lnTo>
                  <a:pt x="160287" y="419353"/>
                </a:lnTo>
                <a:lnTo>
                  <a:pt x="139592" y="424359"/>
                </a:lnTo>
                <a:lnTo>
                  <a:pt x="132191" y="354284"/>
                </a:lnTo>
                <a:lnTo>
                  <a:pt x="114372" y="369359"/>
                </a:lnTo>
                <a:lnTo>
                  <a:pt x="84805" y="367615"/>
                </a:lnTo>
                <a:lnTo>
                  <a:pt x="54771" y="303274"/>
                </a:lnTo>
                <a:lnTo>
                  <a:pt x="19237" y="275571"/>
                </a:lnTo>
                <a:lnTo>
                  <a:pt x="15370" y="252118"/>
                </a:lnTo>
                <a:lnTo>
                  <a:pt x="0" y="251466"/>
                </a:lnTo>
                <a:lnTo>
                  <a:pt x="7935" y="232506"/>
                </a:lnTo>
                <a:lnTo>
                  <a:pt x="50517" y="225607"/>
                </a:lnTo>
                <a:lnTo>
                  <a:pt x="65148" y="168986"/>
                </a:lnTo>
                <a:lnTo>
                  <a:pt x="59273" y="118492"/>
                </a:lnTo>
                <a:lnTo>
                  <a:pt x="72030" y="108700"/>
                </a:lnTo>
                <a:lnTo>
                  <a:pt x="72666" y="63624"/>
                </a:lnTo>
                <a:lnTo>
                  <a:pt x="86667" y="60029"/>
                </a:lnTo>
                <a:lnTo>
                  <a:pt x="84052" y="33265"/>
                </a:lnTo>
                <a:lnTo>
                  <a:pt x="84052" y="3326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map-line"/>
          <p:cNvSpPr/>
          <p:nvPr/>
        </p:nvSpPr>
        <p:spPr>
          <a:xfrm>
            <a:off x="6683535" y="7778797"/>
            <a:ext cx="507630" cy="854271"/>
          </a:xfrm>
          <a:custGeom>
            <a:avLst/>
            <a:gdLst/>
            <a:ahLst/>
            <a:cxnLst/>
            <a:rect l="0" t="0" r="r" b="b"/>
            <a:pathLst>
              <a:path w="507630" h="854271">
                <a:moveTo>
                  <a:pt x="443194" y="14242"/>
                </a:moveTo>
                <a:lnTo>
                  <a:pt x="453610" y="6586"/>
                </a:lnTo>
                <a:lnTo>
                  <a:pt x="461646" y="29369"/>
                </a:lnTo>
                <a:lnTo>
                  <a:pt x="435299" y="43516"/>
                </a:lnTo>
                <a:lnTo>
                  <a:pt x="438399" y="77346"/>
                </a:lnTo>
                <a:lnTo>
                  <a:pt x="480716" y="111091"/>
                </a:lnTo>
                <a:lnTo>
                  <a:pt x="495118" y="186283"/>
                </a:lnTo>
                <a:lnTo>
                  <a:pt x="507630" y="198054"/>
                </a:lnTo>
                <a:lnTo>
                  <a:pt x="418845" y="248683"/>
                </a:lnTo>
                <a:lnTo>
                  <a:pt x="381615" y="288026"/>
                </a:lnTo>
                <a:lnTo>
                  <a:pt x="405100" y="377768"/>
                </a:lnTo>
                <a:lnTo>
                  <a:pt x="389755" y="388553"/>
                </a:lnTo>
                <a:lnTo>
                  <a:pt x="369197" y="445876"/>
                </a:lnTo>
                <a:lnTo>
                  <a:pt x="351990" y="449445"/>
                </a:lnTo>
                <a:lnTo>
                  <a:pt x="369262" y="471492"/>
                </a:lnTo>
                <a:lnTo>
                  <a:pt x="402176" y="452832"/>
                </a:lnTo>
                <a:lnTo>
                  <a:pt x="415303" y="478578"/>
                </a:lnTo>
                <a:lnTo>
                  <a:pt x="434751" y="473344"/>
                </a:lnTo>
                <a:lnTo>
                  <a:pt x="431170" y="507509"/>
                </a:lnTo>
                <a:lnTo>
                  <a:pt x="406148" y="519317"/>
                </a:lnTo>
                <a:lnTo>
                  <a:pt x="431057" y="563900"/>
                </a:lnTo>
                <a:lnTo>
                  <a:pt x="376299" y="603947"/>
                </a:lnTo>
                <a:lnTo>
                  <a:pt x="361289" y="643360"/>
                </a:lnTo>
                <a:lnTo>
                  <a:pt x="376481" y="641836"/>
                </a:lnTo>
                <a:lnTo>
                  <a:pt x="389279" y="669668"/>
                </a:lnTo>
                <a:lnTo>
                  <a:pt x="364442" y="714757"/>
                </a:lnTo>
                <a:lnTo>
                  <a:pt x="396336" y="754248"/>
                </a:lnTo>
                <a:lnTo>
                  <a:pt x="372217" y="768700"/>
                </a:lnTo>
                <a:lnTo>
                  <a:pt x="377100" y="789857"/>
                </a:lnTo>
                <a:lnTo>
                  <a:pt x="319388" y="827895"/>
                </a:lnTo>
                <a:lnTo>
                  <a:pt x="318494" y="845169"/>
                </a:lnTo>
                <a:lnTo>
                  <a:pt x="280528" y="854271"/>
                </a:lnTo>
                <a:lnTo>
                  <a:pt x="295738" y="803256"/>
                </a:lnTo>
                <a:lnTo>
                  <a:pt x="270926" y="806433"/>
                </a:lnTo>
                <a:lnTo>
                  <a:pt x="243725" y="776515"/>
                </a:lnTo>
                <a:lnTo>
                  <a:pt x="208609" y="788512"/>
                </a:lnTo>
                <a:lnTo>
                  <a:pt x="182124" y="772500"/>
                </a:lnTo>
                <a:lnTo>
                  <a:pt x="181945" y="756259"/>
                </a:lnTo>
                <a:lnTo>
                  <a:pt x="161749" y="753131"/>
                </a:lnTo>
                <a:lnTo>
                  <a:pt x="166268" y="729859"/>
                </a:lnTo>
                <a:lnTo>
                  <a:pt x="156222" y="729898"/>
                </a:lnTo>
                <a:lnTo>
                  <a:pt x="146468" y="700442"/>
                </a:lnTo>
                <a:lnTo>
                  <a:pt x="168712" y="663262"/>
                </a:lnTo>
                <a:lnTo>
                  <a:pt x="152711" y="658467"/>
                </a:lnTo>
                <a:lnTo>
                  <a:pt x="130372" y="622813"/>
                </a:lnTo>
                <a:lnTo>
                  <a:pt x="154048" y="618425"/>
                </a:lnTo>
                <a:lnTo>
                  <a:pt x="176654" y="584309"/>
                </a:lnTo>
                <a:lnTo>
                  <a:pt x="152777" y="584875"/>
                </a:lnTo>
                <a:lnTo>
                  <a:pt x="130270" y="568386"/>
                </a:lnTo>
                <a:lnTo>
                  <a:pt x="101016" y="477405"/>
                </a:lnTo>
                <a:lnTo>
                  <a:pt x="53752" y="420811"/>
                </a:lnTo>
                <a:lnTo>
                  <a:pt x="36373" y="422637"/>
                </a:lnTo>
                <a:lnTo>
                  <a:pt x="17336" y="364794"/>
                </a:lnTo>
                <a:lnTo>
                  <a:pt x="8199" y="366136"/>
                </a:lnTo>
                <a:lnTo>
                  <a:pt x="0" y="338698"/>
                </a:lnTo>
                <a:lnTo>
                  <a:pt x="23973" y="293868"/>
                </a:lnTo>
                <a:lnTo>
                  <a:pt x="8761" y="268206"/>
                </a:lnTo>
                <a:lnTo>
                  <a:pt x="24546" y="195071"/>
                </a:lnTo>
                <a:lnTo>
                  <a:pt x="887" y="185825"/>
                </a:lnTo>
                <a:lnTo>
                  <a:pt x="20136" y="165279"/>
                </a:lnTo>
                <a:lnTo>
                  <a:pt x="5489" y="127098"/>
                </a:lnTo>
                <a:lnTo>
                  <a:pt x="15484" y="120673"/>
                </a:lnTo>
                <a:lnTo>
                  <a:pt x="7060" y="99725"/>
                </a:lnTo>
                <a:lnTo>
                  <a:pt x="17495" y="72103"/>
                </a:lnTo>
                <a:lnTo>
                  <a:pt x="4843" y="65689"/>
                </a:lnTo>
                <a:lnTo>
                  <a:pt x="58302" y="54065"/>
                </a:lnTo>
                <a:lnTo>
                  <a:pt x="75717" y="62275"/>
                </a:lnTo>
                <a:lnTo>
                  <a:pt x="97443" y="48432"/>
                </a:lnTo>
                <a:lnTo>
                  <a:pt x="140496" y="58981"/>
                </a:lnTo>
                <a:lnTo>
                  <a:pt x="133159" y="42979"/>
                </a:lnTo>
                <a:lnTo>
                  <a:pt x="191900" y="21703"/>
                </a:lnTo>
                <a:lnTo>
                  <a:pt x="207880" y="0"/>
                </a:lnTo>
                <a:lnTo>
                  <a:pt x="222951" y="17518"/>
                </a:lnTo>
                <a:lnTo>
                  <a:pt x="255633" y="7827"/>
                </a:lnTo>
                <a:lnTo>
                  <a:pt x="295458" y="33353"/>
                </a:lnTo>
                <a:lnTo>
                  <a:pt x="303862" y="9321"/>
                </a:lnTo>
                <a:lnTo>
                  <a:pt x="347702" y="24318"/>
                </a:lnTo>
                <a:lnTo>
                  <a:pt x="361257" y="44419"/>
                </a:lnTo>
                <a:lnTo>
                  <a:pt x="430394" y="3877"/>
                </a:lnTo>
                <a:lnTo>
                  <a:pt x="443194" y="14242"/>
                </a:lnTo>
                <a:lnTo>
                  <a:pt x="443194" y="1424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map-line"/>
          <p:cNvSpPr/>
          <p:nvPr/>
        </p:nvSpPr>
        <p:spPr>
          <a:xfrm>
            <a:off x="2007037" y="5370288"/>
            <a:ext cx="314594" cy="379137"/>
          </a:xfrm>
          <a:custGeom>
            <a:avLst/>
            <a:gdLst/>
            <a:ahLst/>
            <a:cxnLst/>
            <a:rect l="0" t="0" r="r" b="b"/>
            <a:pathLst>
              <a:path w="314594" h="379137">
                <a:moveTo>
                  <a:pt x="291188" y="276856"/>
                </a:moveTo>
                <a:lnTo>
                  <a:pt x="263805" y="290817"/>
                </a:lnTo>
                <a:lnTo>
                  <a:pt x="260108" y="305472"/>
                </a:lnTo>
                <a:lnTo>
                  <a:pt x="224367" y="309995"/>
                </a:lnTo>
                <a:lnTo>
                  <a:pt x="207441" y="369396"/>
                </a:lnTo>
                <a:lnTo>
                  <a:pt x="128676" y="379137"/>
                </a:lnTo>
                <a:lnTo>
                  <a:pt x="119848" y="356979"/>
                </a:lnTo>
                <a:lnTo>
                  <a:pt x="100296" y="353641"/>
                </a:lnTo>
                <a:lnTo>
                  <a:pt x="109923" y="322559"/>
                </a:lnTo>
                <a:lnTo>
                  <a:pt x="91054" y="284729"/>
                </a:lnTo>
                <a:lnTo>
                  <a:pt x="95744" y="213366"/>
                </a:lnTo>
                <a:lnTo>
                  <a:pt x="32014" y="164085"/>
                </a:lnTo>
                <a:lnTo>
                  <a:pt x="53269" y="135420"/>
                </a:lnTo>
                <a:lnTo>
                  <a:pt x="8405" y="104890"/>
                </a:lnTo>
                <a:lnTo>
                  <a:pt x="0" y="73497"/>
                </a:lnTo>
                <a:lnTo>
                  <a:pt x="63057" y="64386"/>
                </a:lnTo>
                <a:lnTo>
                  <a:pt x="69277" y="19686"/>
                </a:lnTo>
                <a:lnTo>
                  <a:pt x="132338" y="45571"/>
                </a:lnTo>
                <a:lnTo>
                  <a:pt x="131749" y="18195"/>
                </a:lnTo>
                <a:lnTo>
                  <a:pt x="156429" y="0"/>
                </a:lnTo>
                <a:lnTo>
                  <a:pt x="168517" y="25513"/>
                </a:lnTo>
                <a:lnTo>
                  <a:pt x="198762" y="17060"/>
                </a:lnTo>
                <a:lnTo>
                  <a:pt x="226808" y="23163"/>
                </a:lnTo>
                <a:lnTo>
                  <a:pt x="230664" y="37321"/>
                </a:lnTo>
                <a:lnTo>
                  <a:pt x="258175" y="36084"/>
                </a:lnTo>
                <a:lnTo>
                  <a:pt x="257044" y="62299"/>
                </a:lnTo>
                <a:lnTo>
                  <a:pt x="268395" y="72088"/>
                </a:lnTo>
                <a:lnTo>
                  <a:pt x="257458" y="102760"/>
                </a:lnTo>
                <a:lnTo>
                  <a:pt x="273134" y="127911"/>
                </a:lnTo>
                <a:lnTo>
                  <a:pt x="264647" y="153494"/>
                </a:lnTo>
                <a:lnTo>
                  <a:pt x="283632" y="192978"/>
                </a:lnTo>
                <a:lnTo>
                  <a:pt x="314594" y="219845"/>
                </a:lnTo>
                <a:lnTo>
                  <a:pt x="292618" y="240121"/>
                </a:lnTo>
                <a:lnTo>
                  <a:pt x="300565" y="251699"/>
                </a:lnTo>
                <a:lnTo>
                  <a:pt x="291188" y="276856"/>
                </a:lnTo>
                <a:lnTo>
                  <a:pt x="291188" y="27685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map-line"/>
          <p:cNvSpPr/>
          <p:nvPr/>
        </p:nvSpPr>
        <p:spPr>
          <a:xfrm>
            <a:off x="6887597" y="8039097"/>
            <a:ext cx="491018" cy="751786"/>
          </a:xfrm>
          <a:custGeom>
            <a:avLst/>
            <a:gdLst/>
            <a:ahLst/>
            <a:cxnLst/>
            <a:rect l="0" t="0" r="r" b="b"/>
            <a:pathLst>
              <a:path w="491018" h="751786">
                <a:moveTo>
                  <a:pt x="192118" y="87861"/>
                </a:moveTo>
                <a:lnTo>
                  <a:pt x="177218" y="28713"/>
                </a:lnTo>
                <a:lnTo>
                  <a:pt x="205051" y="0"/>
                </a:lnTo>
                <a:lnTo>
                  <a:pt x="235496" y="34517"/>
                </a:lnTo>
                <a:lnTo>
                  <a:pt x="252652" y="93437"/>
                </a:lnTo>
                <a:lnTo>
                  <a:pt x="272082" y="99669"/>
                </a:lnTo>
                <a:lnTo>
                  <a:pt x="292809" y="87061"/>
                </a:lnTo>
                <a:lnTo>
                  <a:pt x="300698" y="98592"/>
                </a:lnTo>
                <a:lnTo>
                  <a:pt x="360843" y="79753"/>
                </a:lnTo>
                <a:lnTo>
                  <a:pt x="362011" y="95882"/>
                </a:lnTo>
                <a:lnTo>
                  <a:pt x="382280" y="108146"/>
                </a:lnTo>
                <a:lnTo>
                  <a:pt x="380876" y="135218"/>
                </a:lnTo>
                <a:lnTo>
                  <a:pt x="405507" y="132310"/>
                </a:lnTo>
                <a:lnTo>
                  <a:pt x="406804" y="146247"/>
                </a:lnTo>
                <a:lnTo>
                  <a:pt x="420191" y="146634"/>
                </a:lnTo>
                <a:lnTo>
                  <a:pt x="416432" y="185824"/>
                </a:lnTo>
                <a:lnTo>
                  <a:pt x="445225" y="215631"/>
                </a:lnTo>
                <a:lnTo>
                  <a:pt x="467559" y="299115"/>
                </a:lnTo>
                <a:lnTo>
                  <a:pt x="447161" y="341324"/>
                </a:lnTo>
                <a:lnTo>
                  <a:pt x="455590" y="398932"/>
                </a:lnTo>
                <a:lnTo>
                  <a:pt x="483929" y="414987"/>
                </a:lnTo>
                <a:lnTo>
                  <a:pt x="491018" y="445400"/>
                </a:lnTo>
                <a:lnTo>
                  <a:pt x="432437" y="477436"/>
                </a:lnTo>
                <a:lnTo>
                  <a:pt x="432506" y="516529"/>
                </a:lnTo>
                <a:lnTo>
                  <a:pt x="345295" y="581437"/>
                </a:lnTo>
                <a:lnTo>
                  <a:pt x="313260" y="628267"/>
                </a:lnTo>
                <a:lnTo>
                  <a:pt x="273045" y="631486"/>
                </a:lnTo>
                <a:lnTo>
                  <a:pt x="257534" y="657382"/>
                </a:lnTo>
                <a:lnTo>
                  <a:pt x="259533" y="701278"/>
                </a:lnTo>
                <a:lnTo>
                  <a:pt x="244431" y="697083"/>
                </a:lnTo>
                <a:lnTo>
                  <a:pt x="197429" y="728887"/>
                </a:lnTo>
                <a:lnTo>
                  <a:pt x="178426" y="716146"/>
                </a:lnTo>
                <a:lnTo>
                  <a:pt x="156620" y="722626"/>
                </a:lnTo>
                <a:lnTo>
                  <a:pt x="155617" y="702594"/>
                </a:lnTo>
                <a:lnTo>
                  <a:pt x="99343" y="711926"/>
                </a:lnTo>
                <a:lnTo>
                  <a:pt x="65943" y="751786"/>
                </a:lnTo>
                <a:lnTo>
                  <a:pt x="4710" y="710566"/>
                </a:lnTo>
                <a:lnTo>
                  <a:pt x="0" y="696522"/>
                </a:lnTo>
                <a:lnTo>
                  <a:pt x="34481" y="662899"/>
                </a:lnTo>
                <a:lnTo>
                  <a:pt x="4987" y="651555"/>
                </a:lnTo>
                <a:lnTo>
                  <a:pt x="43752" y="603484"/>
                </a:lnTo>
                <a:lnTo>
                  <a:pt x="60214" y="610918"/>
                </a:lnTo>
                <a:lnTo>
                  <a:pt x="76466" y="593971"/>
                </a:lnTo>
                <a:lnTo>
                  <a:pt x="114432" y="584869"/>
                </a:lnTo>
                <a:lnTo>
                  <a:pt x="115327" y="567595"/>
                </a:lnTo>
                <a:lnTo>
                  <a:pt x="173038" y="529557"/>
                </a:lnTo>
                <a:lnTo>
                  <a:pt x="168155" y="508400"/>
                </a:lnTo>
                <a:lnTo>
                  <a:pt x="192274" y="493948"/>
                </a:lnTo>
                <a:lnTo>
                  <a:pt x="160380" y="454456"/>
                </a:lnTo>
                <a:lnTo>
                  <a:pt x="185217" y="409367"/>
                </a:lnTo>
                <a:lnTo>
                  <a:pt x="172419" y="381535"/>
                </a:lnTo>
                <a:lnTo>
                  <a:pt x="157227" y="383059"/>
                </a:lnTo>
                <a:lnTo>
                  <a:pt x="172237" y="343647"/>
                </a:lnTo>
                <a:lnTo>
                  <a:pt x="226995" y="303599"/>
                </a:lnTo>
                <a:lnTo>
                  <a:pt x="202086" y="259016"/>
                </a:lnTo>
                <a:lnTo>
                  <a:pt x="227108" y="247208"/>
                </a:lnTo>
                <a:lnTo>
                  <a:pt x="231888" y="215661"/>
                </a:lnTo>
                <a:lnTo>
                  <a:pt x="211241" y="218277"/>
                </a:lnTo>
                <a:lnTo>
                  <a:pt x="198114" y="192531"/>
                </a:lnTo>
                <a:lnTo>
                  <a:pt x="164127" y="210873"/>
                </a:lnTo>
                <a:lnTo>
                  <a:pt x="147928" y="189144"/>
                </a:lnTo>
                <a:lnTo>
                  <a:pt x="165135" y="185575"/>
                </a:lnTo>
                <a:lnTo>
                  <a:pt x="185693" y="128252"/>
                </a:lnTo>
                <a:lnTo>
                  <a:pt x="200304" y="119794"/>
                </a:lnTo>
                <a:lnTo>
                  <a:pt x="192118" y="87861"/>
                </a:lnTo>
                <a:lnTo>
                  <a:pt x="192118" y="8786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map-line"/>
          <p:cNvSpPr/>
          <p:nvPr/>
        </p:nvSpPr>
        <p:spPr>
          <a:xfrm>
            <a:off x="2729640" y="5814625"/>
            <a:ext cx="452271" cy="396092"/>
          </a:xfrm>
          <a:custGeom>
            <a:avLst/>
            <a:gdLst/>
            <a:ahLst/>
            <a:cxnLst/>
            <a:rect l="0" t="0" r="r" b="b"/>
            <a:pathLst>
              <a:path w="452271" h="396092">
                <a:moveTo>
                  <a:pt x="100669" y="185700"/>
                </a:moveTo>
                <a:lnTo>
                  <a:pt x="83989" y="164081"/>
                </a:lnTo>
                <a:lnTo>
                  <a:pt x="60717" y="184256"/>
                </a:lnTo>
                <a:lnTo>
                  <a:pt x="31129" y="152814"/>
                </a:lnTo>
                <a:lnTo>
                  <a:pt x="18713" y="159014"/>
                </a:lnTo>
                <a:lnTo>
                  <a:pt x="25000" y="150744"/>
                </a:lnTo>
                <a:lnTo>
                  <a:pt x="7317" y="145121"/>
                </a:lnTo>
                <a:lnTo>
                  <a:pt x="17229" y="136466"/>
                </a:lnTo>
                <a:lnTo>
                  <a:pt x="0" y="144680"/>
                </a:lnTo>
                <a:lnTo>
                  <a:pt x="326" y="112731"/>
                </a:lnTo>
                <a:lnTo>
                  <a:pt x="27795" y="110831"/>
                </a:lnTo>
                <a:lnTo>
                  <a:pt x="36745" y="77047"/>
                </a:lnTo>
                <a:lnTo>
                  <a:pt x="49295" y="102326"/>
                </a:lnTo>
                <a:lnTo>
                  <a:pt x="68542" y="94670"/>
                </a:lnTo>
                <a:lnTo>
                  <a:pt x="67084" y="72810"/>
                </a:lnTo>
                <a:lnTo>
                  <a:pt x="41770" y="69156"/>
                </a:lnTo>
                <a:lnTo>
                  <a:pt x="49167" y="51969"/>
                </a:lnTo>
                <a:lnTo>
                  <a:pt x="52226" y="62814"/>
                </a:lnTo>
                <a:lnTo>
                  <a:pt x="97168" y="73920"/>
                </a:lnTo>
                <a:lnTo>
                  <a:pt x="107668" y="53752"/>
                </a:lnTo>
                <a:lnTo>
                  <a:pt x="130290" y="54058"/>
                </a:lnTo>
                <a:lnTo>
                  <a:pt x="143313" y="31663"/>
                </a:lnTo>
                <a:lnTo>
                  <a:pt x="131861" y="12795"/>
                </a:lnTo>
                <a:lnTo>
                  <a:pt x="153967" y="0"/>
                </a:lnTo>
                <a:lnTo>
                  <a:pt x="152652" y="22415"/>
                </a:lnTo>
                <a:lnTo>
                  <a:pt x="184302" y="58167"/>
                </a:lnTo>
                <a:lnTo>
                  <a:pt x="206880" y="50494"/>
                </a:lnTo>
                <a:lnTo>
                  <a:pt x="231145" y="64794"/>
                </a:lnTo>
                <a:lnTo>
                  <a:pt x="250491" y="124610"/>
                </a:lnTo>
                <a:lnTo>
                  <a:pt x="239981" y="156339"/>
                </a:lnTo>
                <a:lnTo>
                  <a:pt x="249487" y="196646"/>
                </a:lnTo>
                <a:lnTo>
                  <a:pt x="269674" y="207044"/>
                </a:lnTo>
                <a:lnTo>
                  <a:pt x="252456" y="217650"/>
                </a:lnTo>
                <a:lnTo>
                  <a:pt x="272389" y="225895"/>
                </a:lnTo>
                <a:lnTo>
                  <a:pt x="277767" y="243743"/>
                </a:lnTo>
                <a:lnTo>
                  <a:pt x="299071" y="253993"/>
                </a:lnTo>
                <a:lnTo>
                  <a:pt x="297483" y="237021"/>
                </a:lnTo>
                <a:lnTo>
                  <a:pt x="324323" y="217018"/>
                </a:lnTo>
                <a:lnTo>
                  <a:pt x="333681" y="228189"/>
                </a:lnTo>
                <a:lnTo>
                  <a:pt x="354241" y="217663"/>
                </a:lnTo>
                <a:lnTo>
                  <a:pt x="367944" y="228833"/>
                </a:lnTo>
                <a:lnTo>
                  <a:pt x="398095" y="206889"/>
                </a:lnTo>
                <a:lnTo>
                  <a:pt x="428235" y="212422"/>
                </a:lnTo>
                <a:lnTo>
                  <a:pt x="401065" y="239313"/>
                </a:lnTo>
                <a:lnTo>
                  <a:pt x="435803" y="255889"/>
                </a:lnTo>
                <a:lnTo>
                  <a:pt x="434300" y="272878"/>
                </a:lnTo>
                <a:lnTo>
                  <a:pt x="450373" y="262923"/>
                </a:lnTo>
                <a:lnTo>
                  <a:pt x="452271" y="273565"/>
                </a:lnTo>
                <a:lnTo>
                  <a:pt x="418634" y="341920"/>
                </a:lnTo>
                <a:lnTo>
                  <a:pt x="395786" y="359144"/>
                </a:lnTo>
                <a:lnTo>
                  <a:pt x="404510" y="366837"/>
                </a:lnTo>
                <a:lnTo>
                  <a:pt x="391351" y="368540"/>
                </a:lnTo>
                <a:lnTo>
                  <a:pt x="398193" y="396092"/>
                </a:lnTo>
                <a:lnTo>
                  <a:pt x="320207" y="363843"/>
                </a:lnTo>
                <a:lnTo>
                  <a:pt x="261402" y="375275"/>
                </a:lnTo>
                <a:lnTo>
                  <a:pt x="228522" y="350479"/>
                </a:lnTo>
                <a:lnTo>
                  <a:pt x="228817" y="325664"/>
                </a:lnTo>
                <a:lnTo>
                  <a:pt x="176685" y="293016"/>
                </a:lnTo>
                <a:lnTo>
                  <a:pt x="159054" y="326025"/>
                </a:lnTo>
                <a:lnTo>
                  <a:pt x="139681" y="317164"/>
                </a:lnTo>
                <a:lnTo>
                  <a:pt x="110165" y="260169"/>
                </a:lnTo>
                <a:lnTo>
                  <a:pt x="123481" y="225510"/>
                </a:lnTo>
                <a:lnTo>
                  <a:pt x="100669" y="185700"/>
                </a:lnTo>
                <a:lnTo>
                  <a:pt x="100669" y="18570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map-line"/>
          <p:cNvSpPr/>
          <p:nvPr/>
        </p:nvSpPr>
        <p:spPr>
          <a:xfrm>
            <a:off x="2869430" y="5821210"/>
            <a:ext cx="4923" cy="9964"/>
          </a:xfrm>
          <a:custGeom>
            <a:avLst/>
            <a:gdLst/>
            <a:ahLst/>
            <a:cxnLst/>
            <a:rect l="0" t="0" r="r" b="b"/>
            <a:pathLst>
              <a:path w="4923" h="9964">
                <a:moveTo>
                  <a:pt x="0" y="9964"/>
                </a:moveTo>
                <a:lnTo>
                  <a:pt x="4923" y="0"/>
                </a:lnTo>
                <a:lnTo>
                  <a:pt x="0" y="9964"/>
                </a:lnTo>
                <a:lnTo>
                  <a:pt x="0" y="996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map-line"/>
          <p:cNvSpPr/>
          <p:nvPr/>
        </p:nvSpPr>
        <p:spPr>
          <a:xfrm>
            <a:off x="2143033" y="5115649"/>
            <a:ext cx="414465" cy="307980"/>
          </a:xfrm>
          <a:custGeom>
            <a:avLst/>
            <a:gdLst/>
            <a:ahLst/>
            <a:cxnLst/>
            <a:rect l="0" t="0" r="r" b="b"/>
            <a:pathLst>
              <a:path w="414465" h="307980">
                <a:moveTo>
                  <a:pt x="124680" y="302286"/>
                </a:moveTo>
                <a:lnTo>
                  <a:pt x="122180" y="290723"/>
                </a:lnTo>
                <a:lnTo>
                  <a:pt x="94668" y="291960"/>
                </a:lnTo>
                <a:lnTo>
                  <a:pt x="90152" y="277441"/>
                </a:lnTo>
                <a:lnTo>
                  <a:pt x="32521" y="280151"/>
                </a:lnTo>
                <a:lnTo>
                  <a:pt x="11341" y="248953"/>
                </a:lnTo>
                <a:lnTo>
                  <a:pt x="27152" y="237804"/>
                </a:lnTo>
                <a:lnTo>
                  <a:pt x="0" y="187871"/>
                </a:lnTo>
                <a:lnTo>
                  <a:pt x="28324" y="173172"/>
                </a:lnTo>
                <a:lnTo>
                  <a:pt x="52087" y="111951"/>
                </a:lnTo>
                <a:lnTo>
                  <a:pt x="29690" y="85478"/>
                </a:lnTo>
                <a:lnTo>
                  <a:pt x="41152" y="51572"/>
                </a:lnTo>
                <a:lnTo>
                  <a:pt x="29011" y="26077"/>
                </a:lnTo>
                <a:lnTo>
                  <a:pt x="61226" y="29509"/>
                </a:lnTo>
                <a:lnTo>
                  <a:pt x="125516" y="0"/>
                </a:lnTo>
                <a:lnTo>
                  <a:pt x="147161" y="34717"/>
                </a:lnTo>
                <a:lnTo>
                  <a:pt x="144494" y="72223"/>
                </a:lnTo>
                <a:lnTo>
                  <a:pt x="183384" y="60565"/>
                </a:lnTo>
                <a:lnTo>
                  <a:pt x="185165" y="47463"/>
                </a:lnTo>
                <a:lnTo>
                  <a:pt x="215222" y="80360"/>
                </a:lnTo>
                <a:lnTo>
                  <a:pt x="230877" y="82443"/>
                </a:lnTo>
                <a:lnTo>
                  <a:pt x="243952" y="65742"/>
                </a:lnTo>
                <a:lnTo>
                  <a:pt x="273087" y="80871"/>
                </a:lnTo>
                <a:lnTo>
                  <a:pt x="328386" y="71076"/>
                </a:lnTo>
                <a:lnTo>
                  <a:pt x="357347" y="93802"/>
                </a:lnTo>
                <a:lnTo>
                  <a:pt x="367609" y="142500"/>
                </a:lnTo>
                <a:lnTo>
                  <a:pt x="414465" y="164303"/>
                </a:lnTo>
                <a:lnTo>
                  <a:pt x="413857" y="231503"/>
                </a:lnTo>
                <a:lnTo>
                  <a:pt x="386096" y="275969"/>
                </a:lnTo>
                <a:lnTo>
                  <a:pt x="363290" y="287293"/>
                </a:lnTo>
                <a:lnTo>
                  <a:pt x="329724" y="293534"/>
                </a:lnTo>
                <a:lnTo>
                  <a:pt x="323609" y="262498"/>
                </a:lnTo>
                <a:lnTo>
                  <a:pt x="303317" y="298936"/>
                </a:lnTo>
                <a:lnTo>
                  <a:pt x="284366" y="307980"/>
                </a:lnTo>
                <a:lnTo>
                  <a:pt x="253772" y="268476"/>
                </a:lnTo>
                <a:lnTo>
                  <a:pt x="217525" y="259740"/>
                </a:lnTo>
                <a:lnTo>
                  <a:pt x="210466" y="241680"/>
                </a:lnTo>
                <a:lnTo>
                  <a:pt x="205524" y="271137"/>
                </a:lnTo>
                <a:lnTo>
                  <a:pt x="153090" y="268309"/>
                </a:lnTo>
                <a:lnTo>
                  <a:pt x="140641" y="297246"/>
                </a:lnTo>
                <a:lnTo>
                  <a:pt x="124680" y="302286"/>
                </a:lnTo>
                <a:lnTo>
                  <a:pt x="124680" y="30228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map-line"/>
          <p:cNvSpPr/>
          <p:nvPr/>
        </p:nvSpPr>
        <p:spPr>
          <a:xfrm>
            <a:off x="3087335" y="5219322"/>
            <a:ext cx="752860" cy="476226"/>
          </a:xfrm>
          <a:custGeom>
            <a:avLst/>
            <a:gdLst/>
            <a:ahLst/>
            <a:cxnLst/>
            <a:rect l="0" t="0" r="r" b="b"/>
            <a:pathLst>
              <a:path w="752860" h="476226">
                <a:moveTo>
                  <a:pt x="47711" y="128234"/>
                </a:moveTo>
                <a:lnTo>
                  <a:pt x="103057" y="81971"/>
                </a:lnTo>
                <a:lnTo>
                  <a:pt x="199485" y="71231"/>
                </a:lnTo>
                <a:lnTo>
                  <a:pt x="215639" y="27571"/>
                </a:lnTo>
                <a:lnTo>
                  <a:pt x="255159" y="30940"/>
                </a:lnTo>
                <a:lnTo>
                  <a:pt x="283776" y="0"/>
                </a:lnTo>
                <a:lnTo>
                  <a:pt x="342658" y="21259"/>
                </a:lnTo>
                <a:lnTo>
                  <a:pt x="360248" y="41285"/>
                </a:lnTo>
                <a:lnTo>
                  <a:pt x="403709" y="5238"/>
                </a:lnTo>
                <a:lnTo>
                  <a:pt x="395809" y="42408"/>
                </a:lnTo>
                <a:lnTo>
                  <a:pt x="423103" y="58050"/>
                </a:lnTo>
                <a:lnTo>
                  <a:pt x="417481" y="94861"/>
                </a:lnTo>
                <a:lnTo>
                  <a:pt x="451453" y="96953"/>
                </a:lnTo>
                <a:lnTo>
                  <a:pt x="454782" y="122369"/>
                </a:lnTo>
                <a:lnTo>
                  <a:pt x="476437" y="122565"/>
                </a:lnTo>
                <a:lnTo>
                  <a:pt x="460978" y="140867"/>
                </a:lnTo>
                <a:lnTo>
                  <a:pt x="487043" y="144533"/>
                </a:lnTo>
                <a:lnTo>
                  <a:pt x="508357" y="176514"/>
                </a:lnTo>
                <a:lnTo>
                  <a:pt x="508152" y="200671"/>
                </a:lnTo>
                <a:lnTo>
                  <a:pt x="548652" y="247939"/>
                </a:lnTo>
                <a:lnTo>
                  <a:pt x="561725" y="245272"/>
                </a:lnTo>
                <a:lnTo>
                  <a:pt x="621281" y="303677"/>
                </a:lnTo>
                <a:lnTo>
                  <a:pt x="640961" y="294549"/>
                </a:lnTo>
                <a:lnTo>
                  <a:pt x="668130" y="310804"/>
                </a:lnTo>
                <a:lnTo>
                  <a:pt x="709085" y="276756"/>
                </a:lnTo>
                <a:lnTo>
                  <a:pt x="752860" y="325953"/>
                </a:lnTo>
                <a:lnTo>
                  <a:pt x="718680" y="352974"/>
                </a:lnTo>
                <a:lnTo>
                  <a:pt x="728763" y="368917"/>
                </a:lnTo>
                <a:lnTo>
                  <a:pt x="710261" y="385977"/>
                </a:lnTo>
                <a:lnTo>
                  <a:pt x="711786" y="429140"/>
                </a:lnTo>
                <a:lnTo>
                  <a:pt x="694069" y="451609"/>
                </a:lnTo>
                <a:lnTo>
                  <a:pt x="674402" y="430726"/>
                </a:lnTo>
                <a:lnTo>
                  <a:pt x="660501" y="447118"/>
                </a:lnTo>
                <a:lnTo>
                  <a:pt x="642494" y="437011"/>
                </a:lnTo>
                <a:lnTo>
                  <a:pt x="615838" y="449456"/>
                </a:lnTo>
                <a:lnTo>
                  <a:pt x="580386" y="429771"/>
                </a:lnTo>
                <a:lnTo>
                  <a:pt x="499229" y="476226"/>
                </a:lnTo>
                <a:lnTo>
                  <a:pt x="460882" y="443978"/>
                </a:lnTo>
                <a:lnTo>
                  <a:pt x="427662" y="440233"/>
                </a:lnTo>
                <a:lnTo>
                  <a:pt x="434215" y="420221"/>
                </a:lnTo>
                <a:lnTo>
                  <a:pt x="399287" y="372961"/>
                </a:lnTo>
                <a:lnTo>
                  <a:pt x="341042" y="411341"/>
                </a:lnTo>
                <a:lnTo>
                  <a:pt x="254926" y="391675"/>
                </a:lnTo>
                <a:lnTo>
                  <a:pt x="240560" y="368875"/>
                </a:lnTo>
                <a:lnTo>
                  <a:pt x="242548" y="341708"/>
                </a:lnTo>
                <a:lnTo>
                  <a:pt x="256431" y="334159"/>
                </a:lnTo>
                <a:lnTo>
                  <a:pt x="203965" y="340151"/>
                </a:lnTo>
                <a:lnTo>
                  <a:pt x="229105" y="309907"/>
                </a:lnTo>
                <a:lnTo>
                  <a:pt x="197530" y="331891"/>
                </a:lnTo>
                <a:lnTo>
                  <a:pt x="172655" y="313687"/>
                </a:lnTo>
                <a:lnTo>
                  <a:pt x="210368" y="269752"/>
                </a:lnTo>
                <a:lnTo>
                  <a:pt x="151613" y="243470"/>
                </a:lnTo>
                <a:lnTo>
                  <a:pt x="142732" y="179505"/>
                </a:lnTo>
                <a:lnTo>
                  <a:pt x="97949" y="208986"/>
                </a:lnTo>
                <a:lnTo>
                  <a:pt x="0" y="147118"/>
                </a:lnTo>
                <a:lnTo>
                  <a:pt x="28707" y="115708"/>
                </a:lnTo>
                <a:lnTo>
                  <a:pt x="34677" y="123993"/>
                </a:lnTo>
                <a:lnTo>
                  <a:pt x="47213" y="115295"/>
                </a:lnTo>
                <a:lnTo>
                  <a:pt x="47711" y="128234"/>
                </a:lnTo>
                <a:lnTo>
                  <a:pt x="47711" y="1282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map-line"/>
          <p:cNvSpPr/>
          <p:nvPr/>
        </p:nvSpPr>
        <p:spPr>
          <a:xfrm>
            <a:off x="3607705" y="5418058"/>
            <a:ext cx="5123" cy="9753"/>
          </a:xfrm>
          <a:custGeom>
            <a:avLst/>
            <a:gdLst/>
            <a:ahLst/>
            <a:cxnLst/>
            <a:rect l="0" t="0" r="r" b="b"/>
            <a:pathLst>
              <a:path w="5123" h="9753">
                <a:moveTo>
                  <a:pt x="5123" y="0"/>
                </a:moveTo>
                <a:lnTo>
                  <a:pt x="0" y="9753"/>
                </a:lnTo>
                <a:lnTo>
                  <a:pt x="5123" y="0"/>
                </a:lnTo>
                <a:lnTo>
                  <a:pt x="512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map-line"/>
          <p:cNvSpPr/>
          <p:nvPr/>
        </p:nvSpPr>
        <p:spPr>
          <a:xfrm>
            <a:off x="2862188" y="5002357"/>
            <a:ext cx="440786" cy="364083"/>
          </a:xfrm>
          <a:custGeom>
            <a:avLst/>
            <a:gdLst/>
            <a:ahLst/>
            <a:cxnLst/>
            <a:rect l="0" t="0" r="r" b="b"/>
            <a:pathLst>
              <a:path w="440786" h="364083">
                <a:moveTo>
                  <a:pt x="440786" y="244536"/>
                </a:moveTo>
                <a:lnTo>
                  <a:pt x="424631" y="288196"/>
                </a:lnTo>
                <a:lnTo>
                  <a:pt x="328204" y="298936"/>
                </a:lnTo>
                <a:lnTo>
                  <a:pt x="283059" y="343983"/>
                </a:lnTo>
                <a:lnTo>
                  <a:pt x="253854" y="332673"/>
                </a:lnTo>
                <a:lnTo>
                  <a:pt x="225147" y="364083"/>
                </a:lnTo>
                <a:lnTo>
                  <a:pt x="210438" y="343968"/>
                </a:lnTo>
                <a:lnTo>
                  <a:pt x="198062" y="352003"/>
                </a:lnTo>
                <a:lnTo>
                  <a:pt x="172672" y="329522"/>
                </a:lnTo>
                <a:lnTo>
                  <a:pt x="162069" y="336283"/>
                </a:lnTo>
                <a:lnTo>
                  <a:pt x="130802" y="322195"/>
                </a:lnTo>
                <a:lnTo>
                  <a:pt x="125967" y="333732"/>
                </a:lnTo>
                <a:lnTo>
                  <a:pt x="96202" y="333424"/>
                </a:lnTo>
                <a:lnTo>
                  <a:pt x="46448" y="360368"/>
                </a:lnTo>
                <a:lnTo>
                  <a:pt x="22455" y="310774"/>
                </a:lnTo>
                <a:lnTo>
                  <a:pt x="0" y="302233"/>
                </a:lnTo>
                <a:lnTo>
                  <a:pt x="21554" y="229793"/>
                </a:lnTo>
                <a:lnTo>
                  <a:pt x="61491" y="216351"/>
                </a:lnTo>
                <a:lnTo>
                  <a:pt x="75160" y="192165"/>
                </a:lnTo>
                <a:lnTo>
                  <a:pt x="91774" y="198611"/>
                </a:lnTo>
                <a:lnTo>
                  <a:pt x="103611" y="186775"/>
                </a:lnTo>
                <a:lnTo>
                  <a:pt x="87949" y="173897"/>
                </a:lnTo>
                <a:lnTo>
                  <a:pt x="83806" y="140621"/>
                </a:lnTo>
                <a:lnTo>
                  <a:pt x="114823" y="120856"/>
                </a:lnTo>
                <a:lnTo>
                  <a:pt x="118516" y="62549"/>
                </a:lnTo>
                <a:lnTo>
                  <a:pt x="125719" y="53740"/>
                </a:lnTo>
                <a:lnTo>
                  <a:pt x="136606" y="64039"/>
                </a:lnTo>
                <a:lnTo>
                  <a:pt x="138567" y="45910"/>
                </a:lnTo>
                <a:lnTo>
                  <a:pt x="172312" y="57752"/>
                </a:lnTo>
                <a:lnTo>
                  <a:pt x="172189" y="21455"/>
                </a:lnTo>
                <a:lnTo>
                  <a:pt x="193876" y="4366"/>
                </a:lnTo>
                <a:lnTo>
                  <a:pt x="221698" y="16379"/>
                </a:lnTo>
                <a:lnTo>
                  <a:pt x="255452" y="0"/>
                </a:lnTo>
                <a:lnTo>
                  <a:pt x="263829" y="13956"/>
                </a:lnTo>
                <a:lnTo>
                  <a:pt x="290396" y="12301"/>
                </a:lnTo>
                <a:lnTo>
                  <a:pt x="341742" y="76434"/>
                </a:lnTo>
                <a:lnTo>
                  <a:pt x="373291" y="55154"/>
                </a:lnTo>
                <a:lnTo>
                  <a:pt x="406697" y="107988"/>
                </a:lnTo>
                <a:lnTo>
                  <a:pt x="408031" y="152803"/>
                </a:lnTo>
                <a:lnTo>
                  <a:pt x="391703" y="194276"/>
                </a:lnTo>
                <a:lnTo>
                  <a:pt x="440786" y="244536"/>
                </a:lnTo>
                <a:lnTo>
                  <a:pt x="440786" y="24453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map-line"/>
          <p:cNvSpPr/>
          <p:nvPr/>
        </p:nvSpPr>
        <p:spPr>
          <a:xfrm>
            <a:off x="2780088" y="5271377"/>
            <a:ext cx="327071" cy="460887"/>
          </a:xfrm>
          <a:custGeom>
            <a:avLst/>
            <a:gdLst/>
            <a:ahLst/>
            <a:cxnLst/>
            <a:rect l="0" t="0" r="r" b="b"/>
            <a:pathLst>
              <a:path w="327071" h="460887">
                <a:moveTo>
                  <a:pt x="126554" y="90652"/>
                </a:moveTo>
                <a:lnTo>
                  <a:pt x="165747" y="70101"/>
                </a:lnTo>
                <a:lnTo>
                  <a:pt x="193386" y="89578"/>
                </a:lnTo>
                <a:lnTo>
                  <a:pt x="198737" y="108523"/>
                </a:lnTo>
                <a:lnTo>
                  <a:pt x="161898" y="150350"/>
                </a:lnTo>
                <a:lnTo>
                  <a:pt x="168265" y="172472"/>
                </a:lnTo>
                <a:lnTo>
                  <a:pt x="214033" y="180570"/>
                </a:lnTo>
                <a:lnTo>
                  <a:pt x="233336" y="208222"/>
                </a:lnTo>
                <a:lnTo>
                  <a:pt x="234340" y="240287"/>
                </a:lnTo>
                <a:lnTo>
                  <a:pt x="297868" y="294848"/>
                </a:lnTo>
                <a:lnTo>
                  <a:pt x="280654" y="318748"/>
                </a:lnTo>
                <a:lnTo>
                  <a:pt x="314037" y="332997"/>
                </a:lnTo>
                <a:lnTo>
                  <a:pt x="327071" y="362076"/>
                </a:lnTo>
                <a:lnTo>
                  <a:pt x="310614" y="399479"/>
                </a:lnTo>
                <a:lnTo>
                  <a:pt x="316673" y="420579"/>
                </a:lnTo>
                <a:lnTo>
                  <a:pt x="294334" y="406245"/>
                </a:lnTo>
                <a:lnTo>
                  <a:pt x="265877" y="424191"/>
                </a:lnTo>
                <a:lnTo>
                  <a:pt x="176775" y="419337"/>
                </a:lnTo>
                <a:lnTo>
                  <a:pt x="159914" y="447029"/>
                </a:lnTo>
                <a:lnTo>
                  <a:pt x="130404" y="444890"/>
                </a:lnTo>
                <a:lnTo>
                  <a:pt x="101968" y="460887"/>
                </a:lnTo>
                <a:lnTo>
                  <a:pt x="67183" y="428616"/>
                </a:lnTo>
                <a:lnTo>
                  <a:pt x="64855" y="399473"/>
                </a:lnTo>
                <a:lnTo>
                  <a:pt x="46457" y="399129"/>
                </a:lnTo>
                <a:lnTo>
                  <a:pt x="54559" y="376250"/>
                </a:lnTo>
                <a:lnTo>
                  <a:pt x="23521" y="355253"/>
                </a:lnTo>
                <a:lnTo>
                  <a:pt x="35085" y="333923"/>
                </a:lnTo>
                <a:lnTo>
                  <a:pt x="10567" y="309458"/>
                </a:lnTo>
                <a:lnTo>
                  <a:pt x="61474" y="220503"/>
                </a:lnTo>
                <a:lnTo>
                  <a:pt x="19671" y="188019"/>
                </a:lnTo>
                <a:lnTo>
                  <a:pt x="21340" y="141370"/>
                </a:lnTo>
                <a:lnTo>
                  <a:pt x="0" y="103344"/>
                </a:lnTo>
                <a:lnTo>
                  <a:pt x="64216" y="13490"/>
                </a:lnTo>
                <a:lnTo>
                  <a:pt x="86399" y="0"/>
                </a:lnTo>
                <a:lnTo>
                  <a:pt x="94055" y="18044"/>
                </a:lnTo>
                <a:lnTo>
                  <a:pt x="82316" y="33922"/>
                </a:lnTo>
                <a:lnTo>
                  <a:pt x="104555" y="41754"/>
                </a:lnTo>
                <a:lnTo>
                  <a:pt x="126554" y="90652"/>
                </a:lnTo>
                <a:lnTo>
                  <a:pt x="126554" y="9065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map-line"/>
          <p:cNvSpPr/>
          <p:nvPr/>
        </p:nvSpPr>
        <p:spPr>
          <a:xfrm>
            <a:off x="2444635" y="5549485"/>
            <a:ext cx="457981" cy="377871"/>
          </a:xfrm>
          <a:custGeom>
            <a:avLst/>
            <a:gdLst/>
            <a:ahLst/>
            <a:cxnLst/>
            <a:rect l="0" t="0" r="r" b="b"/>
            <a:pathLst>
              <a:path w="457981" h="377871">
                <a:moveTo>
                  <a:pt x="59836" y="245844"/>
                </a:moveTo>
                <a:lnTo>
                  <a:pt x="67395" y="193581"/>
                </a:lnTo>
                <a:lnTo>
                  <a:pt x="42860" y="183056"/>
                </a:lnTo>
                <a:lnTo>
                  <a:pt x="27467" y="191569"/>
                </a:lnTo>
                <a:lnTo>
                  <a:pt x="0" y="171059"/>
                </a:lnTo>
                <a:lnTo>
                  <a:pt x="14157" y="140910"/>
                </a:lnTo>
                <a:lnTo>
                  <a:pt x="6390" y="125778"/>
                </a:lnTo>
                <a:lnTo>
                  <a:pt x="32473" y="108714"/>
                </a:lnTo>
                <a:lnTo>
                  <a:pt x="30447" y="94358"/>
                </a:lnTo>
                <a:lnTo>
                  <a:pt x="56765" y="78670"/>
                </a:lnTo>
                <a:lnTo>
                  <a:pt x="57419" y="60104"/>
                </a:lnTo>
                <a:lnTo>
                  <a:pt x="80196" y="49005"/>
                </a:lnTo>
                <a:lnTo>
                  <a:pt x="80238" y="36323"/>
                </a:lnTo>
                <a:lnTo>
                  <a:pt x="108959" y="22553"/>
                </a:lnTo>
                <a:lnTo>
                  <a:pt x="129656" y="30910"/>
                </a:lnTo>
                <a:lnTo>
                  <a:pt x="129784" y="13408"/>
                </a:lnTo>
                <a:lnTo>
                  <a:pt x="151849" y="0"/>
                </a:lnTo>
                <a:lnTo>
                  <a:pt x="184052" y="30465"/>
                </a:lnTo>
                <a:lnTo>
                  <a:pt x="245255" y="16104"/>
                </a:lnTo>
                <a:lnTo>
                  <a:pt x="275031" y="36085"/>
                </a:lnTo>
                <a:lnTo>
                  <a:pt x="294841" y="29828"/>
                </a:lnTo>
                <a:lnTo>
                  <a:pt x="287344" y="13445"/>
                </a:lnTo>
                <a:lnTo>
                  <a:pt x="351784" y="30572"/>
                </a:lnTo>
                <a:lnTo>
                  <a:pt x="354009" y="47711"/>
                </a:lnTo>
                <a:lnTo>
                  <a:pt x="370538" y="55814"/>
                </a:lnTo>
                <a:lnTo>
                  <a:pt x="358974" y="77145"/>
                </a:lnTo>
                <a:lnTo>
                  <a:pt x="390012" y="98141"/>
                </a:lnTo>
                <a:lnTo>
                  <a:pt x="381910" y="121020"/>
                </a:lnTo>
                <a:lnTo>
                  <a:pt x="401149" y="122516"/>
                </a:lnTo>
                <a:lnTo>
                  <a:pt x="402161" y="149468"/>
                </a:lnTo>
                <a:lnTo>
                  <a:pt x="435483" y="199950"/>
                </a:lnTo>
                <a:lnTo>
                  <a:pt x="422151" y="209265"/>
                </a:lnTo>
                <a:lnTo>
                  <a:pt x="428811" y="231766"/>
                </a:lnTo>
                <a:lnTo>
                  <a:pt x="457981" y="249138"/>
                </a:lnTo>
                <a:lnTo>
                  <a:pt x="421778" y="268857"/>
                </a:lnTo>
                <a:lnTo>
                  <a:pt x="428318" y="296803"/>
                </a:lnTo>
                <a:lnTo>
                  <a:pt x="415295" y="319198"/>
                </a:lnTo>
                <a:lnTo>
                  <a:pt x="392673" y="318892"/>
                </a:lnTo>
                <a:lnTo>
                  <a:pt x="382173" y="339060"/>
                </a:lnTo>
                <a:lnTo>
                  <a:pt x="337231" y="327955"/>
                </a:lnTo>
                <a:lnTo>
                  <a:pt x="334172" y="317109"/>
                </a:lnTo>
                <a:lnTo>
                  <a:pt x="326776" y="334296"/>
                </a:lnTo>
                <a:lnTo>
                  <a:pt x="352090" y="337950"/>
                </a:lnTo>
                <a:lnTo>
                  <a:pt x="353547" y="359810"/>
                </a:lnTo>
                <a:lnTo>
                  <a:pt x="334300" y="367466"/>
                </a:lnTo>
                <a:lnTo>
                  <a:pt x="321751" y="342187"/>
                </a:lnTo>
                <a:lnTo>
                  <a:pt x="312801" y="375971"/>
                </a:lnTo>
                <a:lnTo>
                  <a:pt x="285332" y="377871"/>
                </a:lnTo>
                <a:lnTo>
                  <a:pt x="211588" y="311085"/>
                </a:lnTo>
                <a:lnTo>
                  <a:pt x="174966" y="335069"/>
                </a:lnTo>
                <a:lnTo>
                  <a:pt x="145472" y="333977"/>
                </a:lnTo>
                <a:lnTo>
                  <a:pt x="130348" y="277810"/>
                </a:lnTo>
                <a:lnTo>
                  <a:pt x="100081" y="273697"/>
                </a:lnTo>
                <a:lnTo>
                  <a:pt x="101743" y="264092"/>
                </a:lnTo>
                <a:lnTo>
                  <a:pt x="77384" y="278432"/>
                </a:lnTo>
                <a:lnTo>
                  <a:pt x="59836" y="245844"/>
                </a:lnTo>
                <a:lnTo>
                  <a:pt x="59836" y="24584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map-line"/>
          <p:cNvSpPr/>
          <p:nvPr/>
        </p:nvSpPr>
        <p:spPr>
          <a:xfrm>
            <a:off x="2869430" y="5821895"/>
            <a:ext cx="5605" cy="9279"/>
          </a:xfrm>
          <a:custGeom>
            <a:avLst/>
            <a:gdLst/>
            <a:ahLst/>
            <a:cxnLst/>
            <a:rect l="0" t="0" r="r" b="b"/>
            <a:pathLst>
              <a:path w="5605" h="9279">
                <a:moveTo>
                  <a:pt x="5605" y="0"/>
                </a:moveTo>
                <a:lnTo>
                  <a:pt x="0" y="9279"/>
                </a:lnTo>
                <a:lnTo>
                  <a:pt x="5605" y="0"/>
                </a:lnTo>
                <a:lnTo>
                  <a:pt x="5605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map-line"/>
          <p:cNvSpPr/>
          <p:nvPr/>
        </p:nvSpPr>
        <p:spPr>
          <a:xfrm>
            <a:off x="2941823" y="5324592"/>
            <a:ext cx="402436" cy="324821"/>
          </a:xfrm>
          <a:custGeom>
            <a:avLst/>
            <a:gdLst/>
            <a:ahLst/>
            <a:cxnLst/>
            <a:rect l="0" t="0" r="r" b="b"/>
            <a:pathLst>
              <a:path w="402436" h="324821">
                <a:moveTo>
                  <a:pt x="288243" y="74235"/>
                </a:moveTo>
                <a:lnTo>
                  <a:pt x="297124" y="138200"/>
                </a:lnTo>
                <a:lnTo>
                  <a:pt x="355880" y="164483"/>
                </a:lnTo>
                <a:lnTo>
                  <a:pt x="319034" y="203510"/>
                </a:lnTo>
                <a:lnTo>
                  <a:pt x="325140" y="218101"/>
                </a:lnTo>
                <a:lnTo>
                  <a:pt x="343041" y="226621"/>
                </a:lnTo>
                <a:lnTo>
                  <a:pt x="374616" y="204637"/>
                </a:lnTo>
                <a:lnTo>
                  <a:pt x="344910" y="232308"/>
                </a:lnTo>
                <a:lnTo>
                  <a:pt x="402436" y="229429"/>
                </a:lnTo>
                <a:lnTo>
                  <a:pt x="387603" y="237448"/>
                </a:lnTo>
                <a:lnTo>
                  <a:pt x="382222" y="285419"/>
                </a:lnTo>
                <a:lnTo>
                  <a:pt x="345472" y="275382"/>
                </a:lnTo>
                <a:lnTo>
                  <a:pt x="323817" y="290059"/>
                </a:lnTo>
                <a:lnTo>
                  <a:pt x="327071" y="311364"/>
                </a:lnTo>
                <a:lnTo>
                  <a:pt x="294191" y="317105"/>
                </a:lnTo>
                <a:lnTo>
                  <a:pt x="237333" y="279385"/>
                </a:lnTo>
                <a:lnTo>
                  <a:pt x="192333" y="324821"/>
                </a:lnTo>
                <a:lnTo>
                  <a:pt x="176926" y="305467"/>
                </a:lnTo>
                <a:lnTo>
                  <a:pt x="162031" y="306957"/>
                </a:lnTo>
                <a:lnTo>
                  <a:pt x="152301" y="279782"/>
                </a:lnTo>
                <a:lnTo>
                  <a:pt x="122483" y="274854"/>
                </a:lnTo>
                <a:lnTo>
                  <a:pt x="136543" y="242457"/>
                </a:lnTo>
                <a:lnTo>
                  <a:pt x="72604" y="187072"/>
                </a:lnTo>
                <a:lnTo>
                  <a:pt x="66222" y="143329"/>
                </a:lnTo>
                <a:lnTo>
                  <a:pt x="52297" y="127355"/>
                </a:lnTo>
                <a:lnTo>
                  <a:pt x="7864" y="121099"/>
                </a:lnTo>
                <a:lnTo>
                  <a:pt x="0" y="97717"/>
                </a:lnTo>
                <a:lnTo>
                  <a:pt x="37001" y="55308"/>
                </a:lnTo>
                <a:lnTo>
                  <a:pt x="9335" y="17221"/>
                </a:lnTo>
                <a:lnTo>
                  <a:pt x="46332" y="11497"/>
                </a:lnTo>
                <a:lnTo>
                  <a:pt x="50526" y="0"/>
                </a:lnTo>
                <a:lnTo>
                  <a:pt x="82433" y="14048"/>
                </a:lnTo>
                <a:lnTo>
                  <a:pt x="93037" y="7287"/>
                </a:lnTo>
                <a:lnTo>
                  <a:pt x="118426" y="29769"/>
                </a:lnTo>
                <a:lnTo>
                  <a:pt x="131791" y="22236"/>
                </a:lnTo>
                <a:lnTo>
                  <a:pt x="189877" y="77562"/>
                </a:lnTo>
                <a:lnTo>
                  <a:pt x="214344" y="77818"/>
                </a:lnTo>
                <a:lnTo>
                  <a:pt x="243461" y="103716"/>
                </a:lnTo>
                <a:lnTo>
                  <a:pt x="288243" y="74235"/>
                </a:lnTo>
                <a:lnTo>
                  <a:pt x="288243" y="7423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map-line"/>
          <p:cNvSpPr/>
          <p:nvPr/>
        </p:nvSpPr>
        <p:spPr>
          <a:xfrm>
            <a:off x="2866786" y="5588197"/>
            <a:ext cx="795869" cy="482959"/>
          </a:xfrm>
          <a:custGeom>
            <a:avLst/>
            <a:gdLst/>
            <a:ahLst/>
            <a:cxnLst/>
            <a:rect l="0" t="0" r="r" b="b"/>
            <a:pathLst>
              <a:path w="795869" h="482959">
                <a:moveTo>
                  <a:pt x="264480" y="466551"/>
                </a:moveTo>
                <a:lnTo>
                  <a:pt x="288438" y="451965"/>
                </a:lnTo>
                <a:lnTo>
                  <a:pt x="281630" y="432559"/>
                </a:lnTo>
                <a:lnTo>
                  <a:pt x="230799" y="455262"/>
                </a:lnTo>
                <a:lnTo>
                  <a:pt x="186258" y="443641"/>
                </a:lnTo>
                <a:lnTo>
                  <a:pt x="160338" y="463449"/>
                </a:lnTo>
                <a:lnTo>
                  <a:pt x="158788" y="481313"/>
                </a:lnTo>
                <a:lnTo>
                  <a:pt x="115632" y="444824"/>
                </a:lnTo>
                <a:lnTo>
                  <a:pt x="132529" y="433473"/>
                </a:lnTo>
                <a:lnTo>
                  <a:pt x="112342" y="423074"/>
                </a:lnTo>
                <a:lnTo>
                  <a:pt x="101215" y="310181"/>
                </a:lnTo>
                <a:lnTo>
                  <a:pt x="80916" y="280262"/>
                </a:lnTo>
                <a:lnTo>
                  <a:pt x="48368" y="285440"/>
                </a:lnTo>
                <a:lnTo>
                  <a:pt x="15507" y="248843"/>
                </a:lnTo>
                <a:lnTo>
                  <a:pt x="16821" y="226428"/>
                </a:lnTo>
                <a:lnTo>
                  <a:pt x="35830" y="210426"/>
                </a:lnTo>
                <a:lnTo>
                  <a:pt x="6660" y="193055"/>
                </a:lnTo>
                <a:lnTo>
                  <a:pt x="0" y="170554"/>
                </a:lnTo>
                <a:lnTo>
                  <a:pt x="13415" y="162033"/>
                </a:lnTo>
                <a:lnTo>
                  <a:pt x="620" y="154538"/>
                </a:lnTo>
                <a:lnTo>
                  <a:pt x="3875" y="141830"/>
                </a:lnTo>
                <a:lnTo>
                  <a:pt x="73216" y="130209"/>
                </a:lnTo>
                <a:lnTo>
                  <a:pt x="90077" y="102517"/>
                </a:lnTo>
                <a:lnTo>
                  <a:pt x="179179" y="107371"/>
                </a:lnTo>
                <a:lnTo>
                  <a:pt x="207636" y="89425"/>
                </a:lnTo>
                <a:lnTo>
                  <a:pt x="229975" y="103759"/>
                </a:lnTo>
                <a:lnTo>
                  <a:pt x="223916" y="82659"/>
                </a:lnTo>
                <a:lnTo>
                  <a:pt x="240373" y="45256"/>
                </a:lnTo>
                <a:lnTo>
                  <a:pt x="251964" y="41862"/>
                </a:lnTo>
                <a:lnTo>
                  <a:pt x="267370" y="61216"/>
                </a:lnTo>
                <a:lnTo>
                  <a:pt x="309652" y="16368"/>
                </a:lnTo>
                <a:lnTo>
                  <a:pt x="369229" y="53500"/>
                </a:lnTo>
                <a:lnTo>
                  <a:pt x="402109" y="47759"/>
                </a:lnTo>
                <a:lnTo>
                  <a:pt x="398855" y="26454"/>
                </a:lnTo>
                <a:lnTo>
                  <a:pt x="420510" y="11777"/>
                </a:lnTo>
                <a:lnTo>
                  <a:pt x="456453" y="22390"/>
                </a:lnTo>
                <a:lnTo>
                  <a:pt x="461109" y="0"/>
                </a:lnTo>
                <a:lnTo>
                  <a:pt x="481902" y="25947"/>
                </a:lnTo>
                <a:lnTo>
                  <a:pt x="561591" y="42466"/>
                </a:lnTo>
                <a:lnTo>
                  <a:pt x="619837" y="4086"/>
                </a:lnTo>
                <a:lnTo>
                  <a:pt x="654764" y="51346"/>
                </a:lnTo>
                <a:lnTo>
                  <a:pt x="648211" y="71358"/>
                </a:lnTo>
                <a:lnTo>
                  <a:pt x="692919" y="83563"/>
                </a:lnTo>
                <a:lnTo>
                  <a:pt x="784479" y="185221"/>
                </a:lnTo>
                <a:lnTo>
                  <a:pt x="795869" y="228034"/>
                </a:lnTo>
                <a:lnTo>
                  <a:pt x="770515" y="226733"/>
                </a:lnTo>
                <a:lnTo>
                  <a:pt x="726846" y="257308"/>
                </a:lnTo>
                <a:lnTo>
                  <a:pt x="676008" y="208062"/>
                </a:lnTo>
                <a:lnTo>
                  <a:pt x="648045" y="225764"/>
                </a:lnTo>
                <a:lnTo>
                  <a:pt x="643596" y="253397"/>
                </a:lnTo>
                <a:lnTo>
                  <a:pt x="631983" y="249474"/>
                </a:lnTo>
                <a:lnTo>
                  <a:pt x="602722" y="280527"/>
                </a:lnTo>
                <a:lnTo>
                  <a:pt x="534104" y="237233"/>
                </a:lnTo>
                <a:lnTo>
                  <a:pt x="502340" y="263153"/>
                </a:lnTo>
                <a:lnTo>
                  <a:pt x="472575" y="252461"/>
                </a:lnTo>
                <a:lnTo>
                  <a:pt x="458569" y="269163"/>
                </a:lnTo>
                <a:lnTo>
                  <a:pt x="475207" y="293583"/>
                </a:lnTo>
                <a:lnTo>
                  <a:pt x="446708" y="310758"/>
                </a:lnTo>
                <a:lnTo>
                  <a:pt x="450390" y="334915"/>
                </a:lnTo>
                <a:lnTo>
                  <a:pt x="435532" y="353050"/>
                </a:lnTo>
                <a:lnTo>
                  <a:pt x="443443" y="362813"/>
                </a:lnTo>
                <a:lnTo>
                  <a:pt x="374293" y="388264"/>
                </a:lnTo>
                <a:lnTo>
                  <a:pt x="377113" y="453651"/>
                </a:lnTo>
                <a:lnTo>
                  <a:pt x="352395" y="453625"/>
                </a:lnTo>
                <a:lnTo>
                  <a:pt x="294800" y="482959"/>
                </a:lnTo>
                <a:lnTo>
                  <a:pt x="264480" y="466551"/>
                </a:lnTo>
                <a:lnTo>
                  <a:pt x="264480" y="46655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map-line"/>
          <p:cNvSpPr/>
          <p:nvPr/>
        </p:nvSpPr>
        <p:spPr>
          <a:xfrm>
            <a:off x="2263020" y="5357329"/>
            <a:ext cx="312672" cy="351260"/>
          </a:xfrm>
          <a:custGeom>
            <a:avLst/>
            <a:gdLst/>
            <a:ahLst/>
            <a:cxnLst/>
            <a:rect l="0" t="0" r="r" b="b"/>
            <a:pathLst>
              <a:path w="312672" h="351260">
                <a:moveTo>
                  <a:pt x="188005" y="317934"/>
                </a:moveTo>
                <a:lnTo>
                  <a:pt x="166938" y="307877"/>
                </a:lnTo>
                <a:lnTo>
                  <a:pt x="150955" y="327485"/>
                </a:lnTo>
                <a:lnTo>
                  <a:pt x="122452" y="311155"/>
                </a:lnTo>
                <a:lnTo>
                  <a:pt x="119976" y="330036"/>
                </a:lnTo>
                <a:lnTo>
                  <a:pt x="92407" y="351260"/>
                </a:lnTo>
                <a:lnTo>
                  <a:pt x="61883" y="338386"/>
                </a:lnTo>
                <a:lnTo>
                  <a:pt x="60397" y="306611"/>
                </a:lnTo>
                <a:lnTo>
                  <a:pt x="49436" y="288855"/>
                </a:lnTo>
                <a:lnTo>
                  <a:pt x="35206" y="289815"/>
                </a:lnTo>
                <a:lnTo>
                  <a:pt x="44583" y="264658"/>
                </a:lnTo>
                <a:lnTo>
                  <a:pt x="36635" y="253079"/>
                </a:lnTo>
                <a:lnTo>
                  <a:pt x="58611" y="232804"/>
                </a:lnTo>
                <a:lnTo>
                  <a:pt x="27650" y="205937"/>
                </a:lnTo>
                <a:lnTo>
                  <a:pt x="8664" y="166453"/>
                </a:lnTo>
                <a:lnTo>
                  <a:pt x="17151" y="140870"/>
                </a:lnTo>
                <a:lnTo>
                  <a:pt x="1476" y="115719"/>
                </a:lnTo>
                <a:lnTo>
                  <a:pt x="12412" y="85046"/>
                </a:lnTo>
                <a:lnTo>
                  <a:pt x="0" y="65194"/>
                </a:lnTo>
                <a:lnTo>
                  <a:pt x="20654" y="55566"/>
                </a:lnTo>
                <a:lnTo>
                  <a:pt x="33103" y="26629"/>
                </a:lnTo>
                <a:lnTo>
                  <a:pt x="85537" y="29456"/>
                </a:lnTo>
                <a:lnTo>
                  <a:pt x="90479" y="0"/>
                </a:lnTo>
                <a:lnTo>
                  <a:pt x="97538" y="18059"/>
                </a:lnTo>
                <a:lnTo>
                  <a:pt x="133785" y="26795"/>
                </a:lnTo>
                <a:lnTo>
                  <a:pt x="164379" y="66300"/>
                </a:lnTo>
                <a:lnTo>
                  <a:pt x="183330" y="57255"/>
                </a:lnTo>
                <a:lnTo>
                  <a:pt x="203621" y="20817"/>
                </a:lnTo>
                <a:lnTo>
                  <a:pt x="209737" y="51854"/>
                </a:lnTo>
                <a:lnTo>
                  <a:pt x="266109" y="34289"/>
                </a:lnTo>
                <a:lnTo>
                  <a:pt x="277368" y="50855"/>
                </a:lnTo>
                <a:lnTo>
                  <a:pt x="274563" y="82873"/>
                </a:lnTo>
                <a:lnTo>
                  <a:pt x="296168" y="77630"/>
                </a:lnTo>
                <a:lnTo>
                  <a:pt x="309324" y="91961"/>
                </a:lnTo>
                <a:lnTo>
                  <a:pt x="298482" y="115231"/>
                </a:lnTo>
                <a:lnTo>
                  <a:pt x="312672" y="167071"/>
                </a:lnTo>
                <a:lnTo>
                  <a:pt x="286024" y="170753"/>
                </a:lnTo>
                <a:lnTo>
                  <a:pt x="268042" y="202954"/>
                </a:lnTo>
                <a:lnTo>
                  <a:pt x="267248" y="235182"/>
                </a:lnTo>
                <a:lnTo>
                  <a:pt x="248443" y="242149"/>
                </a:lnTo>
                <a:lnTo>
                  <a:pt x="238380" y="270826"/>
                </a:lnTo>
                <a:lnTo>
                  <a:pt x="188005" y="317934"/>
                </a:lnTo>
                <a:lnTo>
                  <a:pt x="188005" y="3179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map-line"/>
          <p:cNvSpPr/>
          <p:nvPr/>
        </p:nvSpPr>
        <p:spPr>
          <a:xfrm>
            <a:off x="3159017" y="5951009"/>
            <a:ext cx="284284" cy="282537"/>
          </a:xfrm>
          <a:custGeom>
            <a:avLst/>
            <a:gdLst/>
            <a:ahLst/>
            <a:cxnLst/>
            <a:rect l="0" t="0" r="r" b="b"/>
            <a:pathLst>
              <a:path w="284284" h="282537">
                <a:moveTo>
                  <a:pt x="284284" y="187786"/>
                </a:moveTo>
                <a:lnTo>
                  <a:pt x="240360" y="184130"/>
                </a:lnTo>
                <a:lnTo>
                  <a:pt x="222682" y="204158"/>
                </a:lnTo>
                <a:lnTo>
                  <a:pt x="165474" y="203997"/>
                </a:lnTo>
                <a:lnTo>
                  <a:pt x="152732" y="217591"/>
                </a:lnTo>
                <a:lnTo>
                  <a:pt x="169806" y="229162"/>
                </a:lnTo>
                <a:lnTo>
                  <a:pt x="180926" y="220730"/>
                </a:lnTo>
                <a:lnTo>
                  <a:pt x="172611" y="255356"/>
                </a:lnTo>
                <a:lnTo>
                  <a:pt x="148328" y="255291"/>
                </a:lnTo>
                <a:lnTo>
                  <a:pt x="142474" y="273303"/>
                </a:lnTo>
                <a:lnTo>
                  <a:pt x="122887" y="261898"/>
                </a:lnTo>
                <a:lnTo>
                  <a:pt x="110315" y="282537"/>
                </a:lnTo>
                <a:lnTo>
                  <a:pt x="115897" y="264484"/>
                </a:lnTo>
                <a:lnTo>
                  <a:pt x="105583" y="273723"/>
                </a:lnTo>
                <a:lnTo>
                  <a:pt x="89767" y="241976"/>
                </a:lnTo>
                <a:lnTo>
                  <a:pt x="42071" y="255974"/>
                </a:lnTo>
                <a:lnTo>
                  <a:pt x="11856" y="233038"/>
                </a:lnTo>
                <a:lnTo>
                  <a:pt x="0" y="178804"/>
                </a:lnTo>
                <a:lnTo>
                  <a:pt x="23267" y="133393"/>
                </a:lnTo>
                <a:lnTo>
                  <a:pt x="4924" y="136494"/>
                </a:lnTo>
                <a:lnTo>
                  <a:pt x="6427" y="119505"/>
                </a:lnTo>
                <a:lnTo>
                  <a:pt x="60164" y="90813"/>
                </a:lnTo>
                <a:lnTo>
                  <a:pt x="84882" y="90838"/>
                </a:lnTo>
                <a:lnTo>
                  <a:pt x="82062" y="25452"/>
                </a:lnTo>
                <a:lnTo>
                  <a:pt x="151212" y="0"/>
                </a:lnTo>
                <a:lnTo>
                  <a:pt x="173974" y="4675"/>
                </a:lnTo>
                <a:lnTo>
                  <a:pt x="196647" y="26647"/>
                </a:lnTo>
                <a:lnTo>
                  <a:pt x="242114" y="29274"/>
                </a:lnTo>
                <a:lnTo>
                  <a:pt x="272058" y="45699"/>
                </a:lnTo>
                <a:lnTo>
                  <a:pt x="258068" y="71770"/>
                </a:lnTo>
                <a:lnTo>
                  <a:pt x="283368" y="108159"/>
                </a:lnTo>
                <a:lnTo>
                  <a:pt x="268772" y="141570"/>
                </a:lnTo>
                <a:lnTo>
                  <a:pt x="284284" y="187786"/>
                </a:lnTo>
                <a:lnTo>
                  <a:pt x="284284" y="18778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map-line"/>
          <p:cNvSpPr/>
          <p:nvPr/>
        </p:nvSpPr>
        <p:spPr>
          <a:xfrm>
            <a:off x="2998716" y="4562081"/>
            <a:ext cx="997818" cy="983193"/>
          </a:xfrm>
          <a:custGeom>
            <a:avLst/>
            <a:gdLst/>
            <a:ahLst/>
            <a:cxnLst/>
            <a:rect l="0" t="0" r="r" b="b"/>
            <a:pathLst>
              <a:path w="997818" h="983193">
                <a:moveTo>
                  <a:pt x="548313" y="116680"/>
                </a:moveTo>
                <a:lnTo>
                  <a:pt x="503679" y="172401"/>
                </a:lnTo>
                <a:lnTo>
                  <a:pt x="512032" y="189978"/>
                </a:lnTo>
                <a:lnTo>
                  <a:pt x="484065" y="216423"/>
                </a:lnTo>
                <a:lnTo>
                  <a:pt x="496966" y="223603"/>
                </a:lnTo>
                <a:lnTo>
                  <a:pt x="479283" y="242973"/>
                </a:lnTo>
                <a:lnTo>
                  <a:pt x="478055" y="271409"/>
                </a:lnTo>
                <a:lnTo>
                  <a:pt x="508463" y="281236"/>
                </a:lnTo>
                <a:lnTo>
                  <a:pt x="499228" y="315471"/>
                </a:lnTo>
                <a:lnTo>
                  <a:pt x="507322" y="307375"/>
                </a:lnTo>
                <a:lnTo>
                  <a:pt x="512951" y="323880"/>
                </a:lnTo>
                <a:lnTo>
                  <a:pt x="537957" y="335813"/>
                </a:lnTo>
                <a:lnTo>
                  <a:pt x="542129" y="369252"/>
                </a:lnTo>
                <a:lnTo>
                  <a:pt x="573229" y="390031"/>
                </a:lnTo>
                <a:lnTo>
                  <a:pt x="588122" y="385436"/>
                </a:lnTo>
                <a:lnTo>
                  <a:pt x="621965" y="465756"/>
                </a:lnTo>
                <a:lnTo>
                  <a:pt x="654860" y="443650"/>
                </a:lnTo>
                <a:lnTo>
                  <a:pt x="669120" y="448189"/>
                </a:lnTo>
                <a:lnTo>
                  <a:pt x="671372" y="467902"/>
                </a:lnTo>
                <a:lnTo>
                  <a:pt x="694173" y="472304"/>
                </a:lnTo>
                <a:lnTo>
                  <a:pt x="684012" y="483966"/>
                </a:lnTo>
                <a:lnTo>
                  <a:pt x="701328" y="522185"/>
                </a:lnTo>
                <a:lnTo>
                  <a:pt x="729554" y="527825"/>
                </a:lnTo>
                <a:lnTo>
                  <a:pt x="738758" y="540332"/>
                </a:lnTo>
                <a:lnTo>
                  <a:pt x="731769" y="565491"/>
                </a:lnTo>
                <a:lnTo>
                  <a:pt x="751520" y="568248"/>
                </a:lnTo>
                <a:lnTo>
                  <a:pt x="767990" y="597064"/>
                </a:lnTo>
                <a:lnTo>
                  <a:pt x="779778" y="588021"/>
                </a:lnTo>
                <a:lnTo>
                  <a:pt x="799724" y="596714"/>
                </a:lnTo>
                <a:lnTo>
                  <a:pt x="818695" y="582810"/>
                </a:lnTo>
                <a:lnTo>
                  <a:pt x="843396" y="593582"/>
                </a:lnTo>
                <a:lnTo>
                  <a:pt x="850384" y="600972"/>
                </a:lnTo>
                <a:lnTo>
                  <a:pt x="838055" y="617132"/>
                </a:lnTo>
                <a:lnTo>
                  <a:pt x="891689" y="692259"/>
                </a:lnTo>
                <a:lnTo>
                  <a:pt x="941280" y="663071"/>
                </a:lnTo>
                <a:lnTo>
                  <a:pt x="961300" y="694048"/>
                </a:lnTo>
                <a:lnTo>
                  <a:pt x="946998" y="719382"/>
                </a:lnTo>
                <a:lnTo>
                  <a:pt x="966031" y="751578"/>
                </a:lnTo>
                <a:lnTo>
                  <a:pt x="992700" y="753173"/>
                </a:lnTo>
                <a:lnTo>
                  <a:pt x="997818" y="820562"/>
                </a:lnTo>
                <a:lnTo>
                  <a:pt x="968387" y="834704"/>
                </a:lnTo>
                <a:lnTo>
                  <a:pt x="964092" y="850951"/>
                </a:lnTo>
                <a:lnTo>
                  <a:pt x="942883" y="847936"/>
                </a:lnTo>
                <a:lnTo>
                  <a:pt x="902665" y="873875"/>
                </a:lnTo>
                <a:lnTo>
                  <a:pt x="871288" y="847460"/>
                </a:lnTo>
                <a:lnTo>
                  <a:pt x="859485" y="868696"/>
                </a:lnTo>
                <a:lnTo>
                  <a:pt x="867664" y="889417"/>
                </a:lnTo>
                <a:lnTo>
                  <a:pt x="902337" y="911241"/>
                </a:lnTo>
                <a:lnTo>
                  <a:pt x="855899" y="943392"/>
                </a:lnTo>
                <a:lnTo>
                  <a:pt x="859861" y="964432"/>
                </a:lnTo>
                <a:lnTo>
                  <a:pt x="841478" y="983193"/>
                </a:lnTo>
                <a:lnTo>
                  <a:pt x="797703" y="933996"/>
                </a:lnTo>
                <a:lnTo>
                  <a:pt x="756749" y="968044"/>
                </a:lnTo>
                <a:lnTo>
                  <a:pt x="729580" y="951789"/>
                </a:lnTo>
                <a:lnTo>
                  <a:pt x="709900" y="960917"/>
                </a:lnTo>
                <a:lnTo>
                  <a:pt x="650343" y="902512"/>
                </a:lnTo>
                <a:lnTo>
                  <a:pt x="637271" y="905179"/>
                </a:lnTo>
                <a:lnTo>
                  <a:pt x="596771" y="857912"/>
                </a:lnTo>
                <a:lnTo>
                  <a:pt x="596975" y="833755"/>
                </a:lnTo>
                <a:lnTo>
                  <a:pt x="575662" y="801774"/>
                </a:lnTo>
                <a:lnTo>
                  <a:pt x="549596" y="798107"/>
                </a:lnTo>
                <a:lnTo>
                  <a:pt x="565055" y="779806"/>
                </a:lnTo>
                <a:lnTo>
                  <a:pt x="543400" y="779609"/>
                </a:lnTo>
                <a:lnTo>
                  <a:pt x="540071" y="754193"/>
                </a:lnTo>
                <a:lnTo>
                  <a:pt x="506099" y="752101"/>
                </a:lnTo>
                <a:lnTo>
                  <a:pt x="511722" y="715290"/>
                </a:lnTo>
                <a:lnTo>
                  <a:pt x="484427" y="699648"/>
                </a:lnTo>
                <a:lnTo>
                  <a:pt x="493076" y="662825"/>
                </a:lnTo>
                <a:lnTo>
                  <a:pt x="450091" y="698453"/>
                </a:lnTo>
                <a:lnTo>
                  <a:pt x="431277" y="678499"/>
                </a:lnTo>
                <a:lnTo>
                  <a:pt x="383335" y="669552"/>
                </a:lnTo>
                <a:lnTo>
                  <a:pt x="374126" y="656964"/>
                </a:lnTo>
                <a:lnTo>
                  <a:pt x="343778" y="688180"/>
                </a:lnTo>
                <a:lnTo>
                  <a:pt x="304257" y="684811"/>
                </a:lnTo>
                <a:lnTo>
                  <a:pt x="254440" y="632485"/>
                </a:lnTo>
                <a:lnTo>
                  <a:pt x="271502" y="593079"/>
                </a:lnTo>
                <a:lnTo>
                  <a:pt x="270169" y="548263"/>
                </a:lnTo>
                <a:lnTo>
                  <a:pt x="247640" y="506267"/>
                </a:lnTo>
                <a:lnTo>
                  <a:pt x="235406" y="495744"/>
                </a:lnTo>
                <a:lnTo>
                  <a:pt x="205214" y="516709"/>
                </a:lnTo>
                <a:lnTo>
                  <a:pt x="153868" y="452577"/>
                </a:lnTo>
                <a:lnTo>
                  <a:pt x="127300" y="454231"/>
                </a:lnTo>
                <a:lnTo>
                  <a:pt x="118923" y="440275"/>
                </a:lnTo>
                <a:lnTo>
                  <a:pt x="93117" y="448426"/>
                </a:lnTo>
                <a:lnTo>
                  <a:pt x="118998" y="365975"/>
                </a:lnTo>
                <a:lnTo>
                  <a:pt x="94291" y="348221"/>
                </a:lnTo>
                <a:lnTo>
                  <a:pt x="34754" y="357015"/>
                </a:lnTo>
                <a:lnTo>
                  <a:pt x="15402" y="337292"/>
                </a:lnTo>
                <a:lnTo>
                  <a:pt x="37968" y="309585"/>
                </a:lnTo>
                <a:lnTo>
                  <a:pt x="26746" y="278358"/>
                </a:lnTo>
                <a:lnTo>
                  <a:pt x="35972" y="264479"/>
                </a:lnTo>
                <a:lnTo>
                  <a:pt x="19413" y="238181"/>
                </a:lnTo>
                <a:lnTo>
                  <a:pt x="243" y="237220"/>
                </a:lnTo>
                <a:lnTo>
                  <a:pt x="0" y="220014"/>
                </a:lnTo>
                <a:lnTo>
                  <a:pt x="20335" y="210716"/>
                </a:lnTo>
                <a:lnTo>
                  <a:pt x="10934" y="202378"/>
                </a:lnTo>
                <a:lnTo>
                  <a:pt x="17092" y="162991"/>
                </a:lnTo>
                <a:lnTo>
                  <a:pt x="54207" y="157667"/>
                </a:lnTo>
                <a:lnTo>
                  <a:pt x="87591" y="187605"/>
                </a:lnTo>
                <a:lnTo>
                  <a:pt x="110476" y="178936"/>
                </a:lnTo>
                <a:lnTo>
                  <a:pt x="112650" y="159082"/>
                </a:lnTo>
                <a:lnTo>
                  <a:pt x="121234" y="175527"/>
                </a:lnTo>
                <a:lnTo>
                  <a:pt x="146303" y="158873"/>
                </a:lnTo>
                <a:lnTo>
                  <a:pt x="154991" y="169039"/>
                </a:lnTo>
                <a:lnTo>
                  <a:pt x="162761" y="161929"/>
                </a:lnTo>
                <a:lnTo>
                  <a:pt x="151199" y="144939"/>
                </a:lnTo>
                <a:lnTo>
                  <a:pt x="190967" y="117392"/>
                </a:lnTo>
                <a:lnTo>
                  <a:pt x="181235" y="87349"/>
                </a:lnTo>
                <a:lnTo>
                  <a:pt x="253902" y="54475"/>
                </a:lnTo>
                <a:lnTo>
                  <a:pt x="298429" y="10955"/>
                </a:lnTo>
                <a:lnTo>
                  <a:pt x="330769" y="24008"/>
                </a:lnTo>
                <a:lnTo>
                  <a:pt x="379974" y="12868"/>
                </a:lnTo>
                <a:lnTo>
                  <a:pt x="384495" y="0"/>
                </a:lnTo>
                <a:lnTo>
                  <a:pt x="462130" y="37824"/>
                </a:lnTo>
                <a:lnTo>
                  <a:pt x="490841" y="32321"/>
                </a:lnTo>
                <a:lnTo>
                  <a:pt x="517852" y="54345"/>
                </a:lnTo>
                <a:lnTo>
                  <a:pt x="518804" y="84569"/>
                </a:lnTo>
                <a:lnTo>
                  <a:pt x="548313" y="116680"/>
                </a:lnTo>
                <a:lnTo>
                  <a:pt x="548313" y="11668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map-line"/>
          <p:cNvSpPr/>
          <p:nvPr/>
        </p:nvSpPr>
        <p:spPr>
          <a:xfrm>
            <a:off x="3490401" y="4750297"/>
            <a:ext cx="360" cy="9818"/>
          </a:xfrm>
          <a:custGeom>
            <a:avLst/>
            <a:gdLst/>
            <a:ahLst/>
            <a:cxnLst/>
            <a:rect l="0" t="0" r="r" b="b"/>
            <a:pathLst>
              <a:path w="360" h="9818">
                <a:moveTo>
                  <a:pt x="0" y="9818"/>
                </a:moveTo>
                <a:lnTo>
                  <a:pt x="251" y="0"/>
                </a:lnTo>
                <a:lnTo>
                  <a:pt x="0" y="9818"/>
                </a:lnTo>
                <a:lnTo>
                  <a:pt x="0" y="981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map-line"/>
          <p:cNvSpPr/>
          <p:nvPr/>
        </p:nvSpPr>
        <p:spPr>
          <a:xfrm>
            <a:off x="3607705" y="5418058"/>
            <a:ext cx="5123" cy="9753"/>
          </a:xfrm>
          <a:custGeom>
            <a:avLst/>
            <a:gdLst/>
            <a:ahLst/>
            <a:cxnLst/>
            <a:rect l="0" t="0" r="r" b="b"/>
            <a:pathLst>
              <a:path w="5123" h="9753">
                <a:moveTo>
                  <a:pt x="0" y="9753"/>
                </a:moveTo>
                <a:lnTo>
                  <a:pt x="5123" y="0"/>
                </a:lnTo>
                <a:lnTo>
                  <a:pt x="0" y="9753"/>
                </a:lnTo>
                <a:lnTo>
                  <a:pt x="0" y="975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map-line"/>
          <p:cNvSpPr/>
          <p:nvPr/>
        </p:nvSpPr>
        <p:spPr>
          <a:xfrm>
            <a:off x="2471722" y="4390029"/>
            <a:ext cx="564962" cy="505670"/>
          </a:xfrm>
          <a:custGeom>
            <a:avLst/>
            <a:gdLst/>
            <a:ahLst/>
            <a:cxnLst/>
            <a:rect l="0" t="0" r="r" b="b"/>
            <a:pathLst>
              <a:path w="564962" h="505670">
                <a:moveTo>
                  <a:pt x="549278" y="330664"/>
                </a:moveTo>
                <a:lnTo>
                  <a:pt x="549009" y="347885"/>
                </a:lnTo>
                <a:lnTo>
                  <a:pt x="537120" y="350816"/>
                </a:lnTo>
                <a:lnTo>
                  <a:pt x="547330" y="382768"/>
                </a:lnTo>
                <a:lnTo>
                  <a:pt x="526994" y="392067"/>
                </a:lnTo>
                <a:lnTo>
                  <a:pt x="527237" y="409272"/>
                </a:lnTo>
                <a:lnTo>
                  <a:pt x="546407" y="410233"/>
                </a:lnTo>
                <a:lnTo>
                  <a:pt x="562966" y="436531"/>
                </a:lnTo>
                <a:lnTo>
                  <a:pt x="553740" y="450410"/>
                </a:lnTo>
                <a:lnTo>
                  <a:pt x="564962" y="481637"/>
                </a:lnTo>
                <a:lnTo>
                  <a:pt x="555871" y="502180"/>
                </a:lnTo>
                <a:lnTo>
                  <a:pt x="539067" y="505670"/>
                </a:lnTo>
                <a:lnTo>
                  <a:pt x="513002" y="497493"/>
                </a:lnTo>
                <a:lnTo>
                  <a:pt x="483232" y="453818"/>
                </a:lnTo>
                <a:lnTo>
                  <a:pt x="438608" y="457331"/>
                </a:lnTo>
                <a:lnTo>
                  <a:pt x="414775" y="423282"/>
                </a:lnTo>
                <a:lnTo>
                  <a:pt x="390287" y="435735"/>
                </a:lnTo>
                <a:lnTo>
                  <a:pt x="374781" y="366923"/>
                </a:lnTo>
                <a:lnTo>
                  <a:pt x="356561" y="364582"/>
                </a:lnTo>
                <a:lnTo>
                  <a:pt x="346728" y="347707"/>
                </a:lnTo>
                <a:lnTo>
                  <a:pt x="324232" y="346562"/>
                </a:lnTo>
                <a:lnTo>
                  <a:pt x="311534" y="374425"/>
                </a:lnTo>
                <a:lnTo>
                  <a:pt x="272331" y="381352"/>
                </a:lnTo>
                <a:lnTo>
                  <a:pt x="250687" y="370805"/>
                </a:lnTo>
                <a:lnTo>
                  <a:pt x="214674" y="391303"/>
                </a:lnTo>
                <a:lnTo>
                  <a:pt x="192922" y="348424"/>
                </a:lnTo>
                <a:lnTo>
                  <a:pt x="164278" y="348570"/>
                </a:lnTo>
                <a:lnTo>
                  <a:pt x="135082" y="336772"/>
                </a:lnTo>
                <a:lnTo>
                  <a:pt x="133852" y="321273"/>
                </a:lnTo>
                <a:lnTo>
                  <a:pt x="122746" y="330777"/>
                </a:lnTo>
                <a:lnTo>
                  <a:pt x="86692" y="313698"/>
                </a:lnTo>
                <a:lnTo>
                  <a:pt x="77884" y="292959"/>
                </a:lnTo>
                <a:lnTo>
                  <a:pt x="42316" y="294542"/>
                </a:lnTo>
                <a:lnTo>
                  <a:pt x="0" y="216124"/>
                </a:lnTo>
                <a:lnTo>
                  <a:pt x="33812" y="194248"/>
                </a:lnTo>
                <a:lnTo>
                  <a:pt x="52373" y="198275"/>
                </a:lnTo>
                <a:lnTo>
                  <a:pt x="52213" y="159731"/>
                </a:lnTo>
                <a:lnTo>
                  <a:pt x="100814" y="149462"/>
                </a:lnTo>
                <a:lnTo>
                  <a:pt x="116159" y="117561"/>
                </a:lnTo>
                <a:lnTo>
                  <a:pt x="138375" y="118910"/>
                </a:lnTo>
                <a:lnTo>
                  <a:pt x="118892" y="61620"/>
                </a:lnTo>
                <a:lnTo>
                  <a:pt x="136813" y="57770"/>
                </a:lnTo>
                <a:lnTo>
                  <a:pt x="127052" y="27491"/>
                </a:lnTo>
                <a:lnTo>
                  <a:pt x="152593" y="9983"/>
                </a:lnTo>
                <a:lnTo>
                  <a:pt x="223921" y="24418"/>
                </a:lnTo>
                <a:lnTo>
                  <a:pt x="253937" y="0"/>
                </a:lnTo>
                <a:lnTo>
                  <a:pt x="285016" y="47518"/>
                </a:lnTo>
                <a:lnTo>
                  <a:pt x="353273" y="40750"/>
                </a:lnTo>
                <a:lnTo>
                  <a:pt x="352336" y="72894"/>
                </a:lnTo>
                <a:lnTo>
                  <a:pt x="401157" y="70225"/>
                </a:lnTo>
                <a:lnTo>
                  <a:pt x="424869" y="54619"/>
                </a:lnTo>
                <a:lnTo>
                  <a:pt x="428916" y="80419"/>
                </a:lnTo>
                <a:lnTo>
                  <a:pt x="446877" y="80977"/>
                </a:lnTo>
                <a:lnTo>
                  <a:pt x="457780" y="97172"/>
                </a:lnTo>
                <a:lnTo>
                  <a:pt x="436519" y="130800"/>
                </a:lnTo>
                <a:lnTo>
                  <a:pt x="442815" y="166144"/>
                </a:lnTo>
                <a:lnTo>
                  <a:pt x="508607" y="162939"/>
                </a:lnTo>
                <a:lnTo>
                  <a:pt x="504837" y="193097"/>
                </a:lnTo>
                <a:lnTo>
                  <a:pt x="526299" y="208538"/>
                </a:lnTo>
                <a:lnTo>
                  <a:pt x="517108" y="269209"/>
                </a:lnTo>
                <a:lnTo>
                  <a:pt x="538214" y="283653"/>
                </a:lnTo>
                <a:lnTo>
                  <a:pt x="549278" y="330664"/>
                </a:lnTo>
                <a:lnTo>
                  <a:pt x="549278" y="33066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map-line"/>
          <p:cNvSpPr/>
          <p:nvPr/>
        </p:nvSpPr>
        <p:spPr>
          <a:xfrm>
            <a:off x="2320349" y="4636142"/>
            <a:ext cx="798018" cy="618699"/>
          </a:xfrm>
          <a:custGeom>
            <a:avLst/>
            <a:gdLst/>
            <a:ahLst/>
            <a:cxnLst/>
            <a:rect l="0" t="0" r="r" b="b"/>
            <a:pathLst>
              <a:path w="798018" h="618699">
                <a:moveTo>
                  <a:pt x="771484" y="374366"/>
                </a:moveTo>
                <a:lnTo>
                  <a:pt x="719396" y="380160"/>
                </a:lnTo>
                <a:lnTo>
                  <a:pt x="712964" y="424724"/>
                </a:lnTo>
                <a:lnTo>
                  <a:pt x="680406" y="412125"/>
                </a:lnTo>
                <a:lnTo>
                  <a:pt x="675665" y="431533"/>
                </a:lnTo>
                <a:lnTo>
                  <a:pt x="665851" y="420692"/>
                </a:lnTo>
                <a:lnTo>
                  <a:pt x="656662" y="487071"/>
                </a:lnTo>
                <a:lnTo>
                  <a:pt x="625645" y="506836"/>
                </a:lnTo>
                <a:lnTo>
                  <a:pt x="629788" y="540112"/>
                </a:lnTo>
                <a:lnTo>
                  <a:pt x="645450" y="552990"/>
                </a:lnTo>
                <a:lnTo>
                  <a:pt x="633613" y="564827"/>
                </a:lnTo>
                <a:lnTo>
                  <a:pt x="616999" y="558380"/>
                </a:lnTo>
                <a:lnTo>
                  <a:pt x="603330" y="582566"/>
                </a:lnTo>
                <a:lnTo>
                  <a:pt x="563953" y="595494"/>
                </a:lnTo>
                <a:lnTo>
                  <a:pt x="556403" y="618699"/>
                </a:lnTo>
                <a:lnTo>
                  <a:pt x="541954" y="599069"/>
                </a:lnTo>
                <a:lnTo>
                  <a:pt x="549742" y="554636"/>
                </a:lnTo>
                <a:lnTo>
                  <a:pt x="511970" y="556593"/>
                </a:lnTo>
                <a:lnTo>
                  <a:pt x="486324" y="532176"/>
                </a:lnTo>
                <a:lnTo>
                  <a:pt x="444845" y="550730"/>
                </a:lnTo>
                <a:lnTo>
                  <a:pt x="441167" y="524827"/>
                </a:lnTo>
                <a:lnTo>
                  <a:pt x="360365" y="490071"/>
                </a:lnTo>
                <a:lnTo>
                  <a:pt x="342431" y="427339"/>
                </a:lnTo>
                <a:lnTo>
                  <a:pt x="313789" y="453516"/>
                </a:lnTo>
                <a:lnTo>
                  <a:pt x="301001" y="443182"/>
                </a:lnTo>
                <a:lnTo>
                  <a:pt x="246608" y="457722"/>
                </a:lnTo>
                <a:lnTo>
                  <a:pt x="209808" y="415166"/>
                </a:lnTo>
                <a:lnTo>
                  <a:pt x="210076" y="365486"/>
                </a:lnTo>
                <a:lnTo>
                  <a:pt x="191089" y="337258"/>
                </a:lnTo>
                <a:lnTo>
                  <a:pt x="164693" y="345685"/>
                </a:lnTo>
                <a:lnTo>
                  <a:pt x="157543" y="329692"/>
                </a:lnTo>
                <a:lnTo>
                  <a:pt x="119205" y="336266"/>
                </a:lnTo>
                <a:lnTo>
                  <a:pt x="81466" y="316846"/>
                </a:lnTo>
                <a:lnTo>
                  <a:pt x="45779" y="239695"/>
                </a:lnTo>
                <a:lnTo>
                  <a:pt x="21931" y="220161"/>
                </a:lnTo>
                <a:lnTo>
                  <a:pt x="31142" y="196570"/>
                </a:lnTo>
                <a:lnTo>
                  <a:pt x="0" y="162032"/>
                </a:lnTo>
                <a:lnTo>
                  <a:pt x="30196" y="128090"/>
                </a:lnTo>
                <a:lnTo>
                  <a:pt x="53173" y="133792"/>
                </a:lnTo>
                <a:lnTo>
                  <a:pt x="91220" y="107505"/>
                </a:lnTo>
                <a:lnTo>
                  <a:pt x="93442" y="49517"/>
                </a:lnTo>
                <a:lnTo>
                  <a:pt x="127281" y="33334"/>
                </a:lnTo>
                <a:lnTo>
                  <a:pt x="114077" y="19967"/>
                </a:lnTo>
                <a:lnTo>
                  <a:pt x="126982" y="355"/>
                </a:lnTo>
                <a:lnTo>
                  <a:pt x="169424" y="0"/>
                </a:lnTo>
                <a:lnTo>
                  <a:pt x="193689" y="48429"/>
                </a:lnTo>
                <a:lnTo>
                  <a:pt x="229257" y="46847"/>
                </a:lnTo>
                <a:lnTo>
                  <a:pt x="238065" y="67585"/>
                </a:lnTo>
                <a:lnTo>
                  <a:pt x="274119" y="84665"/>
                </a:lnTo>
                <a:lnTo>
                  <a:pt x="285225" y="75161"/>
                </a:lnTo>
                <a:lnTo>
                  <a:pt x="286455" y="90660"/>
                </a:lnTo>
                <a:lnTo>
                  <a:pt x="315651" y="102458"/>
                </a:lnTo>
                <a:lnTo>
                  <a:pt x="344295" y="102311"/>
                </a:lnTo>
                <a:lnTo>
                  <a:pt x="366047" y="145191"/>
                </a:lnTo>
                <a:lnTo>
                  <a:pt x="402060" y="124692"/>
                </a:lnTo>
                <a:lnTo>
                  <a:pt x="423704" y="135240"/>
                </a:lnTo>
                <a:lnTo>
                  <a:pt x="462907" y="128312"/>
                </a:lnTo>
                <a:lnTo>
                  <a:pt x="475605" y="100450"/>
                </a:lnTo>
                <a:lnTo>
                  <a:pt x="498101" y="101594"/>
                </a:lnTo>
                <a:lnTo>
                  <a:pt x="507934" y="118470"/>
                </a:lnTo>
                <a:lnTo>
                  <a:pt x="526154" y="120810"/>
                </a:lnTo>
                <a:lnTo>
                  <a:pt x="542375" y="190152"/>
                </a:lnTo>
                <a:lnTo>
                  <a:pt x="564392" y="176835"/>
                </a:lnTo>
                <a:lnTo>
                  <a:pt x="589981" y="211218"/>
                </a:lnTo>
                <a:lnTo>
                  <a:pt x="634605" y="207705"/>
                </a:lnTo>
                <a:lnTo>
                  <a:pt x="664375" y="251381"/>
                </a:lnTo>
                <a:lnTo>
                  <a:pt x="693132" y="258782"/>
                </a:lnTo>
                <a:lnTo>
                  <a:pt x="711964" y="282552"/>
                </a:lnTo>
                <a:lnTo>
                  <a:pt x="778678" y="275718"/>
                </a:lnTo>
                <a:lnTo>
                  <a:pt x="798018" y="293796"/>
                </a:lnTo>
                <a:lnTo>
                  <a:pt x="771484" y="374366"/>
                </a:lnTo>
                <a:lnTo>
                  <a:pt x="771484" y="37436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map-line"/>
          <p:cNvSpPr/>
          <p:nvPr/>
        </p:nvSpPr>
        <p:spPr>
          <a:xfrm>
            <a:off x="2474472" y="5062964"/>
            <a:ext cx="402281" cy="522606"/>
          </a:xfrm>
          <a:custGeom>
            <a:avLst/>
            <a:gdLst/>
            <a:ahLst/>
            <a:cxnLst/>
            <a:rect l="0" t="0" r="r" b="b"/>
            <a:pathLst>
              <a:path w="402281" h="522606">
                <a:moveTo>
                  <a:pt x="77793" y="224245"/>
                </a:moveTo>
                <a:lnTo>
                  <a:pt x="73749" y="204464"/>
                </a:lnTo>
                <a:lnTo>
                  <a:pt x="36170" y="195185"/>
                </a:lnTo>
                <a:lnTo>
                  <a:pt x="25908" y="146487"/>
                </a:lnTo>
                <a:lnTo>
                  <a:pt x="0" y="133925"/>
                </a:lnTo>
                <a:lnTo>
                  <a:pt x="1899" y="111425"/>
                </a:lnTo>
                <a:lnTo>
                  <a:pt x="40072" y="81808"/>
                </a:lnTo>
                <a:lnTo>
                  <a:pt x="54904" y="86115"/>
                </a:lnTo>
                <a:lnTo>
                  <a:pt x="94103" y="29401"/>
                </a:lnTo>
                <a:lnTo>
                  <a:pt x="119103" y="31965"/>
                </a:lnTo>
                <a:lnTo>
                  <a:pt x="146879" y="16359"/>
                </a:lnTo>
                <a:lnTo>
                  <a:pt x="159666" y="26694"/>
                </a:lnTo>
                <a:lnTo>
                  <a:pt x="186865" y="0"/>
                </a:lnTo>
                <a:lnTo>
                  <a:pt x="199941" y="13375"/>
                </a:lnTo>
                <a:lnTo>
                  <a:pt x="206242" y="63248"/>
                </a:lnTo>
                <a:lnTo>
                  <a:pt x="287044" y="98004"/>
                </a:lnTo>
                <a:lnTo>
                  <a:pt x="290723" y="123908"/>
                </a:lnTo>
                <a:lnTo>
                  <a:pt x="332201" y="105353"/>
                </a:lnTo>
                <a:lnTo>
                  <a:pt x="357847" y="129771"/>
                </a:lnTo>
                <a:lnTo>
                  <a:pt x="379023" y="120519"/>
                </a:lnTo>
                <a:lnTo>
                  <a:pt x="396491" y="128699"/>
                </a:lnTo>
                <a:lnTo>
                  <a:pt x="387811" y="171828"/>
                </a:lnTo>
                <a:lnTo>
                  <a:pt x="402281" y="191876"/>
                </a:lnTo>
                <a:lnTo>
                  <a:pt x="398799" y="209643"/>
                </a:lnTo>
                <a:lnTo>
                  <a:pt x="369832" y="221903"/>
                </a:lnTo>
                <a:lnTo>
                  <a:pt x="305616" y="311757"/>
                </a:lnTo>
                <a:lnTo>
                  <a:pt x="326956" y="349783"/>
                </a:lnTo>
                <a:lnTo>
                  <a:pt x="325287" y="396431"/>
                </a:lnTo>
                <a:lnTo>
                  <a:pt x="367090" y="428916"/>
                </a:lnTo>
                <a:lnTo>
                  <a:pt x="316183" y="517871"/>
                </a:lnTo>
                <a:lnTo>
                  <a:pt x="257507" y="499966"/>
                </a:lnTo>
                <a:lnTo>
                  <a:pt x="265004" y="516349"/>
                </a:lnTo>
                <a:lnTo>
                  <a:pt x="245194" y="522606"/>
                </a:lnTo>
                <a:lnTo>
                  <a:pt x="215418" y="502625"/>
                </a:lnTo>
                <a:lnTo>
                  <a:pt x="154215" y="516986"/>
                </a:lnTo>
                <a:lnTo>
                  <a:pt x="122012" y="486521"/>
                </a:lnTo>
                <a:lnTo>
                  <a:pt x="99948" y="499929"/>
                </a:lnTo>
                <a:lnTo>
                  <a:pt x="99819" y="517431"/>
                </a:lnTo>
                <a:lnTo>
                  <a:pt x="60402" y="515392"/>
                </a:lnTo>
                <a:lnTo>
                  <a:pt x="56590" y="497319"/>
                </a:lnTo>
                <a:lnTo>
                  <a:pt x="74572" y="465119"/>
                </a:lnTo>
                <a:lnTo>
                  <a:pt x="104288" y="453130"/>
                </a:lnTo>
                <a:lnTo>
                  <a:pt x="87030" y="409596"/>
                </a:lnTo>
                <a:lnTo>
                  <a:pt x="97873" y="386326"/>
                </a:lnTo>
                <a:lnTo>
                  <a:pt x="84716" y="371996"/>
                </a:lnTo>
                <a:lnTo>
                  <a:pt x="63111" y="377239"/>
                </a:lnTo>
                <a:lnTo>
                  <a:pt x="54836" y="319020"/>
                </a:lnTo>
                <a:lnTo>
                  <a:pt x="68751" y="299597"/>
                </a:lnTo>
                <a:lnTo>
                  <a:pt x="116734" y="303562"/>
                </a:lnTo>
                <a:lnTo>
                  <a:pt x="136006" y="287145"/>
                </a:lnTo>
                <a:lnTo>
                  <a:pt x="151404" y="295727"/>
                </a:lnTo>
                <a:lnTo>
                  <a:pt x="188356" y="279772"/>
                </a:lnTo>
                <a:lnTo>
                  <a:pt x="223751" y="281309"/>
                </a:lnTo>
                <a:lnTo>
                  <a:pt x="236858" y="261053"/>
                </a:lnTo>
                <a:lnTo>
                  <a:pt x="222809" y="216579"/>
                </a:lnTo>
                <a:lnTo>
                  <a:pt x="186342" y="249289"/>
                </a:lnTo>
                <a:lnTo>
                  <a:pt x="164965" y="238961"/>
                </a:lnTo>
                <a:lnTo>
                  <a:pt x="139943" y="253177"/>
                </a:lnTo>
                <a:lnTo>
                  <a:pt x="133733" y="223662"/>
                </a:lnTo>
                <a:lnTo>
                  <a:pt x="108111" y="256127"/>
                </a:lnTo>
                <a:lnTo>
                  <a:pt x="77296" y="249182"/>
                </a:lnTo>
                <a:lnTo>
                  <a:pt x="77793" y="224245"/>
                </a:lnTo>
                <a:lnTo>
                  <a:pt x="77793" y="22424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map-line"/>
          <p:cNvSpPr/>
          <p:nvPr/>
        </p:nvSpPr>
        <p:spPr>
          <a:xfrm>
            <a:off x="2695160" y="5249999"/>
            <a:ext cx="11603" cy="15482"/>
          </a:xfrm>
          <a:custGeom>
            <a:avLst/>
            <a:gdLst/>
            <a:ahLst/>
            <a:cxnLst/>
            <a:rect l="0" t="0" r="r" b="b"/>
            <a:pathLst>
              <a:path w="11603" h="15482">
                <a:moveTo>
                  <a:pt x="0" y="15482"/>
                </a:moveTo>
                <a:lnTo>
                  <a:pt x="11603" y="0"/>
                </a:lnTo>
                <a:lnTo>
                  <a:pt x="0" y="15482"/>
                </a:lnTo>
                <a:lnTo>
                  <a:pt x="0" y="1548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map-line"/>
          <p:cNvSpPr/>
          <p:nvPr/>
        </p:nvSpPr>
        <p:spPr>
          <a:xfrm>
            <a:off x="2639065" y="5270039"/>
            <a:ext cx="16824" cy="13473"/>
          </a:xfrm>
          <a:custGeom>
            <a:avLst/>
            <a:gdLst/>
            <a:ahLst/>
            <a:cxnLst/>
            <a:rect l="0" t="0" r="r" b="b"/>
            <a:pathLst>
              <a:path w="16824" h="13473">
                <a:moveTo>
                  <a:pt x="0" y="10432"/>
                </a:moveTo>
                <a:lnTo>
                  <a:pt x="16824" y="13473"/>
                </a:lnTo>
                <a:lnTo>
                  <a:pt x="6695" y="0"/>
                </a:lnTo>
                <a:lnTo>
                  <a:pt x="0" y="10432"/>
                </a:lnTo>
                <a:lnTo>
                  <a:pt x="0" y="1043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map-line"/>
          <p:cNvSpPr/>
          <p:nvPr/>
        </p:nvSpPr>
        <p:spPr>
          <a:xfrm>
            <a:off x="2543223" y="5280850"/>
            <a:ext cx="168486" cy="85676"/>
          </a:xfrm>
          <a:custGeom>
            <a:avLst/>
            <a:gdLst/>
            <a:ahLst/>
            <a:cxnLst/>
            <a:rect l="0" t="0" r="r" b="b"/>
            <a:pathLst>
              <a:path w="168486" h="85676">
                <a:moveTo>
                  <a:pt x="0" y="81711"/>
                </a:moveTo>
                <a:lnTo>
                  <a:pt x="21737" y="37013"/>
                </a:lnTo>
                <a:lnTo>
                  <a:pt x="39360" y="38242"/>
                </a:lnTo>
                <a:lnTo>
                  <a:pt x="64982" y="5777"/>
                </a:lnTo>
                <a:lnTo>
                  <a:pt x="71192" y="35292"/>
                </a:lnTo>
                <a:lnTo>
                  <a:pt x="96214" y="21075"/>
                </a:lnTo>
                <a:lnTo>
                  <a:pt x="117591" y="31404"/>
                </a:lnTo>
                <a:lnTo>
                  <a:pt x="158889" y="0"/>
                </a:lnTo>
                <a:lnTo>
                  <a:pt x="153120" y="10232"/>
                </a:lnTo>
                <a:lnTo>
                  <a:pt x="168486" y="33177"/>
                </a:lnTo>
                <a:lnTo>
                  <a:pt x="158947" y="61707"/>
                </a:lnTo>
                <a:lnTo>
                  <a:pt x="82653" y="77841"/>
                </a:lnTo>
                <a:lnTo>
                  <a:pt x="67255" y="69260"/>
                </a:lnTo>
                <a:lnTo>
                  <a:pt x="47983" y="85676"/>
                </a:lnTo>
                <a:lnTo>
                  <a:pt x="0" y="81711"/>
                </a:lnTo>
                <a:lnTo>
                  <a:pt x="0" y="8171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ap-line"/>
          <p:cNvSpPr/>
          <p:nvPr/>
        </p:nvSpPr>
        <p:spPr>
          <a:xfrm>
            <a:off x="2695160" y="5249999"/>
            <a:ext cx="11603" cy="15482"/>
          </a:xfrm>
          <a:custGeom>
            <a:avLst/>
            <a:gdLst/>
            <a:ahLst/>
            <a:cxnLst/>
            <a:rect l="0" t="0" r="r" b="b"/>
            <a:pathLst>
              <a:path w="11603" h="15482">
                <a:moveTo>
                  <a:pt x="11603" y="0"/>
                </a:moveTo>
                <a:lnTo>
                  <a:pt x="0" y="15482"/>
                </a:lnTo>
                <a:lnTo>
                  <a:pt x="11603" y="0"/>
                </a:lnTo>
                <a:lnTo>
                  <a:pt x="1160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map-line"/>
          <p:cNvSpPr/>
          <p:nvPr/>
        </p:nvSpPr>
        <p:spPr>
          <a:xfrm>
            <a:off x="2637367" y="5274980"/>
            <a:ext cx="14871" cy="11629"/>
          </a:xfrm>
          <a:custGeom>
            <a:avLst/>
            <a:gdLst/>
            <a:ahLst/>
            <a:cxnLst/>
            <a:rect l="0" t="0" r="r" b="b"/>
            <a:pathLst>
              <a:path w="14871" h="11629">
                <a:moveTo>
                  <a:pt x="14871" y="462"/>
                </a:moveTo>
                <a:lnTo>
                  <a:pt x="12615" y="11629"/>
                </a:lnTo>
                <a:lnTo>
                  <a:pt x="0" y="0"/>
                </a:lnTo>
                <a:lnTo>
                  <a:pt x="14871" y="462"/>
                </a:lnTo>
                <a:lnTo>
                  <a:pt x="14871" y="46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map-line"/>
          <p:cNvSpPr/>
          <p:nvPr/>
        </p:nvSpPr>
        <p:spPr>
          <a:xfrm>
            <a:off x="3302318" y="5825712"/>
            <a:ext cx="394654" cy="339572"/>
          </a:xfrm>
          <a:custGeom>
            <a:avLst/>
            <a:gdLst/>
            <a:ahLst/>
            <a:cxnLst/>
            <a:rect l="0" t="0" r="r" b="b"/>
            <a:pathLst>
              <a:path w="394654" h="339572">
                <a:moveTo>
                  <a:pt x="365568" y="320332"/>
                </a:moveTo>
                <a:lnTo>
                  <a:pt x="370029" y="334361"/>
                </a:lnTo>
                <a:lnTo>
                  <a:pt x="335699" y="339572"/>
                </a:lnTo>
                <a:lnTo>
                  <a:pt x="342312" y="329791"/>
                </a:lnTo>
                <a:lnTo>
                  <a:pt x="328950" y="332501"/>
                </a:lnTo>
                <a:lnTo>
                  <a:pt x="322203" y="319958"/>
                </a:lnTo>
                <a:lnTo>
                  <a:pt x="331674" y="311335"/>
                </a:lnTo>
                <a:lnTo>
                  <a:pt x="300754" y="309833"/>
                </a:lnTo>
                <a:lnTo>
                  <a:pt x="298687" y="295139"/>
                </a:lnTo>
                <a:lnTo>
                  <a:pt x="275908" y="306633"/>
                </a:lnTo>
                <a:lnTo>
                  <a:pt x="263244" y="284697"/>
                </a:lnTo>
                <a:lnTo>
                  <a:pt x="234943" y="291355"/>
                </a:lnTo>
                <a:lnTo>
                  <a:pt x="236810" y="307009"/>
                </a:lnTo>
                <a:lnTo>
                  <a:pt x="136874" y="309484"/>
                </a:lnTo>
                <a:lnTo>
                  <a:pt x="125471" y="266867"/>
                </a:lnTo>
                <a:lnTo>
                  <a:pt x="140067" y="233457"/>
                </a:lnTo>
                <a:lnTo>
                  <a:pt x="114767" y="197067"/>
                </a:lnTo>
                <a:lnTo>
                  <a:pt x="128757" y="170996"/>
                </a:lnTo>
                <a:lnTo>
                  <a:pt x="98813" y="154571"/>
                </a:lnTo>
                <a:lnTo>
                  <a:pt x="53346" y="151945"/>
                </a:lnTo>
                <a:lnTo>
                  <a:pt x="0" y="115535"/>
                </a:lnTo>
                <a:lnTo>
                  <a:pt x="14858" y="97400"/>
                </a:lnTo>
                <a:lnTo>
                  <a:pt x="11176" y="73243"/>
                </a:lnTo>
                <a:lnTo>
                  <a:pt x="39675" y="56068"/>
                </a:lnTo>
                <a:lnTo>
                  <a:pt x="26821" y="44735"/>
                </a:lnTo>
                <a:lnTo>
                  <a:pt x="28835" y="21205"/>
                </a:lnTo>
                <a:lnTo>
                  <a:pt x="40577" y="14038"/>
                </a:lnTo>
                <a:lnTo>
                  <a:pt x="66808" y="25638"/>
                </a:lnTo>
                <a:lnTo>
                  <a:pt x="99440" y="0"/>
                </a:lnTo>
                <a:lnTo>
                  <a:pt x="162670" y="39125"/>
                </a:lnTo>
                <a:lnTo>
                  <a:pt x="188047" y="79307"/>
                </a:lnTo>
                <a:lnTo>
                  <a:pt x="176390" y="92547"/>
                </a:lnTo>
                <a:lnTo>
                  <a:pt x="205707" y="111509"/>
                </a:lnTo>
                <a:lnTo>
                  <a:pt x="248700" y="101182"/>
                </a:lnTo>
                <a:lnTo>
                  <a:pt x="252323" y="123486"/>
                </a:lnTo>
                <a:lnTo>
                  <a:pt x="270256" y="135941"/>
                </a:lnTo>
                <a:lnTo>
                  <a:pt x="303687" y="125522"/>
                </a:lnTo>
                <a:lnTo>
                  <a:pt x="337675" y="155983"/>
                </a:lnTo>
                <a:lnTo>
                  <a:pt x="341026" y="180867"/>
                </a:lnTo>
                <a:lnTo>
                  <a:pt x="369523" y="158970"/>
                </a:lnTo>
                <a:lnTo>
                  <a:pt x="388761" y="163407"/>
                </a:lnTo>
                <a:lnTo>
                  <a:pt x="364272" y="183801"/>
                </a:lnTo>
                <a:lnTo>
                  <a:pt x="358939" y="207141"/>
                </a:lnTo>
                <a:lnTo>
                  <a:pt x="394654" y="233889"/>
                </a:lnTo>
                <a:lnTo>
                  <a:pt x="375496" y="259903"/>
                </a:lnTo>
                <a:lnTo>
                  <a:pt x="388882" y="298931"/>
                </a:lnTo>
                <a:lnTo>
                  <a:pt x="365568" y="320332"/>
                </a:lnTo>
                <a:lnTo>
                  <a:pt x="365568" y="32033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map-line"/>
          <p:cNvSpPr/>
          <p:nvPr/>
        </p:nvSpPr>
        <p:spPr>
          <a:xfrm>
            <a:off x="3463145" y="5360841"/>
            <a:ext cx="885506" cy="945696"/>
          </a:xfrm>
          <a:custGeom>
            <a:avLst/>
            <a:gdLst/>
            <a:ahLst/>
            <a:cxnLst/>
            <a:rect l="0" t="0" r="r" b="b"/>
            <a:pathLst>
              <a:path w="885506" h="945696">
                <a:moveTo>
                  <a:pt x="227538" y="814024"/>
                </a:moveTo>
                <a:lnTo>
                  <a:pt x="230362" y="794939"/>
                </a:lnTo>
                <a:lnTo>
                  <a:pt x="204741" y="785202"/>
                </a:lnTo>
                <a:lnTo>
                  <a:pt x="228055" y="763801"/>
                </a:lnTo>
                <a:lnTo>
                  <a:pt x="214669" y="724774"/>
                </a:lnTo>
                <a:lnTo>
                  <a:pt x="233826" y="698760"/>
                </a:lnTo>
                <a:lnTo>
                  <a:pt x="198112" y="672011"/>
                </a:lnTo>
                <a:lnTo>
                  <a:pt x="203445" y="648672"/>
                </a:lnTo>
                <a:lnTo>
                  <a:pt x="227934" y="628278"/>
                </a:lnTo>
                <a:lnTo>
                  <a:pt x="208695" y="623841"/>
                </a:lnTo>
                <a:lnTo>
                  <a:pt x="180199" y="645738"/>
                </a:lnTo>
                <a:lnTo>
                  <a:pt x="176848" y="620854"/>
                </a:lnTo>
                <a:lnTo>
                  <a:pt x="142860" y="590393"/>
                </a:lnTo>
                <a:lnTo>
                  <a:pt x="109429" y="600812"/>
                </a:lnTo>
                <a:lnTo>
                  <a:pt x="91496" y="588356"/>
                </a:lnTo>
                <a:lnTo>
                  <a:pt x="87872" y="566053"/>
                </a:lnTo>
                <a:lnTo>
                  <a:pt x="44880" y="576380"/>
                </a:lnTo>
                <a:lnTo>
                  <a:pt x="15562" y="557417"/>
                </a:lnTo>
                <a:lnTo>
                  <a:pt x="25331" y="536921"/>
                </a:lnTo>
                <a:lnTo>
                  <a:pt x="0" y="508423"/>
                </a:lnTo>
                <a:lnTo>
                  <a:pt x="35623" y="476829"/>
                </a:lnTo>
                <a:lnTo>
                  <a:pt x="47237" y="480753"/>
                </a:lnTo>
                <a:lnTo>
                  <a:pt x="51686" y="453119"/>
                </a:lnTo>
                <a:lnTo>
                  <a:pt x="78886" y="435504"/>
                </a:lnTo>
                <a:lnTo>
                  <a:pt x="130487" y="484663"/>
                </a:lnTo>
                <a:lnTo>
                  <a:pt x="174156" y="454089"/>
                </a:lnTo>
                <a:lnTo>
                  <a:pt x="198397" y="456685"/>
                </a:lnTo>
                <a:lnTo>
                  <a:pt x="186852" y="410636"/>
                </a:lnTo>
                <a:lnTo>
                  <a:pt x="122345" y="347909"/>
                </a:lnTo>
                <a:lnTo>
                  <a:pt x="126306" y="327974"/>
                </a:lnTo>
                <a:lnTo>
                  <a:pt x="204576" y="288252"/>
                </a:lnTo>
                <a:lnTo>
                  <a:pt x="240028" y="307936"/>
                </a:lnTo>
                <a:lnTo>
                  <a:pt x="266683" y="295492"/>
                </a:lnTo>
                <a:lnTo>
                  <a:pt x="284691" y="305598"/>
                </a:lnTo>
                <a:lnTo>
                  <a:pt x="298592" y="289206"/>
                </a:lnTo>
                <a:lnTo>
                  <a:pt x="319230" y="309386"/>
                </a:lnTo>
                <a:lnTo>
                  <a:pt x="335976" y="287620"/>
                </a:lnTo>
                <a:lnTo>
                  <a:pt x="334451" y="244458"/>
                </a:lnTo>
                <a:lnTo>
                  <a:pt x="352953" y="227398"/>
                </a:lnTo>
                <a:lnTo>
                  <a:pt x="342870" y="211454"/>
                </a:lnTo>
                <a:lnTo>
                  <a:pt x="393224" y="170721"/>
                </a:lnTo>
                <a:lnTo>
                  <a:pt x="391471" y="144633"/>
                </a:lnTo>
                <a:lnTo>
                  <a:pt x="437909" y="112481"/>
                </a:lnTo>
                <a:lnTo>
                  <a:pt x="403236" y="90657"/>
                </a:lnTo>
                <a:lnTo>
                  <a:pt x="395057" y="69937"/>
                </a:lnTo>
                <a:lnTo>
                  <a:pt x="407510" y="47897"/>
                </a:lnTo>
                <a:lnTo>
                  <a:pt x="438236" y="75115"/>
                </a:lnTo>
                <a:lnTo>
                  <a:pt x="478454" y="49177"/>
                </a:lnTo>
                <a:lnTo>
                  <a:pt x="498604" y="52864"/>
                </a:lnTo>
                <a:lnTo>
                  <a:pt x="504801" y="35199"/>
                </a:lnTo>
                <a:lnTo>
                  <a:pt x="571312" y="0"/>
                </a:lnTo>
                <a:lnTo>
                  <a:pt x="612756" y="51711"/>
                </a:lnTo>
                <a:lnTo>
                  <a:pt x="600468" y="68842"/>
                </a:lnTo>
                <a:lnTo>
                  <a:pt x="623146" y="101461"/>
                </a:lnTo>
                <a:lnTo>
                  <a:pt x="575527" y="168577"/>
                </a:lnTo>
                <a:lnTo>
                  <a:pt x="582376" y="188762"/>
                </a:lnTo>
                <a:lnTo>
                  <a:pt x="540388" y="193750"/>
                </a:lnTo>
                <a:lnTo>
                  <a:pt x="483526" y="260498"/>
                </a:lnTo>
                <a:lnTo>
                  <a:pt x="514690" y="303895"/>
                </a:lnTo>
                <a:lnTo>
                  <a:pt x="490938" y="325290"/>
                </a:lnTo>
                <a:lnTo>
                  <a:pt x="512939" y="369224"/>
                </a:lnTo>
                <a:lnTo>
                  <a:pt x="494474" y="396559"/>
                </a:lnTo>
                <a:lnTo>
                  <a:pt x="510647" y="407909"/>
                </a:lnTo>
                <a:lnTo>
                  <a:pt x="545371" y="369089"/>
                </a:lnTo>
                <a:lnTo>
                  <a:pt x="566734" y="353245"/>
                </a:lnTo>
                <a:lnTo>
                  <a:pt x="584514" y="361605"/>
                </a:lnTo>
                <a:lnTo>
                  <a:pt x="590914" y="345675"/>
                </a:lnTo>
                <a:lnTo>
                  <a:pt x="659233" y="384044"/>
                </a:lnTo>
                <a:lnTo>
                  <a:pt x="701794" y="372579"/>
                </a:lnTo>
                <a:lnTo>
                  <a:pt x="719903" y="415836"/>
                </a:lnTo>
                <a:lnTo>
                  <a:pt x="799373" y="394864"/>
                </a:lnTo>
                <a:lnTo>
                  <a:pt x="814432" y="435166"/>
                </a:lnTo>
                <a:lnTo>
                  <a:pt x="885506" y="493091"/>
                </a:lnTo>
                <a:lnTo>
                  <a:pt x="880244" y="535208"/>
                </a:lnTo>
                <a:lnTo>
                  <a:pt x="836864" y="572380"/>
                </a:lnTo>
                <a:lnTo>
                  <a:pt x="821868" y="565967"/>
                </a:lnTo>
                <a:lnTo>
                  <a:pt x="768464" y="599100"/>
                </a:lnTo>
                <a:lnTo>
                  <a:pt x="757483" y="641631"/>
                </a:lnTo>
                <a:lnTo>
                  <a:pt x="785519" y="678008"/>
                </a:lnTo>
                <a:lnTo>
                  <a:pt x="756400" y="691325"/>
                </a:lnTo>
                <a:lnTo>
                  <a:pt x="752722" y="725551"/>
                </a:lnTo>
                <a:lnTo>
                  <a:pt x="716851" y="737051"/>
                </a:lnTo>
                <a:lnTo>
                  <a:pt x="702453" y="766860"/>
                </a:lnTo>
                <a:lnTo>
                  <a:pt x="661880" y="746001"/>
                </a:lnTo>
                <a:lnTo>
                  <a:pt x="665073" y="711371"/>
                </a:lnTo>
                <a:lnTo>
                  <a:pt x="649446" y="700725"/>
                </a:lnTo>
                <a:lnTo>
                  <a:pt x="630968" y="715253"/>
                </a:lnTo>
                <a:lnTo>
                  <a:pt x="588666" y="660528"/>
                </a:lnTo>
                <a:lnTo>
                  <a:pt x="546031" y="655469"/>
                </a:lnTo>
                <a:lnTo>
                  <a:pt x="513381" y="675234"/>
                </a:lnTo>
                <a:lnTo>
                  <a:pt x="506555" y="715259"/>
                </a:lnTo>
                <a:lnTo>
                  <a:pt x="463298" y="761203"/>
                </a:lnTo>
                <a:lnTo>
                  <a:pt x="419495" y="771994"/>
                </a:lnTo>
                <a:lnTo>
                  <a:pt x="391256" y="744476"/>
                </a:lnTo>
                <a:lnTo>
                  <a:pt x="367131" y="760065"/>
                </a:lnTo>
                <a:lnTo>
                  <a:pt x="339059" y="823940"/>
                </a:lnTo>
                <a:lnTo>
                  <a:pt x="347640" y="847062"/>
                </a:lnTo>
                <a:lnTo>
                  <a:pt x="310608" y="864874"/>
                </a:lnTo>
                <a:lnTo>
                  <a:pt x="295230" y="854534"/>
                </a:lnTo>
                <a:lnTo>
                  <a:pt x="270955" y="873426"/>
                </a:lnTo>
                <a:lnTo>
                  <a:pt x="260631" y="935416"/>
                </a:lnTo>
                <a:lnTo>
                  <a:pt x="232515" y="945696"/>
                </a:lnTo>
                <a:lnTo>
                  <a:pt x="215611" y="890971"/>
                </a:lnTo>
                <a:lnTo>
                  <a:pt x="234936" y="870081"/>
                </a:lnTo>
                <a:lnTo>
                  <a:pt x="218299" y="870197"/>
                </a:lnTo>
                <a:lnTo>
                  <a:pt x="210596" y="856346"/>
                </a:lnTo>
                <a:lnTo>
                  <a:pt x="227538" y="814024"/>
                </a:lnTo>
                <a:lnTo>
                  <a:pt x="227538" y="8140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map-line"/>
          <p:cNvSpPr/>
          <p:nvPr/>
        </p:nvSpPr>
        <p:spPr>
          <a:xfrm>
            <a:off x="3687158" y="6012749"/>
            <a:ext cx="478440" cy="477394"/>
          </a:xfrm>
          <a:custGeom>
            <a:avLst/>
            <a:gdLst/>
            <a:ahLst/>
            <a:cxnLst/>
            <a:rect l="0" t="0" r="r" b="b"/>
            <a:pathLst>
              <a:path w="478440" h="477394">
                <a:moveTo>
                  <a:pt x="280354" y="451744"/>
                </a:moveTo>
                <a:lnTo>
                  <a:pt x="267572" y="466711"/>
                </a:lnTo>
                <a:lnTo>
                  <a:pt x="214426" y="477394"/>
                </a:lnTo>
                <a:lnTo>
                  <a:pt x="202116" y="465145"/>
                </a:lnTo>
                <a:lnTo>
                  <a:pt x="170211" y="470821"/>
                </a:lnTo>
                <a:lnTo>
                  <a:pt x="137147" y="455413"/>
                </a:lnTo>
                <a:lnTo>
                  <a:pt x="138645" y="438169"/>
                </a:lnTo>
                <a:lnTo>
                  <a:pt x="165807" y="439368"/>
                </a:lnTo>
                <a:lnTo>
                  <a:pt x="202956" y="417443"/>
                </a:lnTo>
                <a:lnTo>
                  <a:pt x="181494" y="396792"/>
                </a:lnTo>
                <a:lnTo>
                  <a:pt x="166579" y="425427"/>
                </a:lnTo>
                <a:lnTo>
                  <a:pt x="150912" y="399934"/>
                </a:lnTo>
                <a:lnTo>
                  <a:pt x="170533" y="359188"/>
                </a:lnTo>
                <a:lnTo>
                  <a:pt x="199710" y="347391"/>
                </a:lnTo>
                <a:lnTo>
                  <a:pt x="190302" y="334841"/>
                </a:lnTo>
                <a:lnTo>
                  <a:pt x="178760" y="331099"/>
                </a:lnTo>
                <a:lnTo>
                  <a:pt x="179648" y="349158"/>
                </a:lnTo>
                <a:lnTo>
                  <a:pt x="127273" y="350411"/>
                </a:lnTo>
                <a:lnTo>
                  <a:pt x="137136" y="383235"/>
                </a:lnTo>
                <a:lnTo>
                  <a:pt x="107495" y="391276"/>
                </a:lnTo>
                <a:lnTo>
                  <a:pt x="80157" y="352710"/>
                </a:lnTo>
                <a:lnTo>
                  <a:pt x="51977" y="375149"/>
                </a:lnTo>
                <a:lnTo>
                  <a:pt x="46105" y="350269"/>
                </a:lnTo>
                <a:lnTo>
                  <a:pt x="21528" y="351191"/>
                </a:lnTo>
                <a:lnTo>
                  <a:pt x="25785" y="337531"/>
                </a:lnTo>
                <a:lnTo>
                  <a:pt x="0" y="319355"/>
                </a:lnTo>
                <a:lnTo>
                  <a:pt x="42218" y="306112"/>
                </a:lnTo>
                <a:lnTo>
                  <a:pt x="25827" y="291891"/>
                </a:lnTo>
                <a:lnTo>
                  <a:pt x="42043" y="270137"/>
                </a:lnTo>
                <a:lnTo>
                  <a:pt x="46279" y="222098"/>
                </a:lnTo>
                <a:lnTo>
                  <a:pt x="71216" y="202626"/>
                </a:lnTo>
                <a:lnTo>
                  <a:pt x="86595" y="212966"/>
                </a:lnTo>
                <a:lnTo>
                  <a:pt x="123627" y="195154"/>
                </a:lnTo>
                <a:lnTo>
                  <a:pt x="115046" y="172032"/>
                </a:lnTo>
                <a:lnTo>
                  <a:pt x="143118" y="108157"/>
                </a:lnTo>
                <a:lnTo>
                  <a:pt x="167243" y="92567"/>
                </a:lnTo>
                <a:lnTo>
                  <a:pt x="195481" y="120086"/>
                </a:lnTo>
                <a:lnTo>
                  <a:pt x="237842" y="110088"/>
                </a:lnTo>
                <a:lnTo>
                  <a:pt x="282542" y="63351"/>
                </a:lnTo>
                <a:lnTo>
                  <a:pt x="290048" y="22492"/>
                </a:lnTo>
                <a:lnTo>
                  <a:pt x="347234" y="0"/>
                </a:lnTo>
                <a:lnTo>
                  <a:pt x="406954" y="63344"/>
                </a:lnTo>
                <a:lnTo>
                  <a:pt x="425433" y="48817"/>
                </a:lnTo>
                <a:lnTo>
                  <a:pt x="441060" y="59462"/>
                </a:lnTo>
                <a:lnTo>
                  <a:pt x="437866" y="94093"/>
                </a:lnTo>
                <a:lnTo>
                  <a:pt x="478440" y="114952"/>
                </a:lnTo>
                <a:lnTo>
                  <a:pt x="471942" y="138557"/>
                </a:lnTo>
                <a:lnTo>
                  <a:pt x="455617" y="147102"/>
                </a:lnTo>
                <a:lnTo>
                  <a:pt x="433913" y="224731"/>
                </a:lnTo>
                <a:lnTo>
                  <a:pt x="407575" y="254502"/>
                </a:lnTo>
                <a:lnTo>
                  <a:pt x="392909" y="252850"/>
                </a:lnTo>
                <a:lnTo>
                  <a:pt x="405229" y="266852"/>
                </a:lnTo>
                <a:lnTo>
                  <a:pt x="401307" y="285566"/>
                </a:lnTo>
                <a:lnTo>
                  <a:pt x="372181" y="299095"/>
                </a:lnTo>
                <a:lnTo>
                  <a:pt x="385058" y="314815"/>
                </a:lnTo>
                <a:lnTo>
                  <a:pt x="360586" y="338725"/>
                </a:lnTo>
                <a:lnTo>
                  <a:pt x="363181" y="355218"/>
                </a:lnTo>
                <a:lnTo>
                  <a:pt x="330698" y="347584"/>
                </a:lnTo>
                <a:lnTo>
                  <a:pt x="301804" y="375103"/>
                </a:lnTo>
                <a:lnTo>
                  <a:pt x="289638" y="354223"/>
                </a:lnTo>
                <a:lnTo>
                  <a:pt x="272601" y="378993"/>
                </a:lnTo>
                <a:lnTo>
                  <a:pt x="294383" y="389201"/>
                </a:lnTo>
                <a:lnTo>
                  <a:pt x="282775" y="398054"/>
                </a:lnTo>
                <a:lnTo>
                  <a:pt x="280354" y="451744"/>
                </a:lnTo>
                <a:lnTo>
                  <a:pt x="280354" y="45174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map-line"/>
          <p:cNvSpPr/>
          <p:nvPr/>
        </p:nvSpPr>
        <p:spPr>
          <a:xfrm>
            <a:off x="3946671" y="4786478"/>
            <a:ext cx="2047406" cy="1166846"/>
          </a:xfrm>
          <a:custGeom>
            <a:avLst/>
            <a:gdLst/>
            <a:ahLst/>
            <a:cxnLst/>
            <a:rect l="0" t="0" r="r" b="b"/>
            <a:pathLst>
              <a:path w="2047406" h="1166846">
                <a:moveTo>
                  <a:pt x="1029787" y="1121951"/>
                </a:moveTo>
                <a:lnTo>
                  <a:pt x="987508" y="1162971"/>
                </a:lnTo>
                <a:lnTo>
                  <a:pt x="949480" y="1166846"/>
                </a:lnTo>
                <a:lnTo>
                  <a:pt x="921233" y="1157740"/>
                </a:lnTo>
                <a:lnTo>
                  <a:pt x="779629" y="1051546"/>
                </a:lnTo>
                <a:lnTo>
                  <a:pt x="748224" y="1051790"/>
                </a:lnTo>
                <a:lnTo>
                  <a:pt x="717461" y="1077628"/>
                </a:lnTo>
                <a:lnTo>
                  <a:pt x="689575" y="1047375"/>
                </a:lnTo>
                <a:lnTo>
                  <a:pt x="663419" y="1064941"/>
                </a:lnTo>
                <a:lnTo>
                  <a:pt x="636957" y="1036897"/>
                </a:lnTo>
                <a:lnTo>
                  <a:pt x="585947" y="1057775"/>
                </a:lnTo>
                <a:lnTo>
                  <a:pt x="520533" y="978261"/>
                </a:lnTo>
                <a:lnTo>
                  <a:pt x="501881" y="994301"/>
                </a:lnTo>
                <a:lnTo>
                  <a:pt x="475743" y="962585"/>
                </a:lnTo>
                <a:lnTo>
                  <a:pt x="492938" y="944150"/>
                </a:lnTo>
                <a:lnTo>
                  <a:pt x="466578" y="906780"/>
                </a:lnTo>
                <a:lnTo>
                  <a:pt x="443422" y="922512"/>
                </a:lnTo>
                <a:lnTo>
                  <a:pt x="422302" y="897787"/>
                </a:lnTo>
                <a:lnTo>
                  <a:pt x="401079" y="912422"/>
                </a:lnTo>
                <a:lnTo>
                  <a:pt x="374749" y="880682"/>
                </a:lnTo>
                <a:lnTo>
                  <a:pt x="332211" y="913067"/>
                </a:lnTo>
                <a:lnTo>
                  <a:pt x="350246" y="941641"/>
                </a:lnTo>
                <a:lnTo>
                  <a:pt x="341666" y="952383"/>
                </a:lnTo>
                <a:lnTo>
                  <a:pt x="349603" y="969024"/>
                </a:lnTo>
                <a:lnTo>
                  <a:pt x="324944" y="994512"/>
                </a:lnTo>
                <a:lnTo>
                  <a:pt x="310739" y="968687"/>
                </a:lnTo>
                <a:lnTo>
                  <a:pt x="235193" y="989910"/>
                </a:lnTo>
                <a:lnTo>
                  <a:pt x="218267" y="946942"/>
                </a:lnTo>
                <a:lnTo>
                  <a:pt x="175707" y="958407"/>
                </a:lnTo>
                <a:lnTo>
                  <a:pt x="107387" y="920038"/>
                </a:lnTo>
                <a:lnTo>
                  <a:pt x="100988" y="935968"/>
                </a:lnTo>
                <a:lnTo>
                  <a:pt x="83208" y="927608"/>
                </a:lnTo>
                <a:lnTo>
                  <a:pt x="61845" y="943453"/>
                </a:lnTo>
                <a:lnTo>
                  <a:pt x="27120" y="982272"/>
                </a:lnTo>
                <a:lnTo>
                  <a:pt x="10948" y="970922"/>
                </a:lnTo>
                <a:lnTo>
                  <a:pt x="29413" y="943587"/>
                </a:lnTo>
                <a:lnTo>
                  <a:pt x="7411" y="899654"/>
                </a:lnTo>
                <a:lnTo>
                  <a:pt x="31164" y="878258"/>
                </a:lnTo>
                <a:lnTo>
                  <a:pt x="0" y="834862"/>
                </a:lnTo>
                <a:lnTo>
                  <a:pt x="56862" y="768114"/>
                </a:lnTo>
                <a:lnTo>
                  <a:pt x="98850" y="763125"/>
                </a:lnTo>
                <a:lnTo>
                  <a:pt x="92001" y="742940"/>
                </a:lnTo>
                <a:lnTo>
                  <a:pt x="139619" y="675824"/>
                </a:lnTo>
                <a:lnTo>
                  <a:pt x="170242" y="655245"/>
                </a:lnTo>
                <a:lnTo>
                  <a:pt x="240231" y="685095"/>
                </a:lnTo>
                <a:lnTo>
                  <a:pt x="299884" y="639591"/>
                </a:lnTo>
                <a:lnTo>
                  <a:pt x="286804" y="600972"/>
                </a:lnTo>
                <a:lnTo>
                  <a:pt x="457707" y="486491"/>
                </a:lnTo>
                <a:lnTo>
                  <a:pt x="419746" y="436454"/>
                </a:lnTo>
                <a:lnTo>
                  <a:pt x="408161" y="429032"/>
                </a:lnTo>
                <a:lnTo>
                  <a:pt x="390857" y="440335"/>
                </a:lnTo>
                <a:lnTo>
                  <a:pt x="375831" y="420446"/>
                </a:lnTo>
                <a:lnTo>
                  <a:pt x="319122" y="470759"/>
                </a:lnTo>
                <a:lnTo>
                  <a:pt x="285833" y="438739"/>
                </a:lnTo>
                <a:lnTo>
                  <a:pt x="260222" y="449116"/>
                </a:lnTo>
                <a:lnTo>
                  <a:pt x="248392" y="435687"/>
                </a:lnTo>
                <a:lnTo>
                  <a:pt x="263275" y="417148"/>
                </a:lnTo>
                <a:lnTo>
                  <a:pt x="258058" y="403969"/>
                </a:lnTo>
                <a:lnTo>
                  <a:pt x="312321" y="330473"/>
                </a:lnTo>
                <a:lnTo>
                  <a:pt x="350751" y="333661"/>
                </a:lnTo>
                <a:lnTo>
                  <a:pt x="380586" y="317308"/>
                </a:lnTo>
                <a:lnTo>
                  <a:pt x="369607" y="256437"/>
                </a:lnTo>
                <a:lnTo>
                  <a:pt x="402301" y="232154"/>
                </a:lnTo>
                <a:lnTo>
                  <a:pt x="414996" y="195830"/>
                </a:lnTo>
                <a:lnTo>
                  <a:pt x="411309" y="155328"/>
                </a:lnTo>
                <a:lnTo>
                  <a:pt x="389911" y="113461"/>
                </a:lnTo>
                <a:lnTo>
                  <a:pt x="391689" y="60297"/>
                </a:lnTo>
                <a:lnTo>
                  <a:pt x="428774" y="68825"/>
                </a:lnTo>
                <a:lnTo>
                  <a:pt x="454329" y="99796"/>
                </a:lnTo>
                <a:lnTo>
                  <a:pt x="478750" y="108148"/>
                </a:lnTo>
                <a:lnTo>
                  <a:pt x="567623" y="189591"/>
                </a:lnTo>
                <a:lnTo>
                  <a:pt x="558346" y="208621"/>
                </a:lnTo>
                <a:lnTo>
                  <a:pt x="568824" y="222350"/>
                </a:lnTo>
                <a:lnTo>
                  <a:pt x="591905" y="210822"/>
                </a:lnTo>
                <a:lnTo>
                  <a:pt x="610886" y="228241"/>
                </a:lnTo>
                <a:lnTo>
                  <a:pt x="634108" y="216267"/>
                </a:lnTo>
                <a:lnTo>
                  <a:pt x="659871" y="247115"/>
                </a:lnTo>
                <a:lnTo>
                  <a:pt x="684408" y="237486"/>
                </a:lnTo>
                <a:lnTo>
                  <a:pt x="716988" y="286697"/>
                </a:lnTo>
                <a:lnTo>
                  <a:pt x="760364" y="256398"/>
                </a:lnTo>
                <a:lnTo>
                  <a:pt x="748838" y="221592"/>
                </a:lnTo>
                <a:lnTo>
                  <a:pt x="771795" y="146890"/>
                </a:lnTo>
                <a:lnTo>
                  <a:pt x="731256" y="117828"/>
                </a:lnTo>
                <a:lnTo>
                  <a:pt x="841943" y="0"/>
                </a:lnTo>
                <a:lnTo>
                  <a:pt x="1061872" y="33876"/>
                </a:lnTo>
                <a:lnTo>
                  <a:pt x="1080006" y="14553"/>
                </a:lnTo>
                <a:lnTo>
                  <a:pt x="1133679" y="22548"/>
                </a:lnTo>
                <a:lnTo>
                  <a:pt x="1214102" y="109928"/>
                </a:lnTo>
                <a:lnTo>
                  <a:pt x="1574823" y="375151"/>
                </a:lnTo>
                <a:lnTo>
                  <a:pt x="1569983" y="382501"/>
                </a:lnTo>
                <a:lnTo>
                  <a:pt x="1680050" y="441497"/>
                </a:lnTo>
                <a:lnTo>
                  <a:pt x="1789903" y="428727"/>
                </a:lnTo>
                <a:lnTo>
                  <a:pt x="1811160" y="400684"/>
                </a:lnTo>
                <a:lnTo>
                  <a:pt x="1834422" y="394470"/>
                </a:lnTo>
                <a:lnTo>
                  <a:pt x="1895103" y="397336"/>
                </a:lnTo>
                <a:lnTo>
                  <a:pt x="1911630" y="365412"/>
                </a:lnTo>
                <a:lnTo>
                  <a:pt x="1969416" y="362875"/>
                </a:lnTo>
                <a:lnTo>
                  <a:pt x="1985313" y="338776"/>
                </a:lnTo>
                <a:lnTo>
                  <a:pt x="2047406" y="358870"/>
                </a:lnTo>
                <a:lnTo>
                  <a:pt x="1998694" y="418842"/>
                </a:lnTo>
                <a:lnTo>
                  <a:pt x="1999479" y="438572"/>
                </a:lnTo>
                <a:lnTo>
                  <a:pt x="2040536" y="458370"/>
                </a:lnTo>
                <a:lnTo>
                  <a:pt x="2024759" y="477910"/>
                </a:lnTo>
                <a:lnTo>
                  <a:pt x="2027943" y="500068"/>
                </a:lnTo>
                <a:lnTo>
                  <a:pt x="2000603" y="495570"/>
                </a:lnTo>
                <a:lnTo>
                  <a:pt x="1990366" y="508230"/>
                </a:lnTo>
                <a:lnTo>
                  <a:pt x="2006263" y="514194"/>
                </a:lnTo>
                <a:lnTo>
                  <a:pt x="2002134" y="531769"/>
                </a:lnTo>
                <a:lnTo>
                  <a:pt x="1914946" y="553464"/>
                </a:lnTo>
                <a:lnTo>
                  <a:pt x="1887025" y="590342"/>
                </a:lnTo>
                <a:lnTo>
                  <a:pt x="1741140" y="593483"/>
                </a:lnTo>
                <a:lnTo>
                  <a:pt x="1710786" y="626847"/>
                </a:lnTo>
                <a:lnTo>
                  <a:pt x="1699598" y="617822"/>
                </a:lnTo>
                <a:lnTo>
                  <a:pt x="1667293" y="635866"/>
                </a:lnTo>
                <a:lnTo>
                  <a:pt x="1647267" y="667083"/>
                </a:lnTo>
                <a:lnTo>
                  <a:pt x="1566983" y="655032"/>
                </a:lnTo>
                <a:lnTo>
                  <a:pt x="1489453" y="688562"/>
                </a:lnTo>
                <a:lnTo>
                  <a:pt x="1475903" y="707781"/>
                </a:lnTo>
                <a:lnTo>
                  <a:pt x="1432771" y="712402"/>
                </a:lnTo>
                <a:lnTo>
                  <a:pt x="1406711" y="728979"/>
                </a:lnTo>
                <a:lnTo>
                  <a:pt x="1408301" y="694443"/>
                </a:lnTo>
                <a:lnTo>
                  <a:pt x="1391759" y="680795"/>
                </a:lnTo>
                <a:lnTo>
                  <a:pt x="1330712" y="702417"/>
                </a:lnTo>
                <a:lnTo>
                  <a:pt x="1322050" y="722252"/>
                </a:lnTo>
                <a:lnTo>
                  <a:pt x="1288764" y="740009"/>
                </a:lnTo>
                <a:lnTo>
                  <a:pt x="1293544" y="750553"/>
                </a:lnTo>
                <a:lnTo>
                  <a:pt x="1269455" y="783639"/>
                </a:lnTo>
                <a:lnTo>
                  <a:pt x="1276893" y="811216"/>
                </a:lnTo>
                <a:lnTo>
                  <a:pt x="1236782" y="829681"/>
                </a:lnTo>
                <a:lnTo>
                  <a:pt x="1123941" y="944252"/>
                </a:lnTo>
                <a:lnTo>
                  <a:pt x="1124261" y="981481"/>
                </a:lnTo>
                <a:lnTo>
                  <a:pt x="1099172" y="1006692"/>
                </a:lnTo>
                <a:lnTo>
                  <a:pt x="1094765" y="1050211"/>
                </a:lnTo>
                <a:lnTo>
                  <a:pt x="1038228" y="1096697"/>
                </a:lnTo>
                <a:lnTo>
                  <a:pt x="1029787" y="1121951"/>
                </a:lnTo>
                <a:lnTo>
                  <a:pt x="1029787" y="112195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map-line"/>
          <p:cNvSpPr/>
          <p:nvPr/>
        </p:nvSpPr>
        <p:spPr>
          <a:xfrm>
            <a:off x="3959759" y="5667403"/>
            <a:ext cx="974420" cy="1000652"/>
          </a:xfrm>
          <a:custGeom>
            <a:avLst/>
            <a:gdLst/>
            <a:ahLst/>
            <a:cxnLst/>
            <a:rect l="0" t="0" r="r" b="b"/>
            <a:pathLst>
              <a:path w="974420" h="1000652">
                <a:moveTo>
                  <a:pt x="52685" y="841502"/>
                </a:moveTo>
                <a:lnTo>
                  <a:pt x="44970" y="783968"/>
                </a:lnTo>
                <a:lnTo>
                  <a:pt x="10701" y="804384"/>
                </a:lnTo>
                <a:lnTo>
                  <a:pt x="10174" y="743400"/>
                </a:lnTo>
                <a:lnTo>
                  <a:pt x="21782" y="734547"/>
                </a:lnTo>
                <a:lnTo>
                  <a:pt x="0" y="724339"/>
                </a:lnTo>
                <a:lnTo>
                  <a:pt x="17037" y="699569"/>
                </a:lnTo>
                <a:lnTo>
                  <a:pt x="29203" y="720449"/>
                </a:lnTo>
                <a:lnTo>
                  <a:pt x="58097" y="692930"/>
                </a:lnTo>
                <a:lnTo>
                  <a:pt x="90580" y="700564"/>
                </a:lnTo>
                <a:lnTo>
                  <a:pt x="87984" y="684071"/>
                </a:lnTo>
                <a:lnTo>
                  <a:pt x="112456" y="660161"/>
                </a:lnTo>
                <a:lnTo>
                  <a:pt x="99579" y="644441"/>
                </a:lnTo>
                <a:lnTo>
                  <a:pt x="128706" y="630912"/>
                </a:lnTo>
                <a:lnTo>
                  <a:pt x="132628" y="612198"/>
                </a:lnTo>
                <a:lnTo>
                  <a:pt x="120308" y="598196"/>
                </a:lnTo>
                <a:lnTo>
                  <a:pt x="148533" y="589155"/>
                </a:lnTo>
                <a:lnTo>
                  <a:pt x="175010" y="547181"/>
                </a:lnTo>
                <a:lnTo>
                  <a:pt x="183015" y="492448"/>
                </a:lnTo>
                <a:lnTo>
                  <a:pt x="199340" y="483903"/>
                </a:lnTo>
                <a:lnTo>
                  <a:pt x="218020" y="433081"/>
                </a:lnTo>
                <a:lnTo>
                  <a:pt x="256108" y="418989"/>
                </a:lnTo>
                <a:lnTo>
                  <a:pt x="258243" y="386541"/>
                </a:lnTo>
                <a:lnTo>
                  <a:pt x="288905" y="371445"/>
                </a:lnTo>
                <a:lnTo>
                  <a:pt x="260868" y="335069"/>
                </a:lnTo>
                <a:lnTo>
                  <a:pt x="267290" y="299722"/>
                </a:lnTo>
                <a:lnTo>
                  <a:pt x="325253" y="259405"/>
                </a:lnTo>
                <a:lnTo>
                  <a:pt x="340250" y="265818"/>
                </a:lnTo>
                <a:lnTo>
                  <a:pt x="383630" y="228646"/>
                </a:lnTo>
                <a:lnTo>
                  <a:pt x="388892" y="186528"/>
                </a:lnTo>
                <a:lnTo>
                  <a:pt x="311856" y="113586"/>
                </a:lnTo>
                <a:lnTo>
                  <a:pt x="336515" y="88099"/>
                </a:lnTo>
                <a:lnTo>
                  <a:pt x="328578" y="71458"/>
                </a:lnTo>
                <a:lnTo>
                  <a:pt x="337157" y="60715"/>
                </a:lnTo>
                <a:lnTo>
                  <a:pt x="319123" y="32142"/>
                </a:lnTo>
                <a:lnTo>
                  <a:pt x="360101" y="0"/>
                </a:lnTo>
                <a:lnTo>
                  <a:pt x="387991" y="31496"/>
                </a:lnTo>
                <a:lnTo>
                  <a:pt x="409214" y="16862"/>
                </a:lnTo>
                <a:lnTo>
                  <a:pt x="430334" y="41586"/>
                </a:lnTo>
                <a:lnTo>
                  <a:pt x="453490" y="25854"/>
                </a:lnTo>
                <a:lnTo>
                  <a:pt x="479850" y="63225"/>
                </a:lnTo>
                <a:lnTo>
                  <a:pt x="462655" y="81660"/>
                </a:lnTo>
                <a:lnTo>
                  <a:pt x="488793" y="113375"/>
                </a:lnTo>
                <a:lnTo>
                  <a:pt x="507445" y="97336"/>
                </a:lnTo>
                <a:lnTo>
                  <a:pt x="572859" y="176849"/>
                </a:lnTo>
                <a:lnTo>
                  <a:pt x="623869" y="155972"/>
                </a:lnTo>
                <a:lnTo>
                  <a:pt x="650331" y="184015"/>
                </a:lnTo>
                <a:lnTo>
                  <a:pt x="676487" y="166450"/>
                </a:lnTo>
                <a:lnTo>
                  <a:pt x="704373" y="196703"/>
                </a:lnTo>
                <a:lnTo>
                  <a:pt x="735136" y="170864"/>
                </a:lnTo>
                <a:lnTo>
                  <a:pt x="766541" y="170621"/>
                </a:lnTo>
                <a:lnTo>
                  <a:pt x="917398" y="281836"/>
                </a:lnTo>
                <a:lnTo>
                  <a:pt x="974420" y="282046"/>
                </a:lnTo>
                <a:lnTo>
                  <a:pt x="952987" y="324287"/>
                </a:lnTo>
                <a:lnTo>
                  <a:pt x="921934" y="344558"/>
                </a:lnTo>
                <a:lnTo>
                  <a:pt x="905891" y="401724"/>
                </a:lnTo>
                <a:lnTo>
                  <a:pt x="862552" y="452774"/>
                </a:lnTo>
                <a:lnTo>
                  <a:pt x="823058" y="474312"/>
                </a:lnTo>
                <a:lnTo>
                  <a:pt x="764794" y="532426"/>
                </a:lnTo>
                <a:lnTo>
                  <a:pt x="732580" y="526391"/>
                </a:lnTo>
                <a:lnTo>
                  <a:pt x="663192" y="566517"/>
                </a:lnTo>
                <a:lnTo>
                  <a:pt x="697893" y="658433"/>
                </a:lnTo>
                <a:lnTo>
                  <a:pt x="648799" y="714666"/>
                </a:lnTo>
                <a:lnTo>
                  <a:pt x="665855" y="747640"/>
                </a:lnTo>
                <a:lnTo>
                  <a:pt x="647731" y="778314"/>
                </a:lnTo>
                <a:lnTo>
                  <a:pt x="531334" y="803521"/>
                </a:lnTo>
                <a:lnTo>
                  <a:pt x="522707" y="858251"/>
                </a:lnTo>
                <a:lnTo>
                  <a:pt x="477878" y="865930"/>
                </a:lnTo>
                <a:lnTo>
                  <a:pt x="481533" y="845841"/>
                </a:lnTo>
                <a:lnTo>
                  <a:pt x="460339" y="829192"/>
                </a:lnTo>
                <a:lnTo>
                  <a:pt x="443888" y="845472"/>
                </a:lnTo>
                <a:lnTo>
                  <a:pt x="443124" y="834842"/>
                </a:lnTo>
                <a:lnTo>
                  <a:pt x="429972" y="840122"/>
                </a:lnTo>
                <a:lnTo>
                  <a:pt x="404442" y="869605"/>
                </a:lnTo>
                <a:lnTo>
                  <a:pt x="385027" y="919926"/>
                </a:lnTo>
                <a:lnTo>
                  <a:pt x="371415" y="906338"/>
                </a:lnTo>
                <a:lnTo>
                  <a:pt x="346230" y="918653"/>
                </a:lnTo>
                <a:lnTo>
                  <a:pt x="311687" y="896089"/>
                </a:lnTo>
                <a:lnTo>
                  <a:pt x="294141" y="899777"/>
                </a:lnTo>
                <a:lnTo>
                  <a:pt x="289868" y="941182"/>
                </a:lnTo>
                <a:lnTo>
                  <a:pt x="249814" y="977691"/>
                </a:lnTo>
                <a:lnTo>
                  <a:pt x="252493" y="989782"/>
                </a:lnTo>
                <a:lnTo>
                  <a:pt x="213911" y="1000652"/>
                </a:lnTo>
                <a:lnTo>
                  <a:pt x="183333" y="990078"/>
                </a:lnTo>
                <a:lnTo>
                  <a:pt x="176975" y="936492"/>
                </a:lnTo>
                <a:lnTo>
                  <a:pt x="186184" y="928604"/>
                </a:lnTo>
                <a:lnTo>
                  <a:pt x="138100" y="913895"/>
                </a:lnTo>
                <a:lnTo>
                  <a:pt x="145459" y="878711"/>
                </a:lnTo>
                <a:lnTo>
                  <a:pt x="90056" y="867155"/>
                </a:lnTo>
                <a:lnTo>
                  <a:pt x="52685" y="841502"/>
                </a:lnTo>
                <a:lnTo>
                  <a:pt x="52685" y="84150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map-line"/>
          <p:cNvSpPr/>
          <p:nvPr/>
        </p:nvSpPr>
        <p:spPr>
          <a:xfrm>
            <a:off x="3034836" y="6420356"/>
            <a:ext cx="559234" cy="448286"/>
          </a:xfrm>
          <a:custGeom>
            <a:avLst/>
            <a:gdLst/>
            <a:ahLst/>
            <a:cxnLst/>
            <a:rect l="0" t="0" r="r" b="b"/>
            <a:pathLst>
              <a:path w="559234" h="448286">
                <a:moveTo>
                  <a:pt x="495522" y="86488"/>
                </a:moveTo>
                <a:lnTo>
                  <a:pt x="487399" y="99513"/>
                </a:lnTo>
                <a:lnTo>
                  <a:pt x="501273" y="100574"/>
                </a:lnTo>
                <a:lnTo>
                  <a:pt x="522104" y="144786"/>
                </a:lnTo>
                <a:lnTo>
                  <a:pt x="511325" y="181635"/>
                </a:lnTo>
                <a:lnTo>
                  <a:pt x="534040" y="176801"/>
                </a:lnTo>
                <a:lnTo>
                  <a:pt x="559234" y="192014"/>
                </a:lnTo>
                <a:lnTo>
                  <a:pt x="545076" y="214343"/>
                </a:lnTo>
                <a:lnTo>
                  <a:pt x="516264" y="196607"/>
                </a:lnTo>
                <a:lnTo>
                  <a:pt x="518437" y="218175"/>
                </a:lnTo>
                <a:lnTo>
                  <a:pt x="500211" y="226795"/>
                </a:lnTo>
                <a:lnTo>
                  <a:pt x="510688" y="250162"/>
                </a:lnTo>
                <a:lnTo>
                  <a:pt x="411886" y="298667"/>
                </a:lnTo>
                <a:lnTo>
                  <a:pt x="404650" y="326283"/>
                </a:lnTo>
                <a:lnTo>
                  <a:pt x="365074" y="349988"/>
                </a:lnTo>
                <a:lnTo>
                  <a:pt x="369064" y="362269"/>
                </a:lnTo>
                <a:lnTo>
                  <a:pt x="304739" y="364023"/>
                </a:lnTo>
                <a:lnTo>
                  <a:pt x="279900" y="392710"/>
                </a:lnTo>
                <a:lnTo>
                  <a:pt x="265554" y="377262"/>
                </a:lnTo>
                <a:lnTo>
                  <a:pt x="185386" y="448286"/>
                </a:lnTo>
                <a:lnTo>
                  <a:pt x="88025" y="447276"/>
                </a:lnTo>
                <a:lnTo>
                  <a:pt x="104850" y="420555"/>
                </a:lnTo>
                <a:lnTo>
                  <a:pt x="87622" y="373063"/>
                </a:lnTo>
                <a:lnTo>
                  <a:pt x="69549" y="365315"/>
                </a:lnTo>
                <a:lnTo>
                  <a:pt x="87249" y="354817"/>
                </a:lnTo>
                <a:lnTo>
                  <a:pt x="60712" y="315033"/>
                </a:lnTo>
                <a:lnTo>
                  <a:pt x="67152" y="269704"/>
                </a:lnTo>
                <a:lnTo>
                  <a:pt x="50080" y="270630"/>
                </a:lnTo>
                <a:lnTo>
                  <a:pt x="51618" y="227609"/>
                </a:lnTo>
                <a:lnTo>
                  <a:pt x="26980" y="210065"/>
                </a:lnTo>
                <a:lnTo>
                  <a:pt x="11568" y="214814"/>
                </a:lnTo>
                <a:lnTo>
                  <a:pt x="24799" y="167945"/>
                </a:lnTo>
                <a:lnTo>
                  <a:pt x="0" y="139540"/>
                </a:lnTo>
                <a:lnTo>
                  <a:pt x="51655" y="123432"/>
                </a:lnTo>
                <a:lnTo>
                  <a:pt x="38285" y="94194"/>
                </a:lnTo>
                <a:lnTo>
                  <a:pt x="51269" y="85821"/>
                </a:lnTo>
                <a:lnTo>
                  <a:pt x="31886" y="84369"/>
                </a:lnTo>
                <a:lnTo>
                  <a:pt x="49183" y="63102"/>
                </a:lnTo>
                <a:lnTo>
                  <a:pt x="57907" y="13056"/>
                </a:lnTo>
                <a:lnTo>
                  <a:pt x="79815" y="7977"/>
                </a:lnTo>
                <a:lnTo>
                  <a:pt x="86658" y="26632"/>
                </a:lnTo>
                <a:lnTo>
                  <a:pt x="104494" y="32790"/>
                </a:lnTo>
                <a:lnTo>
                  <a:pt x="123168" y="22549"/>
                </a:lnTo>
                <a:lnTo>
                  <a:pt x="124971" y="3455"/>
                </a:lnTo>
                <a:lnTo>
                  <a:pt x="147341" y="23083"/>
                </a:lnTo>
                <a:lnTo>
                  <a:pt x="150318" y="0"/>
                </a:lnTo>
                <a:lnTo>
                  <a:pt x="173311" y="35570"/>
                </a:lnTo>
                <a:lnTo>
                  <a:pt x="205496" y="29668"/>
                </a:lnTo>
                <a:lnTo>
                  <a:pt x="247057" y="78894"/>
                </a:lnTo>
                <a:lnTo>
                  <a:pt x="273005" y="84310"/>
                </a:lnTo>
                <a:lnTo>
                  <a:pt x="282129" y="107810"/>
                </a:lnTo>
                <a:lnTo>
                  <a:pt x="293863" y="85122"/>
                </a:lnTo>
                <a:lnTo>
                  <a:pt x="321565" y="90535"/>
                </a:lnTo>
                <a:lnTo>
                  <a:pt x="358122" y="59537"/>
                </a:lnTo>
                <a:lnTo>
                  <a:pt x="371377" y="16064"/>
                </a:lnTo>
                <a:lnTo>
                  <a:pt x="378223" y="40223"/>
                </a:lnTo>
                <a:lnTo>
                  <a:pt x="391962" y="42238"/>
                </a:lnTo>
                <a:lnTo>
                  <a:pt x="382894" y="72951"/>
                </a:lnTo>
                <a:lnTo>
                  <a:pt x="409659" y="72696"/>
                </a:lnTo>
                <a:lnTo>
                  <a:pt x="418237" y="101628"/>
                </a:lnTo>
                <a:lnTo>
                  <a:pt x="449149" y="78301"/>
                </a:lnTo>
                <a:lnTo>
                  <a:pt x="495522" y="86488"/>
                </a:lnTo>
                <a:lnTo>
                  <a:pt x="495522" y="8648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map-line"/>
          <p:cNvSpPr/>
          <p:nvPr/>
        </p:nvSpPr>
        <p:spPr>
          <a:xfrm>
            <a:off x="3442253" y="6748486"/>
            <a:ext cx="5116" cy="8576"/>
          </a:xfrm>
          <a:custGeom>
            <a:avLst/>
            <a:gdLst/>
            <a:ahLst/>
            <a:cxnLst/>
            <a:rect l="0" t="0" r="r" b="b"/>
            <a:pathLst>
              <a:path w="5116" h="8576">
                <a:moveTo>
                  <a:pt x="5116" y="0"/>
                </a:moveTo>
                <a:lnTo>
                  <a:pt x="0" y="8576"/>
                </a:lnTo>
                <a:lnTo>
                  <a:pt x="5116" y="0"/>
                </a:lnTo>
                <a:lnTo>
                  <a:pt x="5116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map-line"/>
          <p:cNvSpPr/>
          <p:nvPr/>
        </p:nvSpPr>
        <p:spPr>
          <a:xfrm>
            <a:off x="1374806" y="6774236"/>
            <a:ext cx="449829" cy="674944"/>
          </a:xfrm>
          <a:custGeom>
            <a:avLst/>
            <a:gdLst/>
            <a:ahLst/>
            <a:cxnLst/>
            <a:rect l="0" t="0" r="r" b="b"/>
            <a:pathLst>
              <a:path w="449829" h="674944">
                <a:moveTo>
                  <a:pt x="210584" y="44773"/>
                </a:moveTo>
                <a:lnTo>
                  <a:pt x="244197" y="96453"/>
                </a:lnTo>
                <a:lnTo>
                  <a:pt x="273279" y="82469"/>
                </a:lnTo>
                <a:lnTo>
                  <a:pt x="289614" y="93670"/>
                </a:lnTo>
                <a:lnTo>
                  <a:pt x="268514" y="111223"/>
                </a:lnTo>
                <a:lnTo>
                  <a:pt x="287417" y="128726"/>
                </a:lnTo>
                <a:lnTo>
                  <a:pt x="356139" y="136806"/>
                </a:lnTo>
                <a:lnTo>
                  <a:pt x="367012" y="210285"/>
                </a:lnTo>
                <a:lnTo>
                  <a:pt x="400105" y="265507"/>
                </a:lnTo>
                <a:lnTo>
                  <a:pt x="386743" y="349074"/>
                </a:lnTo>
                <a:lnTo>
                  <a:pt x="417006" y="403567"/>
                </a:lnTo>
                <a:lnTo>
                  <a:pt x="449829" y="526968"/>
                </a:lnTo>
                <a:lnTo>
                  <a:pt x="441254" y="559516"/>
                </a:lnTo>
                <a:lnTo>
                  <a:pt x="408556" y="578135"/>
                </a:lnTo>
                <a:lnTo>
                  <a:pt x="364237" y="580775"/>
                </a:lnTo>
                <a:lnTo>
                  <a:pt x="346372" y="568501"/>
                </a:lnTo>
                <a:lnTo>
                  <a:pt x="328796" y="577331"/>
                </a:lnTo>
                <a:lnTo>
                  <a:pt x="334145" y="612009"/>
                </a:lnTo>
                <a:lnTo>
                  <a:pt x="281794" y="599521"/>
                </a:lnTo>
                <a:lnTo>
                  <a:pt x="316324" y="643428"/>
                </a:lnTo>
                <a:lnTo>
                  <a:pt x="270515" y="674944"/>
                </a:lnTo>
                <a:lnTo>
                  <a:pt x="244238" y="629969"/>
                </a:lnTo>
                <a:lnTo>
                  <a:pt x="222157" y="651228"/>
                </a:lnTo>
                <a:lnTo>
                  <a:pt x="187884" y="649229"/>
                </a:lnTo>
                <a:lnTo>
                  <a:pt x="199269" y="621721"/>
                </a:lnTo>
                <a:lnTo>
                  <a:pt x="153229" y="568294"/>
                </a:lnTo>
                <a:lnTo>
                  <a:pt x="189604" y="559463"/>
                </a:lnTo>
                <a:lnTo>
                  <a:pt x="164822" y="552594"/>
                </a:lnTo>
                <a:lnTo>
                  <a:pt x="141622" y="508997"/>
                </a:lnTo>
                <a:lnTo>
                  <a:pt x="105787" y="511124"/>
                </a:lnTo>
                <a:lnTo>
                  <a:pt x="83779" y="479824"/>
                </a:lnTo>
                <a:lnTo>
                  <a:pt x="63288" y="474208"/>
                </a:lnTo>
                <a:lnTo>
                  <a:pt x="72695" y="445395"/>
                </a:lnTo>
                <a:lnTo>
                  <a:pt x="5125" y="408871"/>
                </a:lnTo>
                <a:lnTo>
                  <a:pt x="28413" y="371407"/>
                </a:lnTo>
                <a:lnTo>
                  <a:pt x="0" y="358124"/>
                </a:lnTo>
                <a:lnTo>
                  <a:pt x="14686" y="331670"/>
                </a:lnTo>
                <a:lnTo>
                  <a:pt x="59199" y="338030"/>
                </a:lnTo>
                <a:lnTo>
                  <a:pt x="38417" y="319616"/>
                </a:lnTo>
                <a:lnTo>
                  <a:pt x="19982" y="264341"/>
                </a:lnTo>
                <a:lnTo>
                  <a:pt x="29654" y="248132"/>
                </a:lnTo>
                <a:lnTo>
                  <a:pt x="9112" y="234084"/>
                </a:lnTo>
                <a:lnTo>
                  <a:pt x="6219" y="208972"/>
                </a:lnTo>
                <a:lnTo>
                  <a:pt x="15182" y="173278"/>
                </a:lnTo>
                <a:lnTo>
                  <a:pt x="42049" y="180527"/>
                </a:lnTo>
                <a:lnTo>
                  <a:pt x="73022" y="166095"/>
                </a:lnTo>
                <a:lnTo>
                  <a:pt x="59132" y="144293"/>
                </a:lnTo>
                <a:lnTo>
                  <a:pt x="79445" y="97016"/>
                </a:lnTo>
                <a:lnTo>
                  <a:pt x="53472" y="72824"/>
                </a:lnTo>
                <a:lnTo>
                  <a:pt x="74858" y="51681"/>
                </a:lnTo>
                <a:lnTo>
                  <a:pt x="80646" y="18324"/>
                </a:lnTo>
                <a:lnTo>
                  <a:pt x="104592" y="560"/>
                </a:lnTo>
                <a:lnTo>
                  <a:pt x="126947" y="28994"/>
                </a:lnTo>
                <a:lnTo>
                  <a:pt x="148770" y="34712"/>
                </a:lnTo>
                <a:lnTo>
                  <a:pt x="166993" y="0"/>
                </a:lnTo>
                <a:lnTo>
                  <a:pt x="210584" y="44773"/>
                </a:lnTo>
                <a:lnTo>
                  <a:pt x="210584" y="4477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map-line"/>
          <p:cNvSpPr/>
          <p:nvPr/>
        </p:nvSpPr>
        <p:spPr>
          <a:xfrm>
            <a:off x="1136870" y="6628539"/>
            <a:ext cx="207588" cy="315687"/>
          </a:xfrm>
          <a:custGeom>
            <a:avLst/>
            <a:gdLst/>
            <a:ahLst/>
            <a:cxnLst/>
            <a:rect l="0" t="0" r="r" b="b"/>
            <a:pathLst>
              <a:path w="207588" h="315687">
                <a:moveTo>
                  <a:pt x="170357" y="80195"/>
                </a:moveTo>
                <a:lnTo>
                  <a:pt x="175789" y="119333"/>
                </a:lnTo>
                <a:lnTo>
                  <a:pt x="207588" y="155872"/>
                </a:lnTo>
                <a:lnTo>
                  <a:pt x="206443" y="203732"/>
                </a:lnTo>
                <a:lnTo>
                  <a:pt x="180747" y="260148"/>
                </a:lnTo>
                <a:lnTo>
                  <a:pt x="164422" y="278356"/>
                </a:lnTo>
                <a:lnTo>
                  <a:pt x="152283" y="268674"/>
                </a:lnTo>
                <a:lnTo>
                  <a:pt x="166245" y="263249"/>
                </a:lnTo>
                <a:lnTo>
                  <a:pt x="182043" y="226138"/>
                </a:lnTo>
                <a:lnTo>
                  <a:pt x="171120" y="211857"/>
                </a:lnTo>
                <a:lnTo>
                  <a:pt x="147396" y="218065"/>
                </a:lnTo>
                <a:lnTo>
                  <a:pt x="67823" y="306886"/>
                </a:lnTo>
                <a:lnTo>
                  <a:pt x="25617" y="315687"/>
                </a:lnTo>
                <a:lnTo>
                  <a:pt x="0" y="234175"/>
                </a:lnTo>
                <a:lnTo>
                  <a:pt x="36943" y="206349"/>
                </a:lnTo>
                <a:lnTo>
                  <a:pt x="38836" y="243646"/>
                </a:lnTo>
                <a:lnTo>
                  <a:pt x="73133" y="236186"/>
                </a:lnTo>
                <a:lnTo>
                  <a:pt x="64771" y="193441"/>
                </a:lnTo>
                <a:lnTo>
                  <a:pt x="124082" y="165938"/>
                </a:lnTo>
                <a:lnTo>
                  <a:pt x="138820" y="173129"/>
                </a:lnTo>
                <a:lnTo>
                  <a:pt x="164927" y="127143"/>
                </a:lnTo>
                <a:lnTo>
                  <a:pt x="142187" y="121018"/>
                </a:lnTo>
                <a:lnTo>
                  <a:pt x="134493" y="103882"/>
                </a:lnTo>
                <a:lnTo>
                  <a:pt x="148166" y="98945"/>
                </a:lnTo>
                <a:lnTo>
                  <a:pt x="137004" y="84215"/>
                </a:lnTo>
                <a:lnTo>
                  <a:pt x="124897" y="93428"/>
                </a:lnTo>
                <a:lnTo>
                  <a:pt x="124949" y="117471"/>
                </a:lnTo>
                <a:lnTo>
                  <a:pt x="100173" y="108876"/>
                </a:lnTo>
                <a:lnTo>
                  <a:pt x="68515" y="64922"/>
                </a:lnTo>
                <a:lnTo>
                  <a:pt x="55966" y="8979"/>
                </a:lnTo>
                <a:lnTo>
                  <a:pt x="69534" y="0"/>
                </a:lnTo>
                <a:lnTo>
                  <a:pt x="89594" y="21357"/>
                </a:lnTo>
                <a:lnTo>
                  <a:pt x="91476" y="48941"/>
                </a:lnTo>
                <a:lnTo>
                  <a:pt x="117270" y="70212"/>
                </a:lnTo>
                <a:lnTo>
                  <a:pt x="170357" y="80195"/>
                </a:lnTo>
                <a:lnTo>
                  <a:pt x="170357" y="8019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marker"/>
          <p:cNvSpPr/>
          <p:nvPr/>
        </p:nvSpPr>
        <p:spPr>
          <a:xfrm>
            <a:off x="576000" y="936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hero: ГЕОГРАФИЯ"/>
          <p:cNvSpPr txBox="1"/>
          <p:nvPr/>
        </p:nvSpPr>
        <p:spPr>
          <a:xfrm>
            <a:off x="576000" y="1210860"/>
            <a:ext cx="3801600" cy="774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48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ГЕОГРАФИЯ</a:t>
            </a:r>
          </a:p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48">
                <a:solidFill>
                  <a:srgbClr val="F7F5F1"/>
                </a:solidFill>
                <a:latin typeface="Unbounded"/>
                <a:ea typeface="Unbounded"/>
                <a:cs typeface="Unbounded"/>
              </a:rPr>
              <a:t>ПРОЕКТОВ</a:t>
            </a:r>
          </a:p>
        </p:txBody>
      </p:sp>
      <p:sp>
        <p:nvSpPr>
          <p:cNvPr id="270" name="plate"/>
          <p:cNvSpPr/>
          <p:nvPr/>
        </p:nvSpPr>
        <p:spPr>
          <a:xfrm>
            <a:off x="360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1" name="tab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72" name="tab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73" name="tab"/>
          <p:cNvCxnSpPr/>
          <p:nvPr/>
        </p:nvCxnSpPr>
        <p:spPr>
          <a:xfrm flipH="1">
            <a:off x="360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274" name="tab"/>
          <p:cNvCxnSpPr/>
          <p:nvPr/>
        </p:nvCxnSpPr>
        <p:spPr>
          <a:xfrm flipV="1">
            <a:off x="36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275" name="folio: 28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ap"/>
          <p:cNvSpPr/>
          <p:nvPr/>
        </p:nvSpPr>
        <p:spPr>
          <a:xfrm>
            <a:off x="561715" y="7616001"/>
            <a:ext cx="1931336" cy="1487561"/>
          </a:xfrm>
          <a:custGeom>
            <a:avLst/>
            <a:gdLst/>
            <a:ahLst/>
            <a:cxnLst/>
            <a:rect l="0" t="0" r="r" b="b"/>
            <a:pathLst>
              <a:path w="1931336" h="1487561">
                <a:moveTo>
                  <a:pt x="155043" y="1210315"/>
                </a:moveTo>
                <a:lnTo>
                  <a:pt x="121232" y="1182744"/>
                </a:lnTo>
                <a:lnTo>
                  <a:pt x="40149" y="1149131"/>
                </a:lnTo>
                <a:lnTo>
                  <a:pt x="18676" y="1108863"/>
                </a:lnTo>
                <a:lnTo>
                  <a:pt x="1302" y="1110658"/>
                </a:lnTo>
                <a:lnTo>
                  <a:pt x="0" y="1080758"/>
                </a:lnTo>
                <a:lnTo>
                  <a:pt x="35019" y="1036745"/>
                </a:lnTo>
                <a:lnTo>
                  <a:pt x="26226" y="1005163"/>
                </a:lnTo>
                <a:lnTo>
                  <a:pt x="36220" y="988796"/>
                </a:lnTo>
                <a:lnTo>
                  <a:pt x="65948" y="1002418"/>
                </a:lnTo>
                <a:lnTo>
                  <a:pt x="84619" y="955267"/>
                </a:lnTo>
                <a:lnTo>
                  <a:pt x="120065" y="951313"/>
                </a:lnTo>
                <a:lnTo>
                  <a:pt x="140841" y="938006"/>
                </a:lnTo>
                <a:lnTo>
                  <a:pt x="139961" y="920726"/>
                </a:lnTo>
                <a:lnTo>
                  <a:pt x="181630" y="906061"/>
                </a:lnTo>
                <a:lnTo>
                  <a:pt x="198131" y="956960"/>
                </a:lnTo>
                <a:lnTo>
                  <a:pt x="250953" y="1012153"/>
                </a:lnTo>
                <a:lnTo>
                  <a:pt x="317985" y="1044182"/>
                </a:lnTo>
                <a:lnTo>
                  <a:pt x="376499" y="1116425"/>
                </a:lnTo>
                <a:lnTo>
                  <a:pt x="400305" y="1105587"/>
                </a:lnTo>
                <a:lnTo>
                  <a:pt x="441938" y="1113298"/>
                </a:lnTo>
                <a:lnTo>
                  <a:pt x="469368" y="1156243"/>
                </a:lnTo>
                <a:lnTo>
                  <a:pt x="521924" y="1188399"/>
                </a:lnTo>
                <a:lnTo>
                  <a:pt x="519550" y="1224049"/>
                </a:lnTo>
                <a:lnTo>
                  <a:pt x="538768" y="1255822"/>
                </a:lnTo>
                <a:lnTo>
                  <a:pt x="566122" y="1246104"/>
                </a:lnTo>
                <a:lnTo>
                  <a:pt x="592179" y="1256192"/>
                </a:lnTo>
                <a:lnTo>
                  <a:pt x="597025" y="1308636"/>
                </a:lnTo>
                <a:lnTo>
                  <a:pt x="641531" y="1278412"/>
                </a:lnTo>
                <a:lnTo>
                  <a:pt x="687536" y="1277791"/>
                </a:lnTo>
                <a:lnTo>
                  <a:pt x="687743" y="1212240"/>
                </a:lnTo>
                <a:lnTo>
                  <a:pt x="777050" y="1160957"/>
                </a:lnTo>
                <a:lnTo>
                  <a:pt x="850425" y="1048330"/>
                </a:lnTo>
                <a:lnTo>
                  <a:pt x="1042920" y="885067"/>
                </a:lnTo>
                <a:lnTo>
                  <a:pt x="1118970" y="637210"/>
                </a:lnTo>
                <a:lnTo>
                  <a:pt x="1066284" y="632464"/>
                </a:lnTo>
                <a:lnTo>
                  <a:pt x="1078810" y="559139"/>
                </a:lnTo>
                <a:lnTo>
                  <a:pt x="1054469" y="437985"/>
                </a:lnTo>
                <a:lnTo>
                  <a:pt x="1074774" y="369748"/>
                </a:lnTo>
                <a:lnTo>
                  <a:pt x="1097950" y="371939"/>
                </a:lnTo>
                <a:lnTo>
                  <a:pt x="1104196" y="359603"/>
                </a:lnTo>
                <a:lnTo>
                  <a:pt x="1075552" y="351228"/>
                </a:lnTo>
                <a:lnTo>
                  <a:pt x="1050747" y="313723"/>
                </a:lnTo>
                <a:lnTo>
                  <a:pt x="1027544" y="311531"/>
                </a:lnTo>
                <a:lnTo>
                  <a:pt x="1032315" y="255763"/>
                </a:lnTo>
                <a:lnTo>
                  <a:pt x="1100385" y="217547"/>
                </a:lnTo>
                <a:lnTo>
                  <a:pt x="1136841" y="218154"/>
                </a:lnTo>
                <a:lnTo>
                  <a:pt x="1152436" y="165911"/>
                </a:lnTo>
                <a:lnTo>
                  <a:pt x="1216339" y="182443"/>
                </a:lnTo>
                <a:lnTo>
                  <a:pt x="1230202" y="172005"/>
                </a:lnTo>
                <a:lnTo>
                  <a:pt x="1272895" y="176125"/>
                </a:lnTo>
                <a:lnTo>
                  <a:pt x="1290819" y="157105"/>
                </a:lnTo>
                <a:lnTo>
                  <a:pt x="1293456" y="118579"/>
                </a:lnTo>
                <a:lnTo>
                  <a:pt x="1305555" y="115620"/>
                </a:lnTo>
                <a:lnTo>
                  <a:pt x="1334246" y="148102"/>
                </a:lnTo>
                <a:lnTo>
                  <a:pt x="1362305" y="136324"/>
                </a:lnTo>
                <a:lnTo>
                  <a:pt x="1399385" y="144777"/>
                </a:lnTo>
                <a:lnTo>
                  <a:pt x="1416268" y="123491"/>
                </a:lnTo>
                <a:lnTo>
                  <a:pt x="1448670" y="167983"/>
                </a:lnTo>
                <a:lnTo>
                  <a:pt x="1498001" y="170751"/>
                </a:lnTo>
                <a:lnTo>
                  <a:pt x="1510364" y="158284"/>
                </a:lnTo>
                <a:lnTo>
                  <a:pt x="1554125" y="178402"/>
                </a:lnTo>
                <a:lnTo>
                  <a:pt x="1572701" y="144970"/>
                </a:lnTo>
                <a:lnTo>
                  <a:pt x="1634606" y="128122"/>
                </a:lnTo>
                <a:lnTo>
                  <a:pt x="1647669" y="45420"/>
                </a:lnTo>
                <a:lnTo>
                  <a:pt x="1704851" y="29892"/>
                </a:lnTo>
                <a:lnTo>
                  <a:pt x="1717834" y="5377"/>
                </a:lnTo>
                <a:lnTo>
                  <a:pt x="1743990" y="0"/>
                </a:lnTo>
                <a:lnTo>
                  <a:pt x="1758296" y="13587"/>
                </a:lnTo>
                <a:lnTo>
                  <a:pt x="1707641" y="66872"/>
                </a:lnTo>
                <a:lnTo>
                  <a:pt x="1701667" y="124057"/>
                </a:lnTo>
                <a:lnTo>
                  <a:pt x="1728453" y="126533"/>
                </a:lnTo>
                <a:lnTo>
                  <a:pt x="1745085" y="147269"/>
                </a:lnTo>
                <a:lnTo>
                  <a:pt x="1739882" y="175098"/>
                </a:lnTo>
                <a:lnTo>
                  <a:pt x="1761072" y="198280"/>
                </a:lnTo>
                <a:lnTo>
                  <a:pt x="1757983" y="218662"/>
                </a:lnTo>
                <a:lnTo>
                  <a:pt x="1776929" y="238565"/>
                </a:lnTo>
                <a:lnTo>
                  <a:pt x="1804797" y="333868"/>
                </a:lnTo>
                <a:lnTo>
                  <a:pt x="1850826" y="324912"/>
                </a:lnTo>
                <a:lnTo>
                  <a:pt x="1864909" y="349021"/>
                </a:lnTo>
                <a:lnTo>
                  <a:pt x="1902012" y="361595"/>
                </a:lnTo>
                <a:lnTo>
                  <a:pt x="1920882" y="388770"/>
                </a:lnTo>
                <a:lnTo>
                  <a:pt x="1931336" y="414975"/>
                </a:lnTo>
                <a:lnTo>
                  <a:pt x="1922126" y="467167"/>
                </a:lnTo>
                <a:lnTo>
                  <a:pt x="1813802" y="516910"/>
                </a:lnTo>
                <a:lnTo>
                  <a:pt x="1760783" y="609493"/>
                </a:lnTo>
                <a:lnTo>
                  <a:pt x="1653637" y="702680"/>
                </a:lnTo>
                <a:lnTo>
                  <a:pt x="1666649" y="750525"/>
                </a:lnTo>
                <a:lnTo>
                  <a:pt x="1687275" y="773768"/>
                </a:lnTo>
                <a:lnTo>
                  <a:pt x="1712169" y="776800"/>
                </a:lnTo>
                <a:lnTo>
                  <a:pt x="1709177" y="799412"/>
                </a:lnTo>
                <a:lnTo>
                  <a:pt x="1730779" y="796453"/>
                </a:lnTo>
                <a:lnTo>
                  <a:pt x="1733158" y="814097"/>
                </a:lnTo>
                <a:lnTo>
                  <a:pt x="1720528" y="867312"/>
                </a:lnTo>
                <a:lnTo>
                  <a:pt x="1672499" y="924483"/>
                </a:lnTo>
                <a:lnTo>
                  <a:pt x="1637042" y="927625"/>
                </a:lnTo>
                <a:lnTo>
                  <a:pt x="1604845" y="959964"/>
                </a:lnTo>
                <a:lnTo>
                  <a:pt x="1561732" y="966286"/>
                </a:lnTo>
                <a:lnTo>
                  <a:pt x="1550920" y="994365"/>
                </a:lnTo>
                <a:lnTo>
                  <a:pt x="1511170" y="988078"/>
                </a:lnTo>
                <a:lnTo>
                  <a:pt x="1469453" y="1062013"/>
                </a:lnTo>
                <a:lnTo>
                  <a:pt x="1412750" y="1096252"/>
                </a:lnTo>
                <a:lnTo>
                  <a:pt x="1378438" y="1155897"/>
                </a:lnTo>
                <a:lnTo>
                  <a:pt x="1303971" y="1146491"/>
                </a:lnTo>
                <a:lnTo>
                  <a:pt x="1233097" y="1205804"/>
                </a:lnTo>
                <a:lnTo>
                  <a:pt x="1195786" y="1182233"/>
                </a:lnTo>
                <a:lnTo>
                  <a:pt x="1182341" y="1196347"/>
                </a:lnTo>
                <a:lnTo>
                  <a:pt x="1140741" y="1189517"/>
                </a:lnTo>
                <a:lnTo>
                  <a:pt x="1119045" y="1236676"/>
                </a:lnTo>
                <a:lnTo>
                  <a:pt x="1147468" y="1262230"/>
                </a:lnTo>
                <a:lnTo>
                  <a:pt x="1121922" y="1277504"/>
                </a:lnTo>
                <a:lnTo>
                  <a:pt x="1116500" y="1315770"/>
                </a:lnTo>
                <a:lnTo>
                  <a:pt x="1097269" y="1334813"/>
                </a:lnTo>
                <a:lnTo>
                  <a:pt x="1174124" y="1373361"/>
                </a:lnTo>
                <a:lnTo>
                  <a:pt x="1120513" y="1396113"/>
                </a:lnTo>
                <a:lnTo>
                  <a:pt x="1114376" y="1413573"/>
                </a:lnTo>
                <a:lnTo>
                  <a:pt x="1097392" y="1412529"/>
                </a:lnTo>
                <a:lnTo>
                  <a:pt x="1075635" y="1448947"/>
                </a:lnTo>
                <a:lnTo>
                  <a:pt x="1076228" y="1483124"/>
                </a:lnTo>
                <a:lnTo>
                  <a:pt x="1009976" y="1483269"/>
                </a:lnTo>
                <a:lnTo>
                  <a:pt x="940677" y="1430925"/>
                </a:lnTo>
                <a:lnTo>
                  <a:pt x="890114" y="1442141"/>
                </a:lnTo>
                <a:lnTo>
                  <a:pt x="860376" y="1424952"/>
                </a:lnTo>
                <a:lnTo>
                  <a:pt x="782022" y="1417309"/>
                </a:lnTo>
                <a:lnTo>
                  <a:pt x="675590" y="1457447"/>
                </a:lnTo>
                <a:lnTo>
                  <a:pt x="643721" y="1487561"/>
                </a:lnTo>
                <a:lnTo>
                  <a:pt x="546655" y="1485094"/>
                </a:lnTo>
                <a:lnTo>
                  <a:pt x="533293" y="1466081"/>
                </a:lnTo>
                <a:lnTo>
                  <a:pt x="495947" y="1464439"/>
                </a:lnTo>
                <a:lnTo>
                  <a:pt x="425303" y="1421228"/>
                </a:lnTo>
                <a:lnTo>
                  <a:pt x="427436" y="1392575"/>
                </a:lnTo>
                <a:lnTo>
                  <a:pt x="413758" y="1378263"/>
                </a:lnTo>
                <a:lnTo>
                  <a:pt x="403796" y="1323440"/>
                </a:lnTo>
                <a:lnTo>
                  <a:pt x="406794" y="1281565"/>
                </a:lnTo>
                <a:lnTo>
                  <a:pt x="353021" y="1259715"/>
                </a:lnTo>
                <a:lnTo>
                  <a:pt x="309979" y="1260712"/>
                </a:lnTo>
                <a:lnTo>
                  <a:pt x="212864" y="1210987"/>
                </a:lnTo>
                <a:lnTo>
                  <a:pt x="155043" y="1210315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ap"/>
          <p:cNvSpPr/>
          <p:nvPr/>
        </p:nvSpPr>
        <p:spPr>
          <a:xfrm>
            <a:off x="-573060" y="8448983"/>
            <a:ext cx="1205731" cy="740834"/>
          </a:xfrm>
          <a:custGeom>
            <a:avLst/>
            <a:gdLst/>
            <a:ahLst/>
            <a:cxnLst/>
            <a:rect l="0" t="0" r="r" b="b"/>
            <a:pathLst>
              <a:path w="1205731" h="740834">
                <a:moveTo>
                  <a:pt x="1168634" y="303781"/>
                </a:moveTo>
                <a:lnTo>
                  <a:pt x="1138624" y="359664"/>
                </a:lnTo>
                <a:lnTo>
                  <a:pt x="1098129" y="377465"/>
                </a:lnTo>
                <a:lnTo>
                  <a:pt x="1084148" y="422022"/>
                </a:lnTo>
                <a:lnTo>
                  <a:pt x="1063249" y="424753"/>
                </a:lnTo>
                <a:lnTo>
                  <a:pt x="1033648" y="508080"/>
                </a:lnTo>
                <a:lnTo>
                  <a:pt x="1053562" y="537155"/>
                </a:lnTo>
                <a:lnTo>
                  <a:pt x="1058662" y="578622"/>
                </a:lnTo>
                <a:lnTo>
                  <a:pt x="1088131" y="598659"/>
                </a:lnTo>
                <a:lnTo>
                  <a:pt x="1083373" y="641826"/>
                </a:lnTo>
                <a:lnTo>
                  <a:pt x="1056603" y="689149"/>
                </a:lnTo>
                <a:lnTo>
                  <a:pt x="1030047" y="706717"/>
                </a:lnTo>
                <a:lnTo>
                  <a:pt x="998576" y="706850"/>
                </a:lnTo>
                <a:lnTo>
                  <a:pt x="995100" y="724051"/>
                </a:lnTo>
                <a:lnTo>
                  <a:pt x="965564" y="740834"/>
                </a:lnTo>
                <a:lnTo>
                  <a:pt x="927042" y="709522"/>
                </a:lnTo>
                <a:lnTo>
                  <a:pt x="895377" y="703056"/>
                </a:lnTo>
                <a:lnTo>
                  <a:pt x="880925" y="712705"/>
                </a:lnTo>
                <a:lnTo>
                  <a:pt x="819244" y="683309"/>
                </a:lnTo>
                <a:lnTo>
                  <a:pt x="805533" y="693625"/>
                </a:lnTo>
                <a:lnTo>
                  <a:pt x="792343" y="677763"/>
                </a:lnTo>
                <a:lnTo>
                  <a:pt x="751809" y="699791"/>
                </a:lnTo>
                <a:lnTo>
                  <a:pt x="702011" y="685478"/>
                </a:lnTo>
                <a:lnTo>
                  <a:pt x="684963" y="665691"/>
                </a:lnTo>
                <a:lnTo>
                  <a:pt x="646812" y="667573"/>
                </a:lnTo>
                <a:lnTo>
                  <a:pt x="620362" y="627745"/>
                </a:lnTo>
                <a:lnTo>
                  <a:pt x="614234" y="565475"/>
                </a:lnTo>
                <a:lnTo>
                  <a:pt x="479810" y="545292"/>
                </a:lnTo>
                <a:lnTo>
                  <a:pt x="466470" y="510729"/>
                </a:lnTo>
                <a:lnTo>
                  <a:pt x="447386" y="506843"/>
                </a:lnTo>
                <a:lnTo>
                  <a:pt x="428083" y="525900"/>
                </a:lnTo>
                <a:lnTo>
                  <a:pt x="398404" y="486561"/>
                </a:lnTo>
                <a:lnTo>
                  <a:pt x="371140" y="516716"/>
                </a:lnTo>
                <a:lnTo>
                  <a:pt x="323366" y="511962"/>
                </a:lnTo>
                <a:lnTo>
                  <a:pt x="279294" y="547850"/>
                </a:lnTo>
                <a:lnTo>
                  <a:pt x="231198" y="548298"/>
                </a:lnTo>
                <a:lnTo>
                  <a:pt x="187545" y="581259"/>
                </a:lnTo>
                <a:lnTo>
                  <a:pt x="162989" y="578130"/>
                </a:lnTo>
                <a:lnTo>
                  <a:pt x="105728" y="596629"/>
                </a:lnTo>
                <a:lnTo>
                  <a:pt x="96903" y="614618"/>
                </a:lnTo>
                <a:lnTo>
                  <a:pt x="55591" y="619383"/>
                </a:lnTo>
                <a:lnTo>
                  <a:pt x="49679" y="564158"/>
                </a:lnTo>
                <a:lnTo>
                  <a:pt x="30114" y="560135"/>
                </a:lnTo>
                <a:lnTo>
                  <a:pt x="32341" y="549345"/>
                </a:lnTo>
                <a:lnTo>
                  <a:pt x="54978" y="533204"/>
                </a:lnTo>
                <a:lnTo>
                  <a:pt x="57391" y="514997"/>
                </a:lnTo>
                <a:lnTo>
                  <a:pt x="68967" y="532496"/>
                </a:lnTo>
                <a:lnTo>
                  <a:pt x="94763" y="528085"/>
                </a:lnTo>
                <a:lnTo>
                  <a:pt x="99300" y="515384"/>
                </a:lnTo>
                <a:lnTo>
                  <a:pt x="21853" y="399835"/>
                </a:lnTo>
                <a:lnTo>
                  <a:pt x="13834" y="365412"/>
                </a:lnTo>
                <a:lnTo>
                  <a:pt x="22333" y="330353"/>
                </a:lnTo>
                <a:lnTo>
                  <a:pt x="0" y="302040"/>
                </a:lnTo>
                <a:lnTo>
                  <a:pt x="56274" y="292709"/>
                </a:lnTo>
                <a:lnTo>
                  <a:pt x="59073" y="313703"/>
                </a:lnTo>
                <a:lnTo>
                  <a:pt x="79082" y="306260"/>
                </a:lnTo>
                <a:lnTo>
                  <a:pt x="113558" y="315919"/>
                </a:lnTo>
                <a:lnTo>
                  <a:pt x="145088" y="287197"/>
                </a:lnTo>
                <a:lnTo>
                  <a:pt x="160189" y="291392"/>
                </a:lnTo>
                <a:lnTo>
                  <a:pt x="158190" y="247496"/>
                </a:lnTo>
                <a:lnTo>
                  <a:pt x="173701" y="221600"/>
                </a:lnTo>
                <a:lnTo>
                  <a:pt x="199943" y="214866"/>
                </a:lnTo>
                <a:lnTo>
                  <a:pt x="240155" y="243311"/>
                </a:lnTo>
                <a:lnTo>
                  <a:pt x="248899" y="274593"/>
                </a:lnTo>
                <a:lnTo>
                  <a:pt x="328818" y="286521"/>
                </a:lnTo>
                <a:lnTo>
                  <a:pt x="388299" y="315450"/>
                </a:lnTo>
                <a:lnTo>
                  <a:pt x="474215" y="315694"/>
                </a:lnTo>
                <a:lnTo>
                  <a:pt x="574753" y="253130"/>
                </a:lnTo>
                <a:lnTo>
                  <a:pt x="637632" y="144043"/>
                </a:lnTo>
                <a:lnTo>
                  <a:pt x="679057" y="134679"/>
                </a:lnTo>
                <a:lnTo>
                  <a:pt x="704718" y="76043"/>
                </a:lnTo>
                <a:lnTo>
                  <a:pt x="694128" y="60715"/>
                </a:lnTo>
                <a:lnTo>
                  <a:pt x="767635" y="40055"/>
                </a:lnTo>
                <a:lnTo>
                  <a:pt x="782948" y="56774"/>
                </a:lnTo>
                <a:lnTo>
                  <a:pt x="824279" y="31957"/>
                </a:lnTo>
                <a:lnTo>
                  <a:pt x="860146" y="47082"/>
                </a:lnTo>
                <a:lnTo>
                  <a:pt x="879425" y="17458"/>
                </a:lnTo>
                <a:lnTo>
                  <a:pt x="899330" y="38081"/>
                </a:lnTo>
                <a:lnTo>
                  <a:pt x="922614" y="31642"/>
                </a:lnTo>
                <a:lnTo>
                  <a:pt x="931097" y="4827"/>
                </a:lnTo>
                <a:lnTo>
                  <a:pt x="948427" y="0"/>
                </a:lnTo>
                <a:lnTo>
                  <a:pt x="997462" y="27058"/>
                </a:lnTo>
                <a:lnTo>
                  <a:pt x="1025798" y="69139"/>
                </a:lnTo>
                <a:lnTo>
                  <a:pt x="1064347" y="73232"/>
                </a:lnTo>
                <a:lnTo>
                  <a:pt x="1071846" y="92923"/>
                </a:lnTo>
                <a:lnTo>
                  <a:pt x="1100202" y="99127"/>
                </a:lnTo>
                <a:lnTo>
                  <a:pt x="1101202" y="121284"/>
                </a:lnTo>
                <a:lnTo>
                  <a:pt x="1171599" y="114266"/>
                </a:lnTo>
                <a:lnTo>
                  <a:pt x="1185485" y="124090"/>
                </a:lnTo>
                <a:lnTo>
                  <a:pt x="1177000" y="135614"/>
                </a:lnTo>
                <a:lnTo>
                  <a:pt x="1205731" y="150917"/>
                </a:lnTo>
                <a:lnTo>
                  <a:pt x="1200723" y="169436"/>
                </a:lnTo>
                <a:lnTo>
                  <a:pt x="1169930" y="156978"/>
                </a:lnTo>
                <a:lnTo>
                  <a:pt x="1161001" y="172181"/>
                </a:lnTo>
                <a:lnTo>
                  <a:pt x="1169794" y="203763"/>
                </a:lnTo>
                <a:lnTo>
                  <a:pt x="1134775" y="247776"/>
                </a:lnTo>
                <a:lnTo>
                  <a:pt x="1136077" y="277676"/>
                </a:lnTo>
                <a:lnTo>
                  <a:pt x="1153451" y="275881"/>
                </a:lnTo>
                <a:lnTo>
                  <a:pt x="1168634" y="30378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p"/>
          <p:cNvSpPr/>
          <p:nvPr/>
        </p:nvSpPr>
        <p:spPr>
          <a:xfrm>
            <a:off x="1637135" y="7361961"/>
            <a:ext cx="1456847" cy="1845446"/>
          </a:xfrm>
          <a:custGeom>
            <a:avLst/>
            <a:gdLst/>
            <a:ahLst/>
            <a:cxnLst/>
            <a:rect l="0" t="0" r="r" b="b"/>
            <a:pathLst>
              <a:path w="1456847" h="1845446">
                <a:moveTo>
                  <a:pt x="782040" y="1558541"/>
                </a:moveTo>
                <a:lnTo>
                  <a:pt x="758743" y="1555474"/>
                </a:lnTo>
                <a:lnTo>
                  <a:pt x="686194" y="1618906"/>
                </a:lnTo>
                <a:lnTo>
                  <a:pt x="647548" y="1667541"/>
                </a:lnTo>
                <a:lnTo>
                  <a:pt x="640472" y="1707552"/>
                </a:lnTo>
                <a:lnTo>
                  <a:pt x="610213" y="1731105"/>
                </a:lnTo>
                <a:lnTo>
                  <a:pt x="573112" y="1731948"/>
                </a:lnTo>
                <a:lnTo>
                  <a:pt x="524565" y="1763661"/>
                </a:lnTo>
                <a:lnTo>
                  <a:pt x="443678" y="1786510"/>
                </a:lnTo>
                <a:lnTo>
                  <a:pt x="372693" y="1841012"/>
                </a:lnTo>
                <a:lnTo>
                  <a:pt x="331641" y="1827474"/>
                </a:lnTo>
                <a:lnTo>
                  <a:pt x="311084" y="1845446"/>
                </a:lnTo>
                <a:lnTo>
                  <a:pt x="199089" y="1828801"/>
                </a:lnTo>
                <a:lnTo>
                  <a:pt x="109543" y="1842677"/>
                </a:lnTo>
                <a:lnTo>
                  <a:pt x="28847" y="1789011"/>
                </a:lnTo>
                <a:lnTo>
                  <a:pt x="26863" y="1742294"/>
                </a:lnTo>
                <a:lnTo>
                  <a:pt x="808" y="1737164"/>
                </a:lnTo>
                <a:lnTo>
                  <a:pt x="0" y="1703913"/>
                </a:lnTo>
                <a:lnTo>
                  <a:pt x="21973" y="1666569"/>
                </a:lnTo>
                <a:lnTo>
                  <a:pt x="38956" y="1667613"/>
                </a:lnTo>
                <a:lnTo>
                  <a:pt x="45093" y="1650153"/>
                </a:lnTo>
                <a:lnTo>
                  <a:pt x="98704" y="1627402"/>
                </a:lnTo>
                <a:lnTo>
                  <a:pt x="21849" y="1588853"/>
                </a:lnTo>
                <a:lnTo>
                  <a:pt x="41080" y="1569811"/>
                </a:lnTo>
                <a:lnTo>
                  <a:pt x="46502" y="1531545"/>
                </a:lnTo>
                <a:lnTo>
                  <a:pt x="72048" y="1516271"/>
                </a:lnTo>
                <a:lnTo>
                  <a:pt x="43625" y="1490717"/>
                </a:lnTo>
                <a:lnTo>
                  <a:pt x="65936" y="1442921"/>
                </a:lnTo>
                <a:lnTo>
                  <a:pt x="106921" y="1450388"/>
                </a:lnTo>
                <a:lnTo>
                  <a:pt x="120366" y="1436273"/>
                </a:lnTo>
                <a:lnTo>
                  <a:pt x="157677" y="1459844"/>
                </a:lnTo>
                <a:lnTo>
                  <a:pt x="228551" y="1400532"/>
                </a:lnTo>
                <a:lnTo>
                  <a:pt x="304685" y="1409055"/>
                </a:lnTo>
                <a:lnTo>
                  <a:pt x="337330" y="1350293"/>
                </a:lnTo>
                <a:lnTo>
                  <a:pt x="394033" y="1316054"/>
                </a:lnTo>
                <a:lnTo>
                  <a:pt x="435750" y="1242118"/>
                </a:lnTo>
                <a:lnTo>
                  <a:pt x="475500" y="1248406"/>
                </a:lnTo>
                <a:lnTo>
                  <a:pt x="486312" y="1220327"/>
                </a:lnTo>
                <a:lnTo>
                  <a:pt x="529425" y="1214005"/>
                </a:lnTo>
                <a:lnTo>
                  <a:pt x="561622" y="1181665"/>
                </a:lnTo>
                <a:lnTo>
                  <a:pt x="597079" y="1178523"/>
                </a:lnTo>
                <a:lnTo>
                  <a:pt x="645109" y="1121352"/>
                </a:lnTo>
                <a:lnTo>
                  <a:pt x="655359" y="1050494"/>
                </a:lnTo>
                <a:lnTo>
                  <a:pt x="634316" y="1053994"/>
                </a:lnTo>
                <a:lnTo>
                  <a:pt x="636749" y="1030840"/>
                </a:lnTo>
                <a:lnTo>
                  <a:pt x="611855" y="1027808"/>
                </a:lnTo>
                <a:lnTo>
                  <a:pt x="591229" y="1004565"/>
                </a:lnTo>
                <a:lnTo>
                  <a:pt x="577542" y="957974"/>
                </a:lnTo>
                <a:lnTo>
                  <a:pt x="685363" y="863533"/>
                </a:lnTo>
                <a:lnTo>
                  <a:pt x="738382" y="770950"/>
                </a:lnTo>
                <a:lnTo>
                  <a:pt x="845165" y="723728"/>
                </a:lnTo>
                <a:lnTo>
                  <a:pt x="855916" y="669016"/>
                </a:lnTo>
                <a:lnTo>
                  <a:pt x="826592" y="615635"/>
                </a:lnTo>
                <a:lnTo>
                  <a:pt x="789489" y="603062"/>
                </a:lnTo>
                <a:lnTo>
                  <a:pt x="775406" y="578952"/>
                </a:lnTo>
                <a:lnTo>
                  <a:pt x="728803" y="587179"/>
                </a:lnTo>
                <a:lnTo>
                  <a:pt x="701509" y="492605"/>
                </a:lnTo>
                <a:lnTo>
                  <a:pt x="682564" y="472703"/>
                </a:lnTo>
                <a:lnTo>
                  <a:pt x="685652" y="452320"/>
                </a:lnTo>
                <a:lnTo>
                  <a:pt x="664463" y="429139"/>
                </a:lnTo>
                <a:lnTo>
                  <a:pt x="669665" y="401310"/>
                </a:lnTo>
                <a:lnTo>
                  <a:pt x="653033" y="380574"/>
                </a:lnTo>
                <a:lnTo>
                  <a:pt x="626247" y="378098"/>
                </a:lnTo>
                <a:lnTo>
                  <a:pt x="637075" y="351971"/>
                </a:lnTo>
                <a:lnTo>
                  <a:pt x="631015" y="323314"/>
                </a:lnTo>
                <a:lnTo>
                  <a:pt x="639621" y="313486"/>
                </a:lnTo>
                <a:lnTo>
                  <a:pt x="686301" y="331149"/>
                </a:lnTo>
                <a:lnTo>
                  <a:pt x="708190" y="319185"/>
                </a:lnTo>
                <a:lnTo>
                  <a:pt x="756206" y="330740"/>
                </a:lnTo>
                <a:lnTo>
                  <a:pt x="785217" y="308067"/>
                </a:lnTo>
                <a:lnTo>
                  <a:pt x="797900" y="278196"/>
                </a:lnTo>
                <a:lnTo>
                  <a:pt x="811470" y="296941"/>
                </a:lnTo>
                <a:lnTo>
                  <a:pt x="825816" y="288439"/>
                </a:lnTo>
                <a:lnTo>
                  <a:pt x="829179" y="256338"/>
                </a:lnTo>
                <a:lnTo>
                  <a:pt x="814534" y="234072"/>
                </a:lnTo>
                <a:lnTo>
                  <a:pt x="826308" y="203443"/>
                </a:lnTo>
                <a:lnTo>
                  <a:pt x="806007" y="203379"/>
                </a:lnTo>
                <a:lnTo>
                  <a:pt x="793287" y="219491"/>
                </a:lnTo>
                <a:lnTo>
                  <a:pt x="734560" y="129230"/>
                </a:lnTo>
                <a:lnTo>
                  <a:pt x="760450" y="103050"/>
                </a:lnTo>
                <a:lnTo>
                  <a:pt x="749926" y="63363"/>
                </a:lnTo>
                <a:lnTo>
                  <a:pt x="764206" y="49345"/>
                </a:lnTo>
                <a:lnTo>
                  <a:pt x="747645" y="28948"/>
                </a:lnTo>
                <a:lnTo>
                  <a:pt x="776433" y="2306"/>
                </a:lnTo>
                <a:lnTo>
                  <a:pt x="823965" y="0"/>
                </a:lnTo>
                <a:lnTo>
                  <a:pt x="861969" y="23615"/>
                </a:lnTo>
                <a:lnTo>
                  <a:pt x="904039" y="2433"/>
                </a:lnTo>
                <a:lnTo>
                  <a:pt x="922872" y="90188"/>
                </a:lnTo>
                <a:lnTo>
                  <a:pt x="935772" y="95437"/>
                </a:lnTo>
                <a:lnTo>
                  <a:pt x="942830" y="124529"/>
                </a:lnTo>
                <a:lnTo>
                  <a:pt x="955785" y="105932"/>
                </a:lnTo>
                <a:lnTo>
                  <a:pt x="973489" y="105415"/>
                </a:lnTo>
                <a:lnTo>
                  <a:pt x="972993" y="135385"/>
                </a:lnTo>
                <a:lnTo>
                  <a:pt x="1013703" y="174388"/>
                </a:lnTo>
                <a:lnTo>
                  <a:pt x="1015299" y="202508"/>
                </a:lnTo>
                <a:lnTo>
                  <a:pt x="1048924" y="217932"/>
                </a:lnTo>
                <a:lnTo>
                  <a:pt x="1033499" y="246684"/>
                </a:lnTo>
                <a:lnTo>
                  <a:pt x="1056713" y="255146"/>
                </a:lnTo>
                <a:lnTo>
                  <a:pt x="1055924" y="272415"/>
                </a:lnTo>
                <a:lnTo>
                  <a:pt x="1076189" y="286574"/>
                </a:lnTo>
                <a:lnTo>
                  <a:pt x="1107819" y="283844"/>
                </a:lnTo>
                <a:lnTo>
                  <a:pt x="1144564" y="307975"/>
                </a:lnTo>
                <a:lnTo>
                  <a:pt x="1105210" y="346644"/>
                </a:lnTo>
                <a:lnTo>
                  <a:pt x="1124729" y="385175"/>
                </a:lnTo>
                <a:lnTo>
                  <a:pt x="1153556" y="384921"/>
                </a:lnTo>
                <a:lnTo>
                  <a:pt x="1193240" y="344170"/>
                </a:lnTo>
                <a:lnTo>
                  <a:pt x="1224194" y="333152"/>
                </a:lnTo>
                <a:lnTo>
                  <a:pt x="1250483" y="365037"/>
                </a:lnTo>
                <a:lnTo>
                  <a:pt x="1268684" y="417953"/>
                </a:lnTo>
                <a:lnTo>
                  <a:pt x="1287181" y="412696"/>
                </a:lnTo>
                <a:lnTo>
                  <a:pt x="1305520" y="385054"/>
                </a:lnTo>
                <a:lnTo>
                  <a:pt x="1331880" y="403123"/>
                </a:lnTo>
                <a:lnTo>
                  <a:pt x="1356641" y="489204"/>
                </a:lnTo>
                <a:lnTo>
                  <a:pt x="1341818" y="543592"/>
                </a:lnTo>
                <a:lnTo>
                  <a:pt x="1362978" y="524823"/>
                </a:lnTo>
                <a:lnTo>
                  <a:pt x="1379054" y="563660"/>
                </a:lnTo>
                <a:lnTo>
                  <a:pt x="1409109" y="582330"/>
                </a:lnTo>
                <a:lnTo>
                  <a:pt x="1388869" y="600630"/>
                </a:lnTo>
                <a:lnTo>
                  <a:pt x="1366977" y="598909"/>
                </a:lnTo>
                <a:lnTo>
                  <a:pt x="1386784" y="645228"/>
                </a:lnTo>
                <a:lnTo>
                  <a:pt x="1378178" y="660168"/>
                </a:lnTo>
                <a:lnTo>
                  <a:pt x="1423439" y="695848"/>
                </a:lnTo>
                <a:lnTo>
                  <a:pt x="1456847" y="761399"/>
                </a:lnTo>
                <a:lnTo>
                  <a:pt x="1379809" y="816611"/>
                </a:lnTo>
                <a:lnTo>
                  <a:pt x="1342410" y="829213"/>
                </a:lnTo>
                <a:lnTo>
                  <a:pt x="1284367" y="946587"/>
                </a:lnTo>
                <a:lnTo>
                  <a:pt x="1298524" y="975284"/>
                </a:lnTo>
                <a:lnTo>
                  <a:pt x="1336000" y="954265"/>
                </a:lnTo>
                <a:lnTo>
                  <a:pt x="1370247" y="962328"/>
                </a:lnTo>
                <a:lnTo>
                  <a:pt x="1370567" y="1000094"/>
                </a:lnTo>
                <a:lnTo>
                  <a:pt x="1399796" y="1035320"/>
                </a:lnTo>
                <a:lnTo>
                  <a:pt x="1396983" y="1076227"/>
                </a:lnTo>
                <a:lnTo>
                  <a:pt x="1350908" y="1139022"/>
                </a:lnTo>
                <a:lnTo>
                  <a:pt x="1342545" y="1255015"/>
                </a:lnTo>
                <a:lnTo>
                  <a:pt x="1326416" y="1291900"/>
                </a:lnTo>
                <a:lnTo>
                  <a:pt x="1332789" y="1322275"/>
                </a:lnTo>
                <a:lnTo>
                  <a:pt x="1310047" y="1395090"/>
                </a:lnTo>
                <a:lnTo>
                  <a:pt x="1339513" y="1400534"/>
                </a:lnTo>
                <a:lnTo>
                  <a:pt x="1346643" y="1435943"/>
                </a:lnTo>
                <a:lnTo>
                  <a:pt x="1337495" y="1459519"/>
                </a:lnTo>
                <a:lnTo>
                  <a:pt x="1275884" y="1488741"/>
                </a:lnTo>
                <a:lnTo>
                  <a:pt x="1196255" y="1595272"/>
                </a:lnTo>
                <a:lnTo>
                  <a:pt x="1105926" y="1588151"/>
                </a:lnTo>
                <a:lnTo>
                  <a:pt x="993225" y="1551620"/>
                </a:lnTo>
                <a:lnTo>
                  <a:pt x="940867" y="1589919"/>
                </a:lnTo>
                <a:lnTo>
                  <a:pt x="902080" y="1596447"/>
                </a:lnTo>
                <a:lnTo>
                  <a:pt x="814470" y="1551046"/>
                </a:lnTo>
                <a:lnTo>
                  <a:pt x="782040" y="155854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p"/>
          <p:cNvSpPr/>
          <p:nvPr/>
        </p:nvSpPr>
        <p:spPr>
          <a:xfrm>
            <a:off x="2670634" y="7302543"/>
            <a:ext cx="1778883" cy="1242054"/>
          </a:xfrm>
          <a:custGeom>
            <a:avLst/>
            <a:gdLst/>
            <a:ahLst/>
            <a:cxnLst/>
            <a:rect l="0" t="0" r="r" b="b"/>
            <a:pathLst>
              <a:path w="1778883" h="1242054">
                <a:moveTo>
                  <a:pt x="568952" y="752836"/>
                </a:moveTo>
                <a:lnTo>
                  <a:pt x="544678" y="751430"/>
                </a:lnTo>
                <a:lnTo>
                  <a:pt x="507397" y="783357"/>
                </a:lnTo>
                <a:lnTo>
                  <a:pt x="449753" y="798939"/>
                </a:lnTo>
                <a:lnTo>
                  <a:pt x="423348" y="820816"/>
                </a:lnTo>
                <a:lnTo>
                  <a:pt x="389940" y="755266"/>
                </a:lnTo>
                <a:lnTo>
                  <a:pt x="344679" y="719586"/>
                </a:lnTo>
                <a:lnTo>
                  <a:pt x="353285" y="704646"/>
                </a:lnTo>
                <a:lnTo>
                  <a:pt x="333478" y="658327"/>
                </a:lnTo>
                <a:lnTo>
                  <a:pt x="355369" y="660048"/>
                </a:lnTo>
                <a:lnTo>
                  <a:pt x="375610" y="641747"/>
                </a:lnTo>
                <a:lnTo>
                  <a:pt x="345555" y="623078"/>
                </a:lnTo>
                <a:lnTo>
                  <a:pt x="329479" y="584241"/>
                </a:lnTo>
                <a:lnTo>
                  <a:pt x="308318" y="603009"/>
                </a:lnTo>
                <a:lnTo>
                  <a:pt x="323142" y="548622"/>
                </a:lnTo>
                <a:lnTo>
                  <a:pt x="297574" y="461491"/>
                </a:lnTo>
                <a:lnTo>
                  <a:pt x="269031" y="445182"/>
                </a:lnTo>
                <a:lnTo>
                  <a:pt x="253682" y="472114"/>
                </a:lnTo>
                <a:lnTo>
                  <a:pt x="235185" y="477371"/>
                </a:lnTo>
                <a:lnTo>
                  <a:pt x="216984" y="424455"/>
                </a:lnTo>
                <a:lnTo>
                  <a:pt x="190695" y="392570"/>
                </a:lnTo>
                <a:lnTo>
                  <a:pt x="97638" y="449400"/>
                </a:lnTo>
                <a:lnTo>
                  <a:pt x="71711" y="406061"/>
                </a:lnTo>
                <a:lnTo>
                  <a:pt x="111065" y="367393"/>
                </a:lnTo>
                <a:lnTo>
                  <a:pt x="74320" y="343262"/>
                </a:lnTo>
                <a:lnTo>
                  <a:pt x="42690" y="345992"/>
                </a:lnTo>
                <a:lnTo>
                  <a:pt x="22425" y="331833"/>
                </a:lnTo>
                <a:lnTo>
                  <a:pt x="23214" y="314564"/>
                </a:lnTo>
                <a:lnTo>
                  <a:pt x="0" y="306102"/>
                </a:lnTo>
                <a:lnTo>
                  <a:pt x="46593" y="246299"/>
                </a:lnTo>
                <a:lnTo>
                  <a:pt x="80161" y="229704"/>
                </a:lnTo>
                <a:lnTo>
                  <a:pt x="156429" y="216830"/>
                </a:lnTo>
                <a:lnTo>
                  <a:pt x="186727" y="251678"/>
                </a:lnTo>
                <a:lnTo>
                  <a:pt x="240701" y="234745"/>
                </a:lnTo>
                <a:lnTo>
                  <a:pt x="296782" y="264407"/>
                </a:lnTo>
                <a:lnTo>
                  <a:pt x="314709" y="256573"/>
                </a:lnTo>
                <a:lnTo>
                  <a:pt x="318928" y="236028"/>
                </a:lnTo>
                <a:lnTo>
                  <a:pt x="367963" y="252423"/>
                </a:lnTo>
                <a:lnTo>
                  <a:pt x="427321" y="238096"/>
                </a:lnTo>
                <a:lnTo>
                  <a:pt x="519513" y="305043"/>
                </a:lnTo>
                <a:lnTo>
                  <a:pt x="534486" y="293732"/>
                </a:lnTo>
                <a:lnTo>
                  <a:pt x="566889" y="296919"/>
                </a:lnTo>
                <a:lnTo>
                  <a:pt x="591237" y="276862"/>
                </a:lnTo>
                <a:lnTo>
                  <a:pt x="629724" y="290440"/>
                </a:lnTo>
                <a:lnTo>
                  <a:pt x="652447" y="269607"/>
                </a:lnTo>
                <a:lnTo>
                  <a:pt x="680526" y="274518"/>
                </a:lnTo>
                <a:lnTo>
                  <a:pt x="689803" y="296673"/>
                </a:lnTo>
                <a:lnTo>
                  <a:pt x="726745" y="287808"/>
                </a:lnTo>
                <a:lnTo>
                  <a:pt x="737907" y="263298"/>
                </a:lnTo>
                <a:lnTo>
                  <a:pt x="752760" y="268520"/>
                </a:lnTo>
                <a:lnTo>
                  <a:pt x="790345" y="233782"/>
                </a:lnTo>
                <a:lnTo>
                  <a:pt x="828121" y="245631"/>
                </a:lnTo>
                <a:lnTo>
                  <a:pt x="837351" y="215242"/>
                </a:lnTo>
                <a:lnTo>
                  <a:pt x="864169" y="215521"/>
                </a:lnTo>
                <a:lnTo>
                  <a:pt x="890861" y="195819"/>
                </a:lnTo>
                <a:lnTo>
                  <a:pt x="927965" y="209233"/>
                </a:lnTo>
                <a:lnTo>
                  <a:pt x="975659" y="198245"/>
                </a:lnTo>
                <a:lnTo>
                  <a:pt x="983217" y="181980"/>
                </a:lnTo>
                <a:lnTo>
                  <a:pt x="969201" y="163106"/>
                </a:lnTo>
                <a:lnTo>
                  <a:pt x="1018838" y="121289"/>
                </a:lnTo>
                <a:lnTo>
                  <a:pt x="1058424" y="114289"/>
                </a:lnTo>
                <a:lnTo>
                  <a:pt x="1118868" y="77784"/>
                </a:lnTo>
                <a:lnTo>
                  <a:pt x="1166109" y="77272"/>
                </a:lnTo>
                <a:lnTo>
                  <a:pt x="1292670" y="0"/>
                </a:lnTo>
                <a:lnTo>
                  <a:pt x="1317062" y="24750"/>
                </a:lnTo>
                <a:lnTo>
                  <a:pt x="1357103" y="31118"/>
                </a:lnTo>
                <a:lnTo>
                  <a:pt x="1333367" y="43999"/>
                </a:lnTo>
                <a:lnTo>
                  <a:pt x="1340518" y="74894"/>
                </a:lnTo>
                <a:lnTo>
                  <a:pt x="1317962" y="88807"/>
                </a:lnTo>
                <a:lnTo>
                  <a:pt x="1331635" y="108349"/>
                </a:lnTo>
                <a:lnTo>
                  <a:pt x="1302942" y="127052"/>
                </a:lnTo>
                <a:lnTo>
                  <a:pt x="1307759" y="156324"/>
                </a:lnTo>
                <a:lnTo>
                  <a:pt x="1257175" y="239737"/>
                </a:lnTo>
                <a:lnTo>
                  <a:pt x="1272544" y="293464"/>
                </a:lnTo>
                <a:lnTo>
                  <a:pt x="1240321" y="316622"/>
                </a:lnTo>
                <a:lnTo>
                  <a:pt x="1236809" y="394704"/>
                </a:lnTo>
                <a:lnTo>
                  <a:pt x="1299390" y="393513"/>
                </a:lnTo>
                <a:lnTo>
                  <a:pt x="1312866" y="377574"/>
                </a:lnTo>
                <a:lnTo>
                  <a:pt x="1349564" y="372122"/>
                </a:lnTo>
                <a:lnTo>
                  <a:pt x="1396774" y="439038"/>
                </a:lnTo>
                <a:lnTo>
                  <a:pt x="1396009" y="459084"/>
                </a:lnTo>
                <a:lnTo>
                  <a:pt x="1434991" y="436507"/>
                </a:lnTo>
                <a:lnTo>
                  <a:pt x="1447884" y="451882"/>
                </a:lnTo>
                <a:lnTo>
                  <a:pt x="1460203" y="426007"/>
                </a:lnTo>
                <a:lnTo>
                  <a:pt x="1557435" y="360986"/>
                </a:lnTo>
                <a:lnTo>
                  <a:pt x="1551777" y="335843"/>
                </a:lnTo>
                <a:lnTo>
                  <a:pt x="1575877" y="297604"/>
                </a:lnTo>
                <a:lnTo>
                  <a:pt x="1628012" y="293079"/>
                </a:lnTo>
                <a:lnTo>
                  <a:pt x="1660689" y="256536"/>
                </a:lnTo>
                <a:lnTo>
                  <a:pt x="1663467" y="233786"/>
                </a:lnTo>
                <a:lnTo>
                  <a:pt x="1715477" y="245767"/>
                </a:lnTo>
                <a:lnTo>
                  <a:pt x="1713623" y="265171"/>
                </a:lnTo>
                <a:lnTo>
                  <a:pt x="1735172" y="271465"/>
                </a:lnTo>
                <a:lnTo>
                  <a:pt x="1734998" y="338396"/>
                </a:lnTo>
                <a:lnTo>
                  <a:pt x="1754317" y="373132"/>
                </a:lnTo>
                <a:lnTo>
                  <a:pt x="1772916" y="377476"/>
                </a:lnTo>
                <a:lnTo>
                  <a:pt x="1778883" y="422396"/>
                </a:lnTo>
                <a:lnTo>
                  <a:pt x="1695777" y="448674"/>
                </a:lnTo>
                <a:lnTo>
                  <a:pt x="1626901" y="451756"/>
                </a:lnTo>
                <a:lnTo>
                  <a:pt x="1639625" y="493536"/>
                </a:lnTo>
                <a:lnTo>
                  <a:pt x="1673287" y="511071"/>
                </a:lnTo>
                <a:lnTo>
                  <a:pt x="1670407" y="528704"/>
                </a:lnTo>
                <a:lnTo>
                  <a:pt x="1621505" y="560064"/>
                </a:lnTo>
                <a:lnTo>
                  <a:pt x="1605255" y="590154"/>
                </a:lnTo>
                <a:lnTo>
                  <a:pt x="1609306" y="613301"/>
                </a:lnTo>
                <a:lnTo>
                  <a:pt x="1596974" y="617515"/>
                </a:lnTo>
                <a:lnTo>
                  <a:pt x="1607808" y="632622"/>
                </a:lnTo>
                <a:lnTo>
                  <a:pt x="1598722" y="652042"/>
                </a:lnTo>
                <a:lnTo>
                  <a:pt x="1519276" y="715400"/>
                </a:lnTo>
                <a:lnTo>
                  <a:pt x="1555402" y="765132"/>
                </a:lnTo>
                <a:lnTo>
                  <a:pt x="1536143" y="769978"/>
                </a:lnTo>
                <a:lnTo>
                  <a:pt x="1519131" y="805769"/>
                </a:lnTo>
                <a:lnTo>
                  <a:pt x="1522667" y="848361"/>
                </a:lnTo>
                <a:lnTo>
                  <a:pt x="1510388" y="861400"/>
                </a:lnTo>
                <a:lnTo>
                  <a:pt x="1525888" y="877897"/>
                </a:lnTo>
                <a:lnTo>
                  <a:pt x="1523001" y="924118"/>
                </a:lnTo>
                <a:lnTo>
                  <a:pt x="1536604" y="929733"/>
                </a:lnTo>
                <a:lnTo>
                  <a:pt x="1534314" y="916968"/>
                </a:lnTo>
                <a:lnTo>
                  <a:pt x="1552675" y="907949"/>
                </a:lnTo>
                <a:lnTo>
                  <a:pt x="1568871" y="920035"/>
                </a:lnTo>
                <a:lnTo>
                  <a:pt x="1561515" y="942741"/>
                </a:lnTo>
                <a:lnTo>
                  <a:pt x="1573430" y="953750"/>
                </a:lnTo>
                <a:lnTo>
                  <a:pt x="1591537" y="937051"/>
                </a:lnTo>
                <a:lnTo>
                  <a:pt x="1605038" y="950358"/>
                </a:lnTo>
                <a:lnTo>
                  <a:pt x="1615651" y="938631"/>
                </a:lnTo>
                <a:lnTo>
                  <a:pt x="1645688" y="960545"/>
                </a:lnTo>
                <a:lnTo>
                  <a:pt x="1646853" y="1001914"/>
                </a:lnTo>
                <a:lnTo>
                  <a:pt x="1674320" y="1003024"/>
                </a:lnTo>
                <a:lnTo>
                  <a:pt x="1686883" y="1031559"/>
                </a:lnTo>
                <a:lnTo>
                  <a:pt x="1676002" y="1044689"/>
                </a:lnTo>
                <a:lnTo>
                  <a:pt x="1699225" y="1052113"/>
                </a:lnTo>
                <a:lnTo>
                  <a:pt x="1714681" y="1083356"/>
                </a:lnTo>
                <a:lnTo>
                  <a:pt x="1718172" y="1118247"/>
                </a:lnTo>
                <a:lnTo>
                  <a:pt x="1693215" y="1131135"/>
                </a:lnTo>
                <a:lnTo>
                  <a:pt x="1695257" y="1185236"/>
                </a:lnTo>
                <a:lnTo>
                  <a:pt x="1677507" y="1191609"/>
                </a:lnTo>
                <a:lnTo>
                  <a:pt x="1656269" y="1228460"/>
                </a:lnTo>
                <a:lnTo>
                  <a:pt x="1623245" y="1242054"/>
                </a:lnTo>
                <a:lnTo>
                  <a:pt x="1574945" y="1232184"/>
                </a:lnTo>
                <a:lnTo>
                  <a:pt x="1495149" y="1189197"/>
                </a:lnTo>
                <a:lnTo>
                  <a:pt x="1483688" y="1193733"/>
                </a:lnTo>
                <a:lnTo>
                  <a:pt x="1486008" y="1209651"/>
                </a:lnTo>
                <a:lnTo>
                  <a:pt x="1457340" y="1220593"/>
                </a:lnTo>
                <a:lnTo>
                  <a:pt x="1440674" y="1210159"/>
                </a:lnTo>
                <a:lnTo>
                  <a:pt x="1412260" y="1217044"/>
                </a:lnTo>
                <a:lnTo>
                  <a:pt x="1409696" y="1199178"/>
                </a:lnTo>
                <a:lnTo>
                  <a:pt x="1391956" y="1197821"/>
                </a:lnTo>
                <a:lnTo>
                  <a:pt x="1333439" y="1237862"/>
                </a:lnTo>
                <a:lnTo>
                  <a:pt x="1281808" y="1236449"/>
                </a:lnTo>
                <a:lnTo>
                  <a:pt x="1248513" y="1218377"/>
                </a:lnTo>
                <a:lnTo>
                  <a:pt x="1229479" y="1149115"/>
                </a:lnTo>
                <a:lnTo>
                  <a:pt x="1192502" y="1140991"/>
                </a:lnTo>
                <a:lnTo>
                  <a:pt x="1157315" y="1071258"/>
                </a:lnTo>
                <a:lnTo>
                  <a:pt x="1096648" y="1034228"/>
                </a:lnTo>
                <a:lnTo>
                  <a:pt x="1084454" y="990299"/>
                </a:lnTo>
                <a:lnTo>
                  <a:pt x="1070728" y="1004702"/>
                </a:lnTo>
                <a:lnTo>
                  <a:pt x="1070945" y="979497"/>
                </a:lnTo>
                <a:lnTo>
                  <a:pt x="1033057" y="958168"/>
                </a:lnTo>
                <a:lnTo>
                  <a:pt x="1028870" y="933486"/>
                </a:lnTo>
                <a:lnTo>
                  <a:pt x="980069" y="898899"/>
                </a:lnTo>
                <a:lnTo>
                  <a:pt x="981210" y="868834"/>
                </a:lnTo>
                <a:lnTo>
                  <a:pt x="951276" y="867301"/>
                </a:lnTo>
                <a:lnTo>
                  <a:pt x="958825" y="849128"/>
                </a:lnTo>
                <a:lnTo>
                  <a:pt x="943041" y="847409"/>
                </a:lnTo>
                <a:lnTo>
                  <a:pt x="940708" y="833351"/>
                </a:lnTo>
                <a:lnTo>
                  <a:pt x="917137" y="814663"/>
                </a:lnTo>
                <a:lnTo>
                  <a:pt x="890387" y="814829"/>
                </a:lnTo>
                <a:lnTo>
                  <a:pt x="887403" y="778338"/>
                </a:lnTo>
                <a:lnTo>
                  <a:pt x="876615" y="784764"/>
                </a:lnTo>
                <a:lnTo>
                  <a:pt x="852411" y="766218"/>
                </a:lnTo>
                <a:lnTo>
                  <a:pt x="834160" y="777833"/>
                </a:lnTo>
                <a:lnTo>
                  <a:pt x="836550" y="757616"/>
                </a:lnTo>
                <a:lnTo>
                  <a:pt x="819480" y="748367"/>
                </a:lnTo>
                <a:lnTo>
                  <a:pt x="758827" y="743427"/>
                </a:lnTo>
                <a:lnTo>
                  <a:pt x="738198" y="753891"/>
                </a:lnTo>
                <a:lnTo>
                  <a:pt x="738832" y="770687"/>
                </a:lnTo>
                <a:lnTo>
                  <a:pt x="611531" y="743156"/>
                </a:lnTo>
                <a:lnTo>
                  <a:pt x="579785" y="740009"/>
                </a:lnTo>
                <a:lnTo>
                  <a:pt x="568952" y="75283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p"/>
          <p:cNvSpPr/>
          <p:nvPr/>
        </p:nvSpPr>
        <p:spPr>
          <a:xfrm>
            <a:off x="4334045" y="8320196"/>
            <a:ext cx="504308" cy="376476"/>
          </a:xfrm>
          <a:custGeom>
            <a:avLst/>
            <a:gdLst/>
            <a:ahLst/>
            <a:cxnLst/>
            <a:rect l="0" t="0" r="r" b="b"/>
            <a:pathLst>
              <a:path w="504308" h="376476">
                <a:moveTo>
                  <a:pt x="33807" y="267748"/>
                </a:moveTo>
                <a:lnTo>
                  <a:pt x="10556" y="250640"/>
                </a:lnTo>
                <a:lnTo>
                  <a:pt x="0" y="197537"/>
                </a:lnTo>
                <a:lnTo>
                  <a:pt x="31847" y="167583"/>
                </a:lnTo>
                <a:lnTo>
                  <a:pt x="31082" y="111059"/>
                </a:lnTo>
                <a:lnTo>
                  <a:pt x="65134" y="103187"/>
                </a:lnTo>
                <a:lnTo>
                  <a:pt x="91601" y="65276"/>
                </a:lnTo>
                <a:lnTo>
                  <a:pt x="119327" y="69559"/>
                </a:lnTo>
                <a:lnTo>
                  <a:pt x="112879" y="21421"/>
                </a:lnTo>
                <a:lnTo>
                  <a:pt x="150502" y="21222"/>
                </a:lnTo>
                <a:lnTo>
                  <a:pt x="158335" y="37992"/>
                </a:lnTo>
                <a:lnTo>
                  <a:pt x="194225" y="7794"/>
                </a:lnTo>
                <a:lnTo>
                  <a:pt x="208786" y="23685"/>
                </a:lnTo>
                <a:lnTo>
                  <a:pt x="252327" y="13100"/>
                </a:lnTo>
                <a:lnTo>
                  <a:pt x="298989" y="62350"/>
                </a:lnTo>
                <a:lnTo>
                  <a:pt x="352606" y="45994"/>
                </a:lnTo>
                <a:lnTo>
                  <a:pt x="380838" y="55603"/>
                </a:lnTo>
                <a:lnTo>
                  <a:pt x="412968" y="32733"/>
                </a:lnTo>
                <a:lnTo>
                  <a:pt x="420872" y="11962"/>
                </a:lnTo>
                <a:lnTo>
                  <a:pt x="452010" y="25181"/>
                </a:lnTo>
                <a:lnTo>
                  <a:pt x="497896" y="0"/>
                </a:lnTo>
                <a:lnTo>
                  <a:pt x="504308" y="31563"/>
                </a:lnTo>
                <a:lnTo>
                  <a:pt x="494471" y="48520"/>
                </a:lnTo>
                <a:lnTo>
                  <a:pt x="462419" y="58048"/>
                </a:lnTo>
                <a:lnTo>
                  <a:pt x="421624" y="98711"/>
                </a:lnTo>
                <a:lnTo>
                  <a:pt x="392331" y="131893"/>
                </a:lnTo>
                <a:lnTo>
                  <a:pt x="383830" y="167608"/>
                </a:lnTo>
                <a:lnTo>
                  <a:pt x="335417" y="191092"/>
                </a:lnTo>
                <a:lnTo>
                  <a:pt x="318477" y="235379"/>
                </a:lnTo>
                <a:lnTo>
                  <a:pt x="302741" y="240627"/>
                </a:lnTo>
                <a:lnTo>
                  <a:pt x="307686" y="287555"/>
                </a:lnTo>
                <a:lnTo>
                  <a:pt x="241862" y="330300"/>
                </a:lnTo>
                <a:lnTo>
                  <a:pt x="206435" y="349273"/>
                </a:lnTo>
                <a:lnTo>
                  <a:pt x="180156" y="345963"/>
                </a:lnTo>
                <a:lnTo>
                  <a:pt x="148114" y="375642"/>
                </a:lnTo>
                <a:lnTo>
                  <a:pt x="128607" y="376476"/>
                </a:lnTo>
                <a:lnTo>
                  <a:pt x="111291" y="351017"/>
                </a:lnTo>
                <a:lnTo>
                  <a:pt x="70832" y="334076"/>
                </a:lnTo>
                <a:lnTo>
                  <a:pt x="67249" y="284038"/>
                </a:lnTo>
                <a:lnTo>
                  <a:pt x="46405" y="259904"/>
                </a:lnTo>
                <a:lnTo>
                  <a:pt x="33807" y="26774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p"/>
          <p:cNvSpPr/>
          <p:nvPr/>
        </p:nvSpPr>
        <p:spPr>
          <a:xfrm>
            <a:off x="3658812" y="5627692"/>
            <a:ext cx="1729834" cy="3066589"/>
          </a:xfrm>
          <a:custGeom>
            <a:avLst/>
            <a:gdLst/>
            <a:ahLst/>
            <a:cxnLst/>
            <a:rect l="0" t="0" r="r" b="b"/>
            <a:pathLst>
              <a:path w="1729834" h="3066589">
                <a:moveTo>
                  <a:pt x="1142648" y="2763417"/>
                </a:moveTo>
                <a:lnTo>
                  <a:pt x="1127708" y="2762862"/>
                </a:lnTo>
                <a:lnTo>
                  <a:pt x="1137653" y="2750552"/>
                </a:lnTo>
                <a:lnTo>
                  <a:pt x="1167999" y="2742449"/>
                </a:lnTo>
                <a:lnTo>
                  <a:pt x="1179541" y="2724067"/>
                </a:lnTo>
                <a:lnTo>
                  <a:pt x="1170915" y="2690682"/>
                </a:lnTo>
                <a:lnTo>
                  <a:pt x="1127243" y="2717685"/>
                </a:lnTo>
                <a:lnTo>
                  <a:pt x="1096105" y="2704466"/>
                </a:lnTo>
                <a:lnTo>
                  <a:pt x="1088201" y="2725236"/>
                </a:lnTo>
                <a:lnTo>
                  <a:pt x="1056071" y="2748107"/>
                </a:lnTo>
                <a:lnTo>
                  <a:pt x="1027840" y="2738498"/>
                </a:lnTo>
                <a:lnTo>
                  <a:pt x="974222" y="2754854"/>
                </a:lnTo>
                <a:lnTo>
                  <a:pt x="927560" y="2705604"/>
                </a:lnTo>
                <a:lnTo>
                  <a:pt x="884019" y="2716189"/>
                </a:lnTo>
                <a:lnTo>
                  <a:pt x="869458" y="2700298"/>
                </a:lnTo>
                <a:lnTo>
                  <a:pt x="833568" y="2730495"/>
                </a:lnTo>
                <a:lnTo>
                  <a:pt x="825735" y="2713726"/>
                </a:lnTo>
                <a:lnTo>
                  <a:pt x="788112" y="2713925"/>
                </a:lnTo>
                <a:lnTo>
                  <a:pt x="794560" y="2762063"/>
                </a:lnTo>
                <a:lnTo>
                  <a:pt x="766834" y="2757780"/>
                </a:lnTo>
                <a:lnTo>
                  <a:pt x="738502" y="2796224"/>
                </a:lnTo>
                <a:lnTo>
                  <a:pt x="711048" y="2726963"/>
                </a:lnTo>
                <a:lnTo>
                  <a:pt x="687824" y="2719539"/>
                </a:lnTo>
                <a:lnTo>
                  <a:pt x="698706" y="2706409"/>
                </a:lnTo>
                <a:lnTo>
                  <a:pt x="686754" y="2678628"/>
                </a:lnTo>
                <a:lnTo>
                  <a:pt x="658041" y="2675540"/>
                </a:lnTo>
                <a:lnTo>
                  <a:pt x="662941" y="2640174"/>
                </a:lnTo>
                <a:lnTo>
                  <a:pt x="627474" y="2613482"/>
                </a:lnTo>
                <a:lnTo>
                  <a:pt x="616860" y="2625209"/>
                </a:lnTo>
                <a:lnTo>
                  <a:pt x="603360" y="2611901"/>
                </a:lnTo>
                <a:lnTo>
                  <a:pt x="585252" y="2628601"/>
                </a:lnTo>
                <a:lnTo>
                  <a:pt x="573338" y="2617591"/>
                </a:lnTo>
                <a:lnTo>
                  <a:pt x="580693" y="2594886"/>
                </a:lnTo>
                <a:lnTo>
                  <a:pt x="564498" y="2582799"/>
                </a:lnTo>
                <a:lnTo>
                  <a:pt x="546137" y="2591819"/>
                </a:lnTo>
                <a:lnTo>
                  <a:pt x="548427" y="2604583"/>
                </a:lnTo>
                <a:lnTo>
                  <a:pt x="534823" y="2598968"/>
                </a:lnTo>
                <a:lnTo>
                  <a:pt x="537710" y="2552748"/>
                </a:lnTo>
                <a:lnTo>
                  <a:pt x="522211" y="2536251"/>
                </a:lnTo>
                <a:lnTo>
                  <a:pt x="534490" y="2523211"/>
                </a:lnTo>
                <a:lnTo>
                  <a:pt x="530954" y="2480619"/>
                </a:lnTo>
                <a:lnTo>
                  <a:pt x="547966" y="2444828"/>
                </a:lnTo>
                <a:lnTo>
                  <a:pt x="567224" y="2439983"/>
                </a:lnTo>
                <a:lnTo>
                  <a:pt x="531099" y="2390251"/>
                </a:lnTo>
                <a:lnTo>
                  <a:pt x="611078" y="2326226"/>
                </a:lnTo>
                <a:lnTo>
                  <a:pt x="617529" y="2263252"/>
                </a:lnTo>
                <a:lnTo>
                  <a:pt x="686367" y="2190640"/>
                </a:lnTo>
                <a:lnTo>
                  <a:pt x="651448" y="2168386"/>
                </a:lnTo>
                <a:lnTo>
                  <a:pt x="637648" y="2128400"/>
                </a:lnTo>
                <a:lnTo>
                  <a:pt x="707600" y="2123524"/>
                </a:lnTo>
                <a:lnTo>
                  <a:pt x="790706" y="2097246"/>
                </a:lnTo>
                <a:lnTo>
                  <a:pt x="784739" y="2052327"/>
                </a:lnTo>
                <a:lnTo>
                  <a:pt x="766140" y="2047983"/>
                </a:lnTo>
                <a:lnTo>
                  <a:pt x="746820" y="2013247"/>
                </a:lnTo>
                <a:lnTo>
                  <a:pt x="746995" y="1946316"/>
                </a:lnTo>
                <a:lnTo>
                  <a:pt x="725446" y="1940021"/>
                </a:lnTo>
                <a:lnTo>
                  <a:pt x="727299" y="1920618"/>
                </a:lnTo>
                <a:lnTo>
                  <a:pt x="675290" y="1908637"/>
                </a:lnTo>
                <a:lnTo>
                  <a:pt x="672511" y="1931387"/>
                </a:lnTo>
                <a:lnTo>
                  <a:pt x="639835" y="1967929"/>
                </a:lnTo>
                <a:lnTo>
                  <a:pt x="587699" y="1972454"/>
                </a:lnTo>
                <a:lnTo>
                  <a:pt x="563600" y="2010693"/>
                </a:lnTo>
                <a:lnTo>
                  <a:pt x="569258" y="2035837"/>
                </a:lnTo>
                <a:lnTo>
                  <a:pt x="472026" y="2100858"/>
                </a:lnTo>
                <a:lnTo>
                  <a:pt x="459707" y="2126733"/>
                </a:lnTo>
                <a:lnTo>
                  <a:pt x="446814" y="2111358"/>
                </a:lnTo>
                <a:lnTo>
                  <a:pt x="407832" y="2133935"/>
                </a:lnTo>
                <a:lnTo>
                  <a:pt x="408596" y="2113888"/>
                </a:lnTo>
                <a:lnTo>
                  <a:pt x="361387" y="2046972"/>
                </a:lnTo>
                <a:lnTo>
                  <a:pt x="324689" y="2052424"/>
                </a:lnTo>
                <a:lnTo>
                  <a:pt x="311213" y="2068363"/>
                </a:lnTo>
                <a:lnTo>
                  <a:pt x="247665" y="2068786"/>
                </a:lnTo>
                <a:lnTo>
                  <a:pt x="252144" y="1991473"/>
                </a:lnTo>
                <a:lnTo>
                  <a:pt x="284367" y="1968314"/>
                </a:lnTo>
                <a:lnTo>
                  <a:pt x="268998" y="1914588"/>
                </a:lnTo>
                <a:lnTo>
                  <a:pt x="319582" y="1831175"/>
                </a:lnTo>
                <a:lnTo>
                  <a:pt x="314765" y="1801903"/>
                </a:lnTo>
                <a:lnTo>
                  <a:pt x="343458" y="1783200"/>
                </a:lnTo>
                <a:lnTo>
                  <a:pt x="329784" y="1763658"/>
                </a:lnTo>
                <a:lnTo>
                  <a:pt x="352340" y="1749744"/>
                </a:lnTo>
                <a:lnTo>
                  <a:pt x="345190" y="1718849"/>
                </a:lnTo>
                <a:lnTo>
                  <a:pt x="368961" y="1704877"/>
                </a:lnTo>
                <a:lnTo>
                  <a:pt x="347337" y="1706517"/>
                </a:lnTo>
                <a:lnTo>
                  <a:pt x="305498" y="1675042"/>
                </a:lnTo>
                <a:lnTo>
                  <a:pt x="290398" y="1677096"/>
                </a:lnTo>
                <a:lnTo>
                  <a:pt x="242794" y="1719962"/>
                </a:lnTo>
                <a:lnTo>
                  <a:pt x="176867" y="1752514"/>
                </a:lnTo>
                <a:lnTo>
                  <a:pt x="155616" y="1750015"/>
                </a:lnTo>
                <a:lnTo>
                  <a:pt x="132772" y="1717727"/>
                </a:lnTo>
                <a:lnTo>
                  <a:pt x="114372" y="1618875"/>
                </a:lnTo>
                <a:lnTo>
                  <a:pt x="123710" y="1596278"/>
                </a:lnTo>
                <a:lnTo>
                  <a:pt x="138645" y="1604541"/>
                </a:lnTo>
                <a:lnTo>
                  <a:pt x="136714" y="1578959"/>
                </a:lnTo>
                <a:lnTo>
                  <a:pt x="162752" y="1584682"/>
                </a:lnTo>
                <a:lnTo>
                  <a:pt x="143998" y="1553654"/>
                </a:lnTo>
                <a:lnTo>
                  <a:pt x="149587" y="1536554"/>
                </a:lnTo>
                <a:lnTo>
                  <a:pt x="91624" y="1492175"/>
                </a:lnTo>
                <a:lnTo>
                  <a:pt x="65874" y="1486786"/>
                </a:lnTo>
                <a:lnTo>
                  <a:pt x="61216" y="1495937"/>
                </a:lnTo>
                <a:lnTo>
                  <a:pt x="44842" y="1483261"/>
                </a:lnTo>
                <a:lnTo>
                  <a:pt x="52929" y="1463963"/>
                </a:lnTo>
                <a:lnTo>
                  <a:pt x="79629" y="1462905"/>
                </a:lnTo>
                <a:lnTo>
                  <a:pt x="69969" y="1402336"/>
                </a:lnTo>
                <a:lnTo>
                  <a:pt x="92482" y="1386270"/>
                </a:lnTo>
                <a:lnTo>
                  <a:pt x="92646" y="1369895"/>
                </a:lnTo>
                <a:lnTo>
                  <a:pt x="0" y="1312836"/>
                </a:lnTo>
                <a:lnTo>
                  <a:pt x="20670" y="1299834"/>
                </a:lnTo>
                <a:lnTo>
                  <a:pt x="62591" y="1310983"/>
                </a:lnTo>
                <a:lnTo>
                  <a:pt x="66370" y="1302906"/>
                </a:lnTo>
                <a:lnTo>
                  <a:pt x="50987" y="1296561"/>
                </a:lnTo>
                <a:lnTo>
                  <a:pt x="56232" y="1267168"/>
                </a:lnTo>
                <a:lnTo>
                  <a:pt x="29480" y="1229868"/>
                </a:lnTo>
                <a:lnTo>
                  <a:pt x="54909" y="1217810"/>
                </a:lnTo>
                <a:lnTo>
                  <a:pt x="35367" y="1142319"/>
                </a:lnTo>
                <a:lnTo>
                  <a:pt x="53866" y="1134930"/>
                </a:lnTo>
                <a:lnTo>
                  <a:pt x="36987" y="1096964"/>
                </a:lnTo>
                <a:lnTo>
                  <a:pt x="51436" y="1068283"/>
                </a:lnTo>
                <a:lnTo>
                  <a:pt x="80368" y="1033764"/>
                </a:lnTo>
                <a:lnTo>
                  <a:pt x="91330" y="1040921"/>
                </a:lnTo>
                <a:lnTo>
                  <a:pt x="124007" y="1018107"/>
                </a:lnTo>
                <a:lnTo>
                  <a:pt x="172930" y="1014123"/>
                </a:lnTo>
                <a:lnTo>
                  <a:pt x="183815" y="994439"/>
                </a:lnTo>
                <a:lnTo>
                  <a:pt x="202133" y="1002112"/>
                </a:lnTo>
                <a:lnTo>
                  <a:pt x="230401" y="988402"/>
                </a:lnTo>
                <a:lnTo>
                  <a:pt x="224578" y="933791"/>
                </a:lnTo>
                <a:lnTo>
                  <a:pt x="238526" y="895291"/>
                </a:lnTo>
                <a:lnTo>
                  <a:pt x="273680" y="896576"/>
                </a:lnTo>
                <a:lnTo>
                  <a:pt x="335559" y="875533"/>
                </a:lnTo>
                <a:lnTo>
                  <a:pt x="372631" y="809374"/>
                </a:lnTo>
                <a:lnTo>
                  <a:pt x="366495" y="772886"/>
                </a:lnTo>
                <a:lnTo>
                  <a:pt x="391067" y="745071"/>
                </a:lnTo>
                <a:lnTo>
                  <a:pt x="404790" y="760864"/>
                </a:lnTo>
                <a:lnTo>
                  <a:pt x="419263" y="745886"/>
                </a:lnTo>
                <a:lnTo>
                  <a:pt x="341129" y="623847"/>
                </a:lnTo>
                <a:lnTo>
                  <a:pt x="337347" y="584994"/>
                </a:lnTo>
                <a:lnTo>
                  <a:pt x="297281" y="564416"/>
                </a:lnTo>
                <a:lnTo>
                  <a:pt x="298621" y="539267"/>
                </a:lnTo>
                <a:lnTo>
                  <a:pt x="283644" y="524611"/>
                </a:lnTo>
                <a:lnTo>
                  <a:pt x="306172" y="491991"/>
                </a:lnTo>
                <a:lnTo>
                  <a:pt x="293507" y="467046"/>
                </a:lnTo>
                <a:lnTo>
                  <a:pt x="309849" y="462191"/>
                </a:lnTo>
                <a:lnTo>
                  <a:pt x="309882" y="433412"/>
                </a:lnTo>
                <a:lnTo>
                  <a:pt x="339578" y="406446"/>
                </a:lnTo>
                <a:lnTo>
                  <a:pt x="321161" y="308273"/>
                </a:lnTo>
                <a:lnTo>
                  <a:pt x="333821" y="282879"/>
                </a:lnTo>
                <a:lnTo>
                  <a:pt x="303999" y="228289"/>
                </a:lnTo>
                <a:lnTo>
                  <a:pt x="320372" y="209790"/>
                </a:lnTo>
                <a:lnTo>
                  <a:pt x="309896" y="182787"/>
                </a:lnTo>
                <a:lnTo>
                  <a:pt x="354054" y="189358"/>
                </a:lnTo>
                <a:lnTo>
                  <a:pt x="365747" y="175259"/>
                </a:lnTo>
                <a:lnTo>
                  <a:pt x="448964" y="209246"/>
                </a:lnTo>
                <a:lnTo>
                  <a:pt x="464923" y="184658"/>
                </a:lnTo>
                <a:lnTo>
                  <a:pt x="505796" y="204634"/>
                </a:lnTo>
                <a:lnTo>
                  <a:pt x="512114" y="178241"/>
                </a:lnTo>
                <a:lnTo>
                  <a:pt x="540766" y="170871"/>
                </a:lnTo>
                <a:lnTo>
                  <a:pt x="533846" y="127631"/>
                </a:lnTo>
                <a:lnTo>
                  <a:pt x="554269" y="133596"/>
                </a:lnTo>
                <a:lnTo>
                  <a:pt x="571321" y="120765"/>
                </a:lnTo>
                <a:lnTo>
                  <a:pt x="591111" y="141798"/>
                </a:lnTo>
                <a:lnTo>
                  <a:pt x="597246" y="109536"/>
                </a:lnTo>
                <a:lnTo>
                  <a:pt x="623703" y="143539"/>
                </a:lnTo>
                <a:lnTo>
                  <a:pt x="646359" y="131867"/>
                </a:lnTo>
                <a:lnTo>
                  <a:pt x="650713" y="50815"/>
                </a:lnTo>
                <a:lnTo>
                  <a:pt x="684992" y="47581"/>
                </a:lnTo>
                <a:lnTo>
                  <a:pt x="707569" y="31956"/>
                </a:lnTo>
                <a:lnTo>
                  <a:pt x="711651" y="4103"/>
                </a:lnTo>
                <a:lnTo>
                  <a:pt x="727130" y="0"/>
                </a:lnTo>
                <a:lnTo>
                  <a:pt x="818519" y="17786"/>
                </a:lnTo>
                <a:lnTo>
                  <a:pt x="845185" y="45512"/>
                </a:lnTo>
                <a:lnTo>
                  <a:pt x="859214" y="41391"/>
                </a:lnTo>
                <a:lnTo>
                  <a:pt x="903851" y="100741"/>
                </a:lnTo>
                <a:lnTo>
                  <a:pt x="895211" y="124751"/>
                </a:lnTo>
                <a:lnTo>
                  <a:pt x="920790" y="167804"/>
                </a:lnTo>
                <a:lnTo>
                  <a:pt x="888401" y="177027"/>
                </a:lnTo>
                <a:lnTo>
                  <a:pt x="878321" y="227877"/>
                </a:lnTo>
                <a:lnTo>
                  <a:pt x="887273" y="253104"/>
                </a:lnTo>
                <a:lnTo>
                  <a:pt x="932173" y="270256"/>
                </a:lnTo>
                <a:lnTo>
                  <a:pt x="964972" y="226398"/>
                </a:lnTo>
                <a:lnTo>
                  <a:pt x="986966" y="241884"/>
                </a:lnTo>
                <a:lnTo>
                  <a:pt x="1006213" y="233281"/>
                </a:lnTo>
                <a:lnTo>
                  <a:pt x="1036386" y="255518"/>
                </a:lnTo>
                <a:lnTo>
                  <a:pt x="1047229" y="236558"/>
                </a:lnTo>
                <a:lnTo>
                  <a:pt x="1062748" y="238898"/>
                </a:lnTo>
                <a:lnTo>
                  <a:pt x="1116924" y="306767"/>
                </a:lnTo>
                <a:lnTo>
                  <a:pt x="1106838" y="328684"/>
                </a:lnTo>
                <a:lnTo>
                  <a:pt x="1064721" y="339405"/>
                </a:lnTo>
                <a:lnTo>
                  <a:pt x="1062864" y="354975"/>
                </a:lnTo>
                <a:lnTo>
                  <a:pt x="1088191" y="379615"/>
                </a:lnTo>
                <a:lnTo>
                  <a:pt x="1073927" y="408824"/>
                </a:lnTo>
                <a:lnTo>
                  <a:pt x="1045474" y="407260"/>
                </a:lnTo>
                <a:lnTo>
                  <a:pt x="1034753" y="374080"/>
                </a:lnTo>
                <a:lnTo>
                  <a:pt x="1029730" y="389981"/>
                </a:lnTo>
                <a:lnTo>
                  <a:pt x="1011848" y="387705"/>
                </a:lnTo>
                <a:lnTo>
                  <a:pt x="970014" y="436481"/>
                </a:lnTo>
                <a:lnTo>
                  <a:pt x="882569" y="491119"/>
                </a:lnTo>
                <a:lnTo>
                  <a:pt x="863436" y="529654"/>
                </a:lnTo>
                <a:lnTo>
                  <a:pt x="831770" y="538672"/>
                </a:lnTo>
                <a:lnTo>
                  <a:pt x="791209" y="627077"/>
                </a:lnTo>
                <a:lnTo>
                  <a:pt x="793119" y="741193"/>
                </a:lnTo>
                <a:lnTo>
                  <a:pt x="763077" y="840321"/>
                </a:lnTo>
                <a:lnTo>
                  <a:pt x="788058" y="919196"/>
                </a:lnTo>
                <a:lnTo>
                  <a:pt x="764264" y="964721"/>
                </a:lnTo>
                <a:lnTo>
                  <a:pt x="767887" y="1013727"/>
                </a:lnTo>
                <a:lnTo>
                  <a:pt x="737174" y="1089065"/>
                </a:lnTo>
                <a:lnTo>
                  <a:pt x="739729" y="1135036"/>
                </a:lnTo>
                <a:lnTo>
                  <a:pt x="723639" y="1158562"/>
                </a:lnTo>
                <a:lnTo>
                  <a:pt x="737610" y="1188160"/>
                </a:lnTo>
                <a:lnTo>
                  <a:pt x="727413" y="1178139"/>
                </a:lnTo>
                <a:lnTo>
                  <a:pt x="721334" y="1186450"/>
                </a:lnTo>
                <a:lnTo>
                  <a:pt x="718803" y="1243792"/>
                </a:lnTo>
                <a:lnTo>
                  <a:pt x="742839" y="1264094"/>
                </a:lnTo>
                <a:lnTo>
                  <a:pt x="728236" y="1270299"/>
                </a:lnTo>
                <a:lnTo>
                  <a:pt x="717408" y="1384558"/>
                </a:lnTo>
                <a:lnTo>
                  <a:pt x="668771" y="1496409"/>
                </a:lnTo>
                <a:lnTo>
                  <a:pt x="667983" y="1550125"/>
                </a:lnTo>
                <a:lnTo>
                  <a:pt x="629509" y="1628687"/>
                </a:lnTo>
                <a:lnTo>
                  <a:pt x="624059" y="1682117"/>
                </a:lnTo>
                <a:lnTo>
                  <a:pt x="641621" y="1697729"/>
                </a:lnTo>
                <a:lnTo>
                  <a:pt x="682720" y="1681644"/>
                </a:lnTo>
                <a:lnTo>
                  <a:pt x="700417" y="1691747"/>
                </a:lnTo>
                <a:lnTo>
                  <a:pt x="770286" y="1645331"/>
                </a:lnTo>
                <a:lnTo>
                  <a:pt x="773417" y="1624077"/>
                </a:lnTo>
                <a:lnTo>
                  <a:pt x="781874" y="1634262"/>
                </a:lnTo>
                <a:lnTo>
                  <a:pt x="791722" y="1621242"/>
                </a:lnTo>
                <a:lnTo>
                  <a:pt x="813899" y="1654467"/>
                </a:lnTo>
                <a:lnTo>
                  <a:pt x="806281" y="1663054"/>
                </a:lnTo>
                <a:lnTo>
                  <a:pt x="837578" y="1699277"/>
                </a:lnTo>
                <a:lnTo>
                  <a:pt x="844572" y="1743557"/>
                </a:lnTo>
                <a:lnTo>
                  <a:pt x="870822" y="1762797"/>
                </a:lnTo>
                <a:lnTo>
                  <a:pt x="875274" y="1744133"/>
                </a:lnTo>
                <a:lnTo>
                  <a:pt x="901567" y="1727301"/>
                </a:lnTo>
                <a:lnTo>
                  <a:pt x="893473" y="1692156"/>
                </a:lnTo>
                <a:lnTo>
                  <a:pt x="861686" y="1687655"/>
                </a:lnTo>
                <a:lnTo>
                  <a:pt x="876637" y="1643222"/>
                </a:lnTo>
                <a:lnTo>
                  <a:pt x="906591" y="1621969"/>
                </a:lnTo>
                <a:lnTo>
                  <a:pt x="906524" y="1673505"/>
                </a:lnTo>
                <a:lnTo>
                  <a:pt x="896271" y="1666532"/>
                </a:lnTo>
                <a:lnTo>
                  <a:pt x="887049" y="1678132"/>
                </a:lnTo>
                <a:lnTo>
                  <a:pt x="928851" y="1687722"/>
                </a:lnTo>
                <a:lnTo>
                  <a:pt x="952817" y="1670348"/>
                </a:lnTo>
                <a:lnTo>
                  <a:pt x="947121" y="1738609"/>
                </a:lnTo>
                <a:lnTo>
                  <a:pt x="928697" y="1765105"/>
                </a:lnTo>
                <a:lnTo>
                  <a:pt x="946555" y="1769645"/>
                </a:lnTo>
                <a:lnTo>
                  <a:pt x="1008301" y="1700054"/>
                </a:lnTo>
                <a:lnTo>
                  <a:pt x="1015296" y="1623997"/>
                </a:lnTo>
                <a:lnTo>
                  <a:pt x="1032459" y="1650634"/>
                </a:lnTo>
                <a:lnTo>
                  <a:pt x="1031468" y="1723181"/>
                </a:lnTo>
                <a:lnTo>
                  <a:pt x="1050792" y="1708054"/>
                </a:lnTo>
                <a:lnTo>
                  <a:pt x="1031298" y="1610184"/>
                </a:lnTo>
                <a:lnTo>
                  <a:pt x="1021947" y="1596563"/>
                </a:lnTo>
                <a:lnTo>
                  <a:pt x="1015354" y="1606780"/>
                </a:lnTo>
                <a:lnTo>
                  <a:pt x="1006291" y="1576260"/>
                </a:lnTo>
                <a:lnTo>
                  <a:pt x="991490" y="1573701"/>
                </a:lnTo>
                <a:lnTo>
                  <a:pt x="1061771" y="1551804"/>
                </a:lnTo>
                <a:lnTo>
                  <a:pt x="1092072" y="1506723"/>
                </a:lnTo>
                <a:lnTo>
                  <a:pt x="1105505" y="1517561"/>
                </a:lnTo>
                <a:lnTo>
                  <a:pt x="1159910" y="1516462"/>
                </a:lnTo>
                <a:lnTo>
                  <a:pt x="1176990" y="1524319"/>
                </a:lnTo>
                <a:lnTo>
                  <a:pt x="1180911" y="1544406"/>
                </a:lnTo>
                <a:lnTo>
                  <a:pt x="1233950" y="1559790"/>
                </a:lnTo>
                <a:lnTo>
                  <a:pt x="1297851" y="1552918"/>
                </a:lnTo>
                <a:lnTo>
                  <a:pt x="1282979" y="1559982"/>
                </a:lnTo>
                <a:lnTo>
                  <a:pt x="1286801" y="1569179"/>
                </a:lnTo>
                <a:lnTo>
                  <a:pt x="1343885" y="1559483"/>
                </a:lnTo>
                <a:lnTo>
                  <a:pt x="1362613" y="1581382"/>
                </a:lnTo>
                <a:lnTo>
                  <a:pt x="1357463" y="1621360"/>
                </a:lnTo>
                <a:lnTo>
                  <a:pt x="1300452" y="1632839"/>
                </a:lnTo>
                <a:lnTo>
                  <a:pt x="1378296" y="1637365"/>
                </a:lnTo>
                <a:lnTo>
                  <a:pt x="1380734" y="1652528"/>
                </a:lnTo>
                <a:lnTo>
                  <a:pt x="1403803" y="1663144"/>
                </a:lnTo>
                <a:lnTo>
                  <a:pt x="1411365" y="1711074"/>
                </a:lnTo>
                <a:lnTo>
                  <a:pt x="1478551" y="1722986"/>
                </a:lnTo>
                <a:lnTo>
                  <a:pt x="1465858" y="1744582"/>
                </a:lnTo>
                <a:lnTo>
                  <a:pt x="1469869" y="1760758"/>
                </a:lnTo>
                <a:lnTo>
                  <a:pt x="1491519" y="1767332"/>
                </a:lnTo>
                <a:lnTo>
                  <a:pt x="1475287" y="1846376"/>
                </a:lnTo>
                <a:lnTo>
                  <a:pt x="1482087" y="1879710"/>
                </a:lnTo>
                <a:lnTo>
                  <a:pt x="1497705" y="1887445"/>
                </a:lnTo>
                <a:lnTo>
                  <a:pt x="1485974" y="1908665"/>
                </a:lnTo>
                <a:lnTo>
                  <a:pt x="1517185" y="1950175"/>
                </a:lnTo>
                <a:lnTo>
                  <a:pt x="1517711" y="1987606"/>
                </a:lnTo>
                <a:lnTo>
                  <a:pt x="1543591" y="2044083"/>
                </a:lnTo>
                <a:lnTo>
                  <a:pt x="1590702" y="2096523"/>
                </a:lnTo>
                <a:lnTo>
                  <a:pt x="1614549" y="2096064"/>
                </a:lnTo>
                <a:lnTo>
                  <a:pt x="1608643" y="2145873"/>
                </a:lnTo>
                <a:lnTo>
                  <a:pt x="1630547" y="2152634"/>
                </a:lnTo>
                <a:lnTo>
                  <a:pt x="1654006" y="2181643"/>
                </a:lnTo>
                <a:lnTo>
                  <a:pt x="1670513" y="2232906"/>
                </a:lnTo>
                <a:lnTo>
                  <a:pt x="1661222" y="2240705"/>
                </a:lnTo>
                <a:lnTo>
                  <a:pt x="1686728" y="2276826"/>
                </a:lnTo>
                <a:lnTo>
                  <a:pt x="1677575" y="2290353"/>
                </a:lnTo>
                <a:lnTo>
                  <a:pt x="1697807" y="2281389"/>
                </a:lnTo>
                <a:lnTo>
                  <a:pt x="1702208" y="2328357"/>
                </a:lnTo>
                <a:lnTo>
                  <a:pt x="1729834" y="2377397"/>
                </a:lnTo>
                <a:lnTo>
                  <a:pt x="1703204" y="2543253"/>
                </a:lnTo>
                <a:lnTo>
                  <a:pt x="1718166" y="2620588"/>
                </a:lnTo>
                <a:lnTo>
                  <a:pt x="1659145" y="2639525"/>
                </a:lnTo>
                <a:lnTo>
                  <a:pt x="1656094" y="2613425"/>
                </a:lnTo>
                <a:lnTo>
                  <a:pt x="1636623" y="2613291"/>
                </a:lnTo>
                <a:lnTo>
                  <a:pt x="1658192" y="2576361"/>
                </a:lnTo>
                <a:lnTo>
                  <a:pt x="1650137" y="2561682"/>
                </a:lnTo>
                <a:lnTo>
                  <a:pt x="1608363" y="2553391"/>
                </a:lnTo>
                <a:lnTo>
                  <a:pt x="1605318" y="2519000"/>
                </a:lnTo>
                <a:lnTo>
                  <a:pt x="1588038" y="2529952"/>
                </a:lnTo>
                <a:lnTo>
                  <a:pt x="1560566" y="2500145"/>
                </a:lnTo>
                <a:lnTo>
                  <a:pt x="1538117" y="2506132"/>
                </a:lnTo>
                <a:lnTo>
                  <a:pt x="1515966" y="2568565"/>
                </a:lnTo>
                <a:lnTo>
                  <a:pt x="1470658" y="2601356"/>
                </a:lnTo>
                <a:lnTo>
                  <a:pt x="1468306" y="2626128"/>
                </a:lnTo>
                <a:lnTo>
                  <a:pt x="1517507" y="2637206"/>
                </a:lnTo>
                <a:lnTo>
                  <a:pt x="1511137" y="2666158"/>
                </a:lnTo>
                <a:lnTo>
                  <a:pt x="1586343" y="2642360"/>
                </a:lnTo>
                <a:lnTo>
                  <a:pt x="1585657" y="2659704"/>
                </a:lnTo>
                <a:lnTo>
                  <a:pt x="1605750" y="2664635"/>
                </a:lnTo>
                <a:lnTo>
                  <a:pt x="1568423" y="2756431"/>
                </a:lnTo>
                <a:lnTo>
                  <a:pt x="1517395" y="2766907"/>
                </a:lnTo>
                <a:lnTo>
                  <a:pt x="1518043" y="2796254"/>
                </a:lnTo>
                <a:lnTo>
                  <a:pt x="1534427" y="2816330"/>
                </a:lnTo>
                <a:lnTo>
                  <a:pt x="1515385" y="2876526"/>
                </a:lnTo>
                <a:lnTo>
                  <a:pt x="1479698" y="2902490"/>
                </a:lnTo>
                <a:lnTo>
                  <a:pt x="1450232" y="2901588"/>
                </a:lnTo>
                <a:lnTo>
                  <a:pt x="1441881" y="2919470"/>
                </a:lnTo>
                <a:lnTo>
                  <a:pt x="1406517" y="2916008"/>
                </a:lnTo>
                <a:lnTo>
                  <a:pt x="1405679" y="2906953"/>
                </a:lnTo>
                <a:lnTo>
                  <a:pt x="1366813" y="2936170"/>
                </a:lnTo>
                <a:lnTo>
                  <a:pt x="1361694" y="2912916"/>
                </a:lnTo>
                <a:lnTo>
                  <a:pt x="1310976" y="2909466"/>
                </a:lnTo>
                <a:lnTo>
                  <a:pt x="1307919" y="2927551"/>
                </a:lnTo>
                <a:lnTo>
                  <a:pt x="1273023" y="2949533"/>
                </a:lnTo>
                <a:lnTo>
                  <a:pt x="1261580" y="2989061"/>
                </a:lnTo>
                <a:lnTo>
                  <a:pt x="1282481" y="3033345"/>
                </a:lnTo>
                <a:lnTo>
                  <a:pt x="1242703" y="3066589"/>
                </a:lnTo>
                <a:lnTo>
                  <a:pt x="1216713" y="3006743"/>
                </a:lnTo>
                <a:lnTo>
                  <a:pt x="1222304" y="2975169"/>
                </a:lnTo>
                <a:lnTo>
                  <a:pt x="1198927" y="2944213"/>
                </a:lnTo>
                <a:lnTo>
                  <a:pt x="1227397" y="2898361"/>
                </a:lnTo>
                <a:lnTo>
                  <a:pt x="1229625" y="2846822"/>
                </a:lnTo>
                <a:lnTo>
                  <a:pt x="1179618" y="2812044"/>
                </a:lnTo>
                <a:lnTo>
                  <a:pt x="1174170" y="2761733"/>
                </a:lnTo>
                <a:lnTo>
                  <a:pt x="1142648" y="2763417"/>
                </a:lnTo>
                <a:close/>
                <a:moveTo>
                  <a:pt x="901029" y="1595558"/>
                </a:moveTo>
                <a:lnTo>
                  <a:pt x="900184" y="1615869"/>
                </a:lnTo>
                <a:lnTo>
                  <a:pt x="901029" y="1595558"/>
                </a:lnTo>
                <a:close/>
                <a:moveTo>
                  <a:pt x="871888" y="1588991"/>
                </a:moveTo>
                <a:lnTo>
                  <a:pt x="883902" y="1619521"/>
                </a:lnTo>
                <a:lnTo>
                  <a:pt x="871888" y="1588991"/>
                </a:lnTo>
                <a:close/>
                <a:moveTo>
                  <a:pt x="777868" y="1527281"/>
                </a:moveTo>
                <a:lnTo>
                  <a:pt x="787154" y="1562096"/>
                </a:lnTo>
                <a:lnTo>
                  <a:pt x="752980" y="1588316"/>
                </a:lnTo>
                <a:lnTo>
                  <a:pt x="777868" y="1527281"/>
                </a:lnTo>
                <a:close/>
                <a:moveTo>
                  <a:pt x="862322" y="1488490"/>
                </a:moveTo>
                <a:lnTo>
                  <a:pt x="879235" y="1482608"/>
                </a:lnTo>
                <a:lnTo>
                  <a:pt x="875399" y="1575136"/>
                </a:lnTo>
                <a:lnTo>
                  <a:pt x="829425" y="1547954"/>
                </a:lnTo>
                <a:lnTo>
                  <a:pt x="815804" y="1578387"/>
                </a:lnTo>
                <a:lnTo>
                  <a:pt x="806143" y="1493595"/>
                </a:lnTo>
                <a:lnTo>
                  <a:pt x="845137" y="1479807"/>
                </a:lnTo>
                <a:lnTo>
                  <a:pt x="853116" y="1506319"/>
                </a:lnTo>
                <a:lnTo>
                  <a:pt x="862322" y="148849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p"/>
          <p:cNvSpPr/>
          <p:nvPr/>
        </p:nvSpPr>
        <p:spPr>
          <a:xfrm>
            <a:off x="4692683" y="8127837"/>
            <a:ext cx="698389" cy="1469853"/>
          </a:xfrm>
          <a:custGeom>
            <a:avLst/>
            <a:gdLst/>
            <a:ahLst/>
            <a:cxnLst/>
            <a:rect l="0" t="0" r="r" b="b"/>
            <a:pathLst>
              <a:path w="698389" h="1469853">
                <a:moveTo>
                  <a:pt x="218898" y="624671"/>
                </a:moveTo>
                <a:lnTo>
                  <a:pt x="200435" y="578441"/>
                </a:lnTo>
                <a:lnTo>
                  <a:pt x="248609" y="533201"/>
                </a:lnTo>
                <a:lnTo>
                  <a:pt x="227708" y="488916"/>
                </a:lnTo>
                <a:lnTo>
                  <a:pt x="254371" y="430667"/>
                </a:lnTo>
                <a:lnTo>
                  <a:pt x="274047" y="427407"/>
                </a:lnTo>
                <a:lnTo>
                  <a:pt x="277104" y="409322"/>
                </a:lnTo>
                <a:lnTo>
                  <a:pt x="305789" y="403517"/>
                </a:lnTo>
                <a:lnTo>
                  <a:pt x="330545" y="414871"/>
                </a:lnTo>
                <a:lnTo>
                  <a:pt x="331893" y="436103"/>
                </a:lnTo>
                <a:lnTo>
                  <a:pt x="371807" y="406808"/>
                </a:lnTo>
                <a:lnTo>
                  <a:pt x="372645" y="415863"/>
                </a:lnTo>
                <a:lnTo>
                  <a:pt x="408009" y="419325"/>
                </a:lnTo>
                <a:lnTo>
                  <a:pt x="416361" y="401443"/>
                </a:lnTo>
                <a:lnTo>
                  <a:pt x="456302" y="396627"/>
                </a:lnTo>
                <a:lnTo>
                  <a:pt x="489659" y="359957"/>
                </a:lnTo>
                <a:lnTo>
                  <a:pt x="500555" y="316185"/>
                </a:lnTo>
                <a:lnTo>
                  <a:pt x="484172" y="296109"/>
                </a:lnTo>
                <a:lnTo>
                  <a:pt x="483523" y="266762"/>
                </a:lnTo>
                <a:lnTo>
                  <a:pt x="534552" y="256286"/>
                </a:lnTo>
                <a:lnTo>
                  <a:pt x="571878" y="164491"/>
                </a:lnTo>
                <a:lnTo>
                  <a:pt x="551786" y="159559"/>
                </a:lnTo>
                <a:lnTo>
                  <a:pt x="552472" y="142216"/>
                </a:lnTo>
                <a:lnTo>
                  <a:pt x="477265" y="166013"/>
                </a:lnTo>
                <a:lnTo>
                  <a:pt x="483636" y="137062"/>
                </a:lnTo>
                <a:lnTo>
                  <a:pt x="434434" y="125984"/>
                </a:lnTo>
                <a:lnTo>
                  <a:pt x="436787" y="101211"/>
                </a:lnTo>
                <a:lnTo>
                  <a:pt x="482094" y="68421"/>
                </a:lnTo>
                <a:lnTo>
                  <a:pt x="505111" y="5351"/>
                </a:lnTo>
                <a:lnTo>
                  <a:pt x="526695" y="0"/>
                </a:lnTo>
                <a:lnTo>
                  <a:pt x="554166" y="29807"/>
                </a:lnTo>
                <a:lnTo>
                  <a:pt x="571447" y="18856"/>
                </a:lnTo>
                <a:lnTo>
                  <a:pt x="574491" y="53246"/>
                </a:lnTo>
                <a:lnTo>
                  <a:pt x="616265" y="61537"/>
                </a:lnTo>
                <a:lnTo>
                  <a:pt x="624321" y="76216"/>
                </a:lnTo>
                <a:lnTo>
                  <a:pt x="602751" y="113146"/>
                </a:lnTo>
                <a:lnTo>
                  <a:pt x="622223" y="113280"/>
                </a:lnTo>
                <a:lnTo>
                  <a:pt x="625273" y="139380"/>
                </a:lnTo>
                <a:lnTo>
                  <a:pt x="684294" y="120444"/>
                </a:lnTo>
                <a:lnTo>
                  <a:pt x="670423" y="207564"/>
                </a:lnTo>
                <a:lnTo>
                  <a:pt x="694060" y="296789"/>
                </a:lnTo>
                <a:lnTo>
                  <a:pt x="698389" y="378850"/>
                </a:lnTo>
                <a:lnTo>
                  <a:pt x="674410" y="561131"/>
                </a:lnTo>
                <a:lnTo>
                  <a:pt x="653862" y="612206"/>
                </a:lnTo>
                <a:lnTo>
                  <a:pt x="650174" y="700956"/>
                </a:lnTo>
                <a:lnTo>
                  <a:pt x="639630" y="706434"/>
                </a:lnTo>
                <a:lnTo>
                  <a:pt x="644888" y="765053"/>
                </a:lnTo>
                <a:lnTo>
                  <a:pt x="619268" y="808245"/>
                </a:lnTo>
                <a:lnTo>
                  <a:pt x="623890" y="873639"/>
                </a:lnTo>
                <a:lnTo>
                  <a:pt x="613135" y="898452"/>
                </a:lnTo>
                <a:lnTo>
                  <a:pt x="625855" y="905551"/>
                </a:lnTo>
                <a:lnTo>
                  <a:pt x="625543" y="930341"/>
                </a:lnTo>
                <a:lnTo>
                  <a:pt x="601509" y="955067"/>
                </a:lnTo>
                <a:lnTo>
                  <a:pt x="613971" y="991794"/>
                </a:lnTo>
                <a:lnTo>
                  <a:pt x="539234" y="1120946"/>
                </a:lnTo>
                <a:lnTo>
                  <a:pt x="524051" y="1169928"/>
                </a:lnTo>
                <a:lnTo>
                  <a:pt x="504283" y="1194276"/>
                </a:lnTo>
                <a:lnTo>
                  <a:pt x="486071" y="1196672"/>
                </a:lnTo>
                <a:lnTo>
                  <a:pt x="446847" y="1251380"/>
                </a:lnTo>
                <a:lnTo>
                  <a:pt x="429566" y="1258294"/>
                </a:lnTo>
                <a:lnTo>
                  <a:pt x="431979" y="1246698"/>
                </a:lnTo>
                <a:lnTo>
                  <a:pt x="414541" y="1240135"/>
                </a:lnTo>
                <a:lnTo>
                  <a:pt x="399163" y="1262643"/>
                </a:lnTo>
                <a:lnTo>
                  <a:pt x="379988" y="1241710"/>
                </a:lnTo>
                <a:lnTo>
                  <a:pt x="362897" y="1264450"/>
                </a:lnTo>
                <a:lnTo>
                  <a:pt x="333109" y="1259132"/>
                </a:lnTo>
                <a:lnTo>
                  <a:pt x="329728" y="1280589"/>
                </a:lnTo>
                <a:lnTo>
                  <a:pt x="296409" y="1205632"/>
                </a:lnTo>
                <a:lnTo>
                  <a:pt x="264333" y="1268494"/>
                </a:lnTo>
                <a:lnTo>
                  <a:pt x="251960" y="1268494"/>
                </a:lnTo>
                <a:lnTo>
                  <a:pt x="259150" y="1221315"/>
                </a:lnTo>
                <a:lnTo>
                  <a:pt x="252553" y="1233659"/>
                </a:lnTo>
                <a:lnTo>
                  <a:pt x="228449" y="1232449"/>
                </a:lnTo>
                <a:lnTo>
                  <a:pt x="225360" y="1303014"/>
                </a:lnTo>
                <a:lnTo>
                  <a:pt x="208374" y="1321872"/>
                </a:lnTo>
                <a:lnTo>
                  <a:pt x="223795" y="1328690"/>
                </a:lnTo>
                <a:lnTo>
                  <a:pt x="206905" y="1356470"/>
                </a:lnTo>
                <a:lnTo>
                  <a:pt x="218099" y="1395834"/>
                </a:lnTo>
                <a:lnTo>
                  <a:pt x="196728" y="1383717"/>
                </a:lnTo>
                <a:lnTo>
                  <a:pt x="173328" y="1408816"/>
                </a:lnTo>
                <a:lnTo>
                  <a:pt x="161318" y="1407725"/>
                </a:lnTo>
                <a:lnTo>
                  <a:pt x="176574" y="1396456"/>
                </a:lnTo>
                <a:lnTo>
                  <a:pt x="156207" y="1406277"/>
                </a:lnTo>
                <a:lnTo>
                  <a:pt x="157402" y="1396532"/>
                </a:lnTo>
                <a:lnTo>
                  <a:pt x="139107" y="1412510"/>
                </a:lnTo>
                <a:lnTo>
                  <a:pt x="176940" y="1421521"/>
                </a:lnTo>
                <a:lnTo>
                  <a:pt x="173627" y="1469853"/>
                </a:lnTo>
                <a:lnTo>
                  <a:pt x="133851" y="1441871"/>
                </a:lnTo>
                <a:lnTo>
                  <a:pt x="131830" y="1424518"/>
                </a:lnTo>
                <a:lnTo>
                  <a:pt x="101897" y="1423909"/>
                </a:lnTo>
                <a:lnTo>
                  <a:pt x="118278" y="1391823"/>
                </a:lnTo>
                <a:lnTo>
                  <a:pt x="175128" y="1345324"/>
                </a:lnTo>
                <a:lnTo>
                  <a:pt x="162364" y="1327129"/>
                </a:lnTo>
                <a:lnTo>
                  <a:pt x="159383" y="1258237"/>
                </a:lnTo>
                <a:lnTo>
                  <a:pt x="132384" y="1240758"/>
                </a:lnTo>
                <a:lnTo>
                  <a:pt x="103084" y="1149735"/>
                </a:lnTo>
                <a:lnTo>
                  <a:pt x="0" y="1040997"/>
                </a:lnTo>
                <a:lnTo>
                  <a:pt x="49991" y="992020"/>
                </a:lnTo>
                <a:lnTo>
                  <a:pt x="68776" y="905894"/>
                </a:lnTo>
                <a:lnTo>
                  <a:pt x="90934" y="915809"/>
                </a:lnTo>
                <a:lnTo>
                  <a:pt x="225299" y="888264"/>
                </a:lnTo>
                <a:lnTo>
                  <a:pt x="234779" y="862171"/>
                </a:lnTo>
                <a:lnTo>
                  <a:pt x="210604" y="800235"/>
                </a:lnTo>
                <a:lnTo>
                  <a:pt x="233522" y="760325"/>
                </a:lnTo>
                <a:lnTo>
                  <a:pt x="216925" y="729417"/>
                </a:lnTo>
                <a:lnTo>
                  <a:pt x="227780" y="699862"/>
                </a:lnTo>
                <a:lnTo>
                  <a:pt x="213126" y="664772"/>
                </a:lnTo>
                <a:lnTo>
                  <a:pt x="227388" y="632689"/>
                </a:lnTo>
                <a:lnTo>
                  <a:pt x="218898" y="624671"/>
                </a:lnTo>
                <a:close/>
                <a:moveTo>
                  <a:pt x="267224" y="1277184"/>
                </a:moveTo>
                <a:lnTo>
                  <a:pt x="267506" y="1288963"/>
                </a:lnTo>
                <a:lnTo>
                  <a:pt x="249551" y="1292107"/>
                </a:lnTo>
                <a:lnTo>
                  <a:pt x="251976" y="1275651"/>
                </a:lnTo>
                <a:lnTo>
                  <a:pt x="267224" y="1277184"/>
                </a:lnTo>
                <a:close/>
                <a:moveTo>
                  <a:pt x="348187" y="1274586"/>
                </a:moveTo>
                <a:lnTo>
                  <a:pt x="339801" y="1265119"/>
                </a:lnTo>
                <a:lnTo>
                  <a:pt x="348187" y="1274586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p"/>
          <p:cNvSpPr/>
          <p:nvPr/>
        </p:nvSpPr>
        <p:spPr>
          <a:xfrm>
            <a:off x="4155846" y="4253478"/>
            <a:ext cx="1327977" cy="1700856"/>
          </a:xfrm>
          <a:custGeom>
            <a:avLst/>
            <a:gdLst/>
            <a:ahLst/>
            <a:cxnLst/>
            <a:rect l="0" t="0" r="r" b="b"/>
            <a:pathLst>
              <a:path w="1327977" h="1700856">
                <a:moveTo>
                  <a:pt x="1086500" y="1338494"/>
                </a:moveTo>
                <a:lnTo>
                  <a:pt x="1076043" y="1356661"/>
                </a:lnTo>
                <a:lnTo>
                  <a:pt x="1089345" y="1384511"/>
                </a:lnTo>
                <a:lnTo>
                  <a:pt x="1060082" y="1401171"/>
                </a:lnTo>
                <a:lnTo>
                  <a:pt x="1032739" y="1399339"/>
                </a:lnTo>
                <a:lnTo>
                  <a:pt x="1033215" y="1446598"/>
                </a:lnTo>
                <a:lnTo>
                  <a:pt x="992761" y="1496009"/>
                </a:lnTo>
                <a:lnTo>
                  <a:pt x="939546" y="1474167"/>
                </a:lnTo>
                <a:lnTo>
                  <a:pt x="1000142" y="1408074"/>
                </a:lnTo>
                <a:lnTo>
                  <a:pt x="1007657" y="1380460"/>
                </a:lnTo>
                <a:lnTo>
                  <a:pt x="958173" y="1407262"/>
                </a:lnTo>
                <a:lnTo>
                  <a:pt x="934011" y="1391230"/>
                </a:lnTo>
                <a:lnTo>
                  <a:pt x="897287" y="1388989"/>
                </a:lnTo>
                <a:lnTo>
                  <a:pt x="869751" y="1426203"/>
                </a:lnTo>
                <a:lnTo>
                  <a:pt x="884568" y="1437317"/>
                </a:lnTo>
                <a:lnTo>
                  <a:pt x="877147" y="1451558"/>
                </a:lnTo>
                <a:lnTo>
                  <a:pt x="869594" y="1445371"/>
                </a:lnTo>
                <a:lnTo>
                  <a:pt x="851086" y="1461354"/>
                </a:lnTo>
                <a:lnTo>
                  <a:pt x="860392" y="1434244"/>
                </a:lnTo>
                <a:lnTo>
                  <a:pt x="851198" y="1448045"/>
                </a:lnTo>
                <a:lnTo>
                  <a:pt x="817739" y="1452224"/>
                </a:lnTo>
                <a:lnTo>
                  <a:pt x="737968" y="1492621"/>
                </a:lnTo>
                <a:lnTo>
                  <a:pt x="730654" y="1531168"/>
                </a:lnTo>
                <a:lnTo>
                  <a:pt x="763982" y="1544806"/>
                </a:lnTo>
                <a:lnTo>
                  <a:pt x="741860" y="1564873"/>
                </a:lnTo>
                <a:lnTo>
                  <a:pt x="728091" y="1555709"/>
                </a:lnTo>
                <a:lnTo>
                  <a:pt x="730812" y="1573352"/>
                </a:lnTo>
                <a:lnTo>
                  <a:pt x="742872" y="1588272"/>
                </a:lnTo>
                <a:lnTo>
                  <a:pt x="759925" y="1571613"/>
                </a:lnTo>
                <a:lnTo>
                  <a:pt x="773444" y="1594879"/>
                </a:lnTo>
                <a:lnTo>
                  <a:pt x="734677" y="1621495"/>
                </a:lnTo>
                <a:lnTo>
                  <a:pt x="717362" y="1607733"/>
                </a:lnTo>
                <a:lnTo>
                  <a:pt x="701419" y="1614215"/>
                </a:lnTo>
                <a:lnTo>
                  <a:pt x="678703" y="1641506"/>
                </a:lnTo>
                <a:lnTo>
                  <a:pt x="690147" y="1657871"/>
                </a:lnTo>
                <a:lnTo>
                  <a:pt x="669202" y="1667188"/>
                </a:lnTo>
                <a:lnTo>
                  <a:pt x="673938" y="1679378"/>
                </a:lnTo>
                <a:lnTo>
                  <a:pt x="611281" y="1700856"/>
                </a:lnTo>
                <a:lnTo>
                  <a:pt x="619788" y="1679544"/>
                </a:lnTo>
                <a:lnTo>
                  <a:pt x="566717" y="1613426"/>
                </a:lnTo>
                <a:lnTo>
                  <a:pt x="550194" y="1610772"/>
                </a:lnTo>
                <a:lnTo>
                  <a:pt x="539352" y="1629732"/>
                </a:lnTo>
                <a:lnTo>
                  <a:pt x="509179" y="1607495"/>
                </a:lnTo>
                <a:lnTo>
                  <a:pt x="489932" y="1616099"/>
                </a:lnTo>
                <a:lnTo>
                  <a:pt x="467937" y="1600612"/>
                </a:lnTo>
                <a:lnTo>
                  <a:pt x="435139" y="1644470"/>
                </a:lnTo>
                <a:lnTo>
                  <a:pt x="384281" y="1621912"/>
                </a:lnTo>
                <a:lnTo>
                  <a:pt x="391366" y="1551241"/>
                </a:lnTo>
                <a:lnTo>
                  <a:pt x="418758" y="1547861"/>
                </a:lnTo>
                <a:lnTo>
                  <a:pt x="423722" y="1536404"/>
                </a:lnTo>
                <a:lnTo>
                  <a:pt x="398177" y="1498966"/>
                </a:lnTo>
                <a:lnTo>
                  <a:pt x="406817" y="1474956"/>
                </a:lnTo>
                <a:lnTo>
                  <a:pt x="361375" y="1415100"/>
                </a:lnTo>
                <a:lnTo>
                  <a:pt x="348150" y="1419727"/>
                </a:lnTo>
                <a:lnTo>
                  <a:pt x="322352" y="1392548"/>
                </a:lnTo>
                <a:lnTo>
                  <a:pt x="284557" y="1377653"/>
                </a:lnTo>
                <a:lnTo>
                  <a:pt x="236977" y="1373473"/>
                </a:lnTo>
                <a:lnTo>
                  <a:pt x="214617" y="1378318"/>
                </a:lnTo>
                <a:lnTo>
                  <a:pt x="210535" y="1406170"/>
                </a:lnTo>
                <a:lnTo>
                  <a:pt x="187957" y="1421796"/>
                </a:lnTo>
                <a:lnTo>
                  <a:pt x="142706" y="1426367"/>
                </a:lnTo>
                <a:lnTo>
                  <a:pt x="152803" y="1376091"/>
                </a:lnTo>
                <a:lnTo>
                  <a:pt x="125070" y="1347552"/>
                </a:lnTo>
                <a:lnTo>
                  <a:pt x="141793" y="1319575"/>
                </a:lnTo>
                <a:lnTo>
                  <a:pt x="53449" y="1238869"/>
                </a:lnTo>
                <a:lnTo>
                  <a:pt x="23921" y="1149757"/>
                </a:lnTo>
                <a:lnTo>
                  <a:pt x="0" y="1130717"/>
                </a:lnTo>
                <a:lnTo>
                  <a:pt x="22001" y="1086289"/>
                </a:lnTo>
                <a:lnTo>
                  <a:pt x="8866" y="1033901"/>
                </a:lnTo>
                <a:lnTo>
                  <a:pt x="81500" y="1010921"/>
                </a:lnTo>
                <a:lnTo>
                  <a:pt x="74345" y="998386"/>
                </a:lnTo>
                <a:lnTo>
                  <a:pt x="89789" y="976038"/>
                </a:lnTo>
                <a:lnTo>
                  <a:pt x="104614" y="995197"/>
                </a:lnTo>
                <a:lnTo>
                  <a:pt x="136087" y="991225"/>
                </a:lnTo>
                <a:lnTo>
                  <a:pt x="120183" y="932847"/>
                </a:lnTo>
                <a:lnTo>
                  <a:pt x="82813" y="918328"/>
                </a:lnTo>
                <a:lnTo>
                  <a:pt x="84908" y="886522"/>
                </a:lnTo>
                <a:lnTo>
                  <a:pt x="119713" y="888987"/>
                </a:lnTo>
                <a:lnTo>
                  <a:pt x="157663" y="858771"/>
                </a:lnTo>
                <a:lnTo>
                  <a:pt x="173632" y="805200"/>
                </a:lnTo>
                <a:lnTo>
                  <a:pt x="199200" y="801481"/>
                </a:lnTo>
                <a:lnTo>
                  <a:pt x="211785" y="822537"/>
                </a:lnTo>
                <a:lnTo>
                  <a:pt x="238505" y="831970"/>
                </a:lnTo>
                <a:lnTo>
                  <a:pt x="270367" y="817222"/>
                </a:lnTo>
                <a:lnTo>
                  <a:pt x="251035" y="793621"/>
                </a:lnTo>
                <a:lnTo>
                  <a:pt x="277305" y="757922"/>
                </a:lnTo>
                <a:lnTo>
                  <a:pt x="300081" y="756808"/>
                </a:lnTo>
                <a:lnTo>
                  <a:pt x="287470" y="733182"/>
                </a:lnTo>
                <a:lnTo>
                  <a:pt x="309706" y="694600"/>
                </a:lnTo>
                <a:lnTo>
                  <a:pt x="332003" y="708439"/>
                </a:lnTo>
                <a:lnTo>
                  <a:pt x="340290" y="701472"/>
                </a:lnTo>
                <a:lnTo>
                  <a:pt x="344964" y="685387"/>
                </a:lnTo>
                <a:lnTo>
                  <a:pt x="326379" y="675260"/>
                </a:lnTo>
                <a:lnTo>
                  <a:pt x="327971" y="629953"/>
                </a:lnTo>
                <a:lnTo>
                  <a:pt x="281420" y="610393"/>
                </a:lnTo>
                <a:lnTo>
                  <a:pt x="253909" y="561210"/>
                </a:lnTo>
                <a:lnTo>
                  <a:pt x="279648" y="502064"/>
                </a:lnTo>
                <a:lnTo>
                  <a:pt x="220537" y="440818"/>
                </a:lnTo>
                <a:lnTo>
                  <a:pt x="224175" y="421479"/>
                </a:lnTo>
                <a:lnTo>
                  <a:pt x="242578" y="405360"/>
                </a:lnTo>
                <a:lnTo>
                  <a:pt x="256320" y="411992"/>
                </a:lnTo>
                <a:lnTo>
                  <a:pt x="260841" y="397615"/>
                </a:lnTo>
                <a:lnTo>
                  <a:pt x="252782" y="376887"/>
                </a:lnTo>
                <a:lnTo>
                  <a:pt x="228210" y="370443"/>
                </a:lnTo>
                <a:lnTo>
                  <a:pt x="219160" y="342850"/>
                </a:lnTo>
                <a:lnTo>
                  <a:pt x="222741" y="330376"/>
                </a:lnTo>
                <a:lnTo>
                  <a:pt x="254087" y="325378"/>
                </a:lnTo>
                <a:lnTo>
                  <a:pt x="258798" y="300332"/>
                </a:lnTo>
                <a:lnTo>
                  <a:pt x="275496" y="300633"/>
                </a:lnTo>
                <a:lnTo>
                  <a:pt x="294040" y="271290"/>
                </a:lnTo>
                <a:lnTo>
                  <a:pt x="338233" y="254485"/>
                </a:lnTo>
                <a:lnTo>
                  <a:pt x="334157" y="220750"/>
                </a:lnTo>
                <a:lnTo>
                  <a:pt x="398359" y="228496"/>
                </a:lnTo>
                <a:lnTo>
                  <a:pt x="409784" y="211680"/>
                </a:lnTo>
                <a:lnTo>
                  <a:pt x="399804" y="204523"/>
                </a:lnTo>
                <a:lnTo>
                  <a:pt x="401030" y="170959"/>
                </a:lnTo>
                <a:lnTo>
                  <a:pt x="438173" y="127509"/>
                </a:lnTo>
                <a:lnTo>
                  <a:pt x="413895" y="114633"/>
                </a:lnTo>
                <a:lnTo>
                  <a:pt x="411425" y="90586"/>
                </a:lnTo>
                <a:lnTo>
                  <a:pt x="461255" y="75572"/>
                </a:lnTo>
                <a:lnTo>
                  <a:pt x="510444" y="146073"/>
                </a:lnTo>
                <a:lnTo>
                  <a:pt x="598482" y="108107"/>
                </a:lnTo>
                <a:lnTo>
                  <a:pt x="672409" y="119213"/>
                </a:lnTo>
                <a:lnTo>
                  <a:pt x="713020" y="75743"/>
                </a:lnTo>
                <a:lnTo>
                  <a:pt x="753975" y="67309"/>
                </a:lnTo>
                <a:lnTo>
                  <a:pt x="784125" y="78903"/>
                </a:lnTo>
                <a:lnTo>
                  <a:pt x="831594" y="41316"/>
                </a:lnTo>
                <a:lnTo>
                  <a:pt x="852846" y="39392"/>
                </a:lnTo>
                <a:lnTo>
                  <a:pt x="868524" y="20633"/>
                </a:lnTo>
                <a:lnTo>
                  <a:pt x="855827" y="1954"/>
                </a:lnTo>
                <a:lnTo>
                  <a:pt x="869339" y="0"/>
                </a:lnTo>
                <a:lnTo>
                  <a:pt x="889615" y="23913"/>
                </a:lnTo>
                <a:lnTo>
                  <a:pt x="928148" y="23634"/>
                </a:lnTo>
                <a:lnTo>
                  <a:pt x="943413" y="65156"/>
                </a:lnTo>
                <a:lnTo>
                  <a:pt x="932274" y="94653"/>
                </a:lnTo>
                <a:lnTo>
                  <a:pt x="967732" y="106570"/>
                </a:lnTo>
                <a:lnTo>
                  <a:pt x="979382" y="136498"/>
                </a:lnTo>
                <a:lnTo>
                  <a:pt x="1017268" y="138876"/>
                </a:lnTo>
                <a:lnTo>
                  <a:pt x="1035518" y="153827"/>
                </a:lnTo>
                <a:lnTo>
                  <a:pt x="1038538" y="186179"/>
                </a:lnTo>
                <a:lnTo>
                  <a:pt x="1071595" y="202670"/>
                </a:lnTo>
                <a:lnTo>
                  <a:pt x="1065526" y="246428"/>
                </a:lnTo>
                <a:lnTo>
                  <a:pt x="1086773" y="264479"/>
                </a:lnTo>
                <a:lnTo>
                  <a:pt x="1145129" y="251568"/>
                </a:lnTo>
                <a:lnTo>
                  <a:pt x="1202320" y="304353"/>
                </a:lnTo>
                <a:lnTo>
                  <a:pt x="1188194" y="354624"/>
                </a:lnTo>
                <a:lnTo>
                  <a:pt x="1221343" y="340005"/>
                </a:lnTo>
                <a:lnTo>
                  <a:pt x="1237741" y="355277"/>
                </a:lnTo>
                <a:lnTo>
                  <a:pt x="1233081" y="372955"/>
                </a:lnTo>
                <a:lnTo>
                  <a:pt x="1284269" y="390219"/>
                </a:lnTo>
                <a:lnTo>
                  <a:pt x="1308531" y="588041"/>
                </a:lnTo>
                <a:lnTo>
                  <a:pt x="1327977" y="617802"/>
                </a:lnTo>
                <a:lnTo>
                  <a:pt x="1315933" y="620221"/>
                </a:lnTo>
                <a:lnTo>
                  <a:pt x="1312523" y="642497"/>
                </a:lnTo>
                <a:lnTo>
                  <a:pt x="1303070" y="639372"/>
                </a:lnTo>
                <a:lnTo>
                  <a:pt x="1312224" y="678968"/>
                </a:lnTo>
                <a:lnTo>
                  <a:pt x="1277385" y="648668"/>
                </a:lnTo>
                <a:lnTo>
                  <a:pt x="1262421" y="604904"/>
                </a:lnTo>
                <a:lnTo>
                  <a:pt x="1240977" y="661921"/>
                </a:lnTo>
                <a:lnTo>
                  <a:pt x="1227385" y="627325"/>
                </a:lnTo>
                <a:lnTo>
                  <a:pt x="1204446" y="614998"/>
                </a:lnTo>
                <a:lnTo>
                  <a:pt x="1195226" y="626635"/>
                </a:lnTo>
                <a:lnTo>
                  <a:pt x="1201616" y="606591"/>
                </a:lnTo>
                <a:lnTo>
                  <a:pt x="1178716" y="583389"/>
                </a:lnTo>
                <a:lnTo>
                  <a:pt x="1178961" y="555220"/>
                </a:lnTo>
                <a:lnTo>
                  <a:pt x="1157919" y="541023"/>
                </a:lnTo>
                <a:lnTo>
                  <a:pt x="1155732" y="521836"/>
                </a:lnTo>
                <a:lnTo>
                  <a:pt x="1126087" y="505400"/>
                </a:lnTo>
                <a:lnTo>
                  <a:pt x="1134860" y="564819"/>
                </a:lnTo>
                <a:lnTo>
                  <a:pt x="1125446" y="591441"/>
                </a:lnTo>
                <a:lnTo>
                  <a:pt x="1101430" y="572780"/>
                </a:lnTo>
                <a:lnTo>
                  <a:pt x="1104091" y="584968"/>
                </a:lnTo>
                <a:lnTo>
                  <a:pt x="1068204" y="584981"/>
                </a:lnTo>
                <a:lnTo>
                  <a:pt x="1053143" y="605352"/>
                </a:lnTo>
                <a:lnTo>
                  <a:pt x="1060024" y="620718"/>
                </a:lnTo>
                <a:lnTo>
                  <a:pt x="1026689" y="658210"/>
                </a:lnTo>
                <a:lnTo>
                  <a:pt x="1029298" y="681225"/>
                </a:lnTo>
                <a:lnTo>
                  <a:pt x="987210" y="715650"/>
                </a:lnTo>
                <a:lnTo>
                  <a:pt x="994851" y="734068"/>
                </a:lnTo>
                <a:lnTo>
                  <a:pt x="977069" y="798703"/>
                </a:lnTo>
                <a:lnTo>
                  <a:pt x="1020600" y="841100"/>
                </a:lnTo>
                <a:lnTo>
                  <a:pt x="1010390" y="865532"/>
                </a:lnTo>
                <a:lnTo>
                  <a:pt x="1015271" y="922202"/>
                </a:lnTo>
                <a:lnTo>
                  <a:pt x="1043300" y="951785"/>
                </a:lnTo>
                <a:lnTo>
                  <a:pt x="1029192" y="1057889"/>
                </a:lnTo>
                <a:lnTo>
                  <a:pt x="1056135" y="1142742"/>
                </a:lnTo>
                <a:lnTo>
                  <a:pt x="1041303" y="1118690"/>
                </a:lnTo>
                <a:lnTo>
                  <a:pt x="1035474" y="1132939"/>
                </a:lnTo>
                <a:lnTo>
                  <a:pt x="1064172" y="1152326"/>
                </a:lnTo>
                <a:lnTo>
                  <a:pt x="1049222" y="1170311"/>
                </a:lnTo>
                <a:lnTo>
                  <a:pt x="1098027" y="1198716"/>
                </a:lnTo>
                <a:lnTo>
                  <a:pt x="1076531" y="1197023"/>
                </a:lnTo>
                <a:lnTo>
                  <a:pt x="1098742" y="1229325"/>
                </a:lnTo>
                <a:lnTo>
                  <a:pt x="1111059" y="1220530"/>
                </a:lnTo>
                <a:lnTo>
                  <a:pt x="1105526" y="1201570"/>
                </a:lnTo>
                <a:lnTo>
                  <a:pt x="1129536" y="1210058"/>
                </a:lnTo>
                <a:lnTo>
                  <a:pt x="1105638" y="1198247"/>
                </a:lnTo>
                <a:lnTo>
                  <a:pt x="1146974" y="1168906"/>
                </a:lnTo>
                <a:lnTo>
                  <a:pt x="1183371" y="1171654"/>
                </a:lnTo>
                <a:lnTo>
                  <a:pt x="1205041" y="1194197"/>
                </a:lnTo>
                <a:lnTo>
                  <a:pt x="1177835" y="1217799"/>
                </a:lnTo>
                <a:lnTo>
                  <a:pt x="1184790" y="1227413"/>
                </a:lnTo>
                <a:lnTo>
                  <a:pt x="1150479" y="1240480"/>
                </a:lnTo>
                <a:lnTo>
                  <a:pt x="1159208" y="1259485"/>
                </a:lnTo>
                <a:lnTo>
                  <a:pt x="1146517" y="1287874"/>
                </a:lnTo>
                <a:lnTo>
                  <a:pt x="1105397" y="1294602"/>
                </a:lnTo>
                <a:lnTo>
                  <a:pt x="1102336" y="1281442"/>
                </a:lnTo>
                <a:lnTo>
                  <a:pt x="1101731" y="1296795"/>
                </a:lnTo>
                <a:lnTo>
                  <a:pt x="1076573" y="1308766"/>
                </a:lnTo>
                <a:lnTo>
                  <a:pt x="1094339" y="1330780"/>
                </a:lnTo>
                <a:lnTo>
                  <a:pt x="1086500" y="1338494"/>
                </a:lnTo>
                <a:close/>
                <a:moveTo>
                  <a:pt x="911796" y="1496520"/>
                </a:moveTo>
                <a:lnTo>
                  <a:pt x="919263" y="1520553"/>
                </a:lnTo>
                <a:lnTo>
                  <a:pt x="909807" y="1529652"/>
                </a:lnTo>
                <a:lnTo>
                  <a:pt x="911796" y="1496520"/>
                </a:lnTo>
                <a:close/>
                <a:moveTo>
                  <a:pt x="1204662" y="1153336"/>
                </a:moveTo>
                <a:lnTo>
                  <a:pt x="1211763" y="1148123"/>
                </a:lnTo>
                <a:lnTo>
                  <a:pt x="1204662" y="1153336"/>
                </a:lnTo>
                <a:close/>
                <a:moveTo>
                  <a:pt x="785429" y="1594511"/>
                </a:moveTo>
                <a:lnTo>
                  <a:pt x="791170" y="1585607"/>
                </a:lnTo>
                <a:lnTo>
                  <a:pt x="785429" y="159451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p"/>
          <p:cNvSpPr/>
          <p:nvPr/>
        </p:nvSpPr>
        <p:spPr>
          <a:xfrm>
            <a:off x="4974131" y="6397711"/>
            <a:ext cx="1748242" cy="1905102"/>
          </a:xfrm>
          <a:custGeom>
            <a:avLst/>
            <a:gdLst/>
            <a:ahLst/>
            <a:cxnLst/>
            <a:rect l="0" t="0" r="r" b="b"/>
            <a:pathLst>
              <a:path w="1748242" h="1905102">
                <a:moveTo>
                  <a:pt x="21504" y="568723"/>
                </a:moveTo>
                <a:lnTo>
                  <a:pt x="29254" y="576839"/>
                </a:lnTo>
                <a:lnTo>
                  <a:pt x="34126" y="566707"/>
                </a:lnTo>
                <a:lnTo>
                  <a:pt x="24393" y="537221"/>
                </a:lnTo>
                <a:lnTo>
                  <a:pt x="80501" y="562830"/>
                </a:lnTo>
                <a:lnTo>
                  <a:pt x="96050" y="611961"/>
                </a:lnTo>
                <a:lnTo>
                  <a:pt x="145288" y="638752"/>
                </a:lnTo>
                <a:lnTo>
                  <a:pt x="141893" y="649360"/>
                </a:lnTo>
                <a:lnTo>
                  <a:pt x="158524" y="647445"/>
                </a:lnTo>
                <a:lnTo>
                  <a:pt x="171080" y="669508"/>
                </a:lnTo>
                <a:lnTo>
                  <a:pt x="183454" y="664683"/>
                </a:lnTo>
                <a:lnTo>
                  <a:pt x="250955" y="727980"/>
                </a:lnTo>
                <a:lnTo>
                  <a:pt x="291240" y="794303"/>
                </a:lnTo>
                <a:lnTo>
                  <a:pt x="294716" y="818568"/>
                </a:lnTo>
                <a:lnTo>
                  <a:pt x="271894" y="776058"/>
                </a:lnTo>
                <a:lnTo>
                  <a:pt x="287811" y="823472"/>
                </a:lnTo>
                <a:lnTo>
                  <a:pt x="329074" y="878196"/>
                </a:lnTo>
                <a:lnTo>
                  <a:pt x="375361" y="903874"/>
                </a:lnTo>
                <a:lnTo>
                  <a:pt x="386940" y="937625"/>
                </a:lnTo>
                <a:lnTo>
                  <a:pt x="398980" y="931883"/>
                </a:lnTo>
                <a:lnTo>
                  <a:pt x="386462" y="909761"/>
                </a:lnTo>
                <a:lnTo>
                  <a:pt x="409133" y="924344"/>
                </a:lnTo>
                <a:lnTo>
                  <a:pt x="429848" y="946928"/>
                </a:lnTo>
                <a:lnTo>
                  <a:pt x="420235" y="952502"/>
                </a:lnTo>
                <a:lnTo>
                  <a:pt x="444898" y="965565"/>
                </a:lnTo>
                <a:lnTo>
                  <a:pt x="440592" y="952308"/>
                </a:lnTo>
                <a:lnTo>
                  <a:pt x="573617" y="1077537"/>
                </a:lnTo>
                <a:lnTo>
                  <a:pt x="664810" y="1133607"/>
                </a:lnTo>
                <a:lnTo>
                  <a:pt x="738339" y="1197312"/>
                </a:lnTo>
                <a:lnTo>
                  <a:pt x="774219" y="1218691"/>
                </a:lnTo>
                <a:lnTo>
                  <a:pt x="819354" y="1222458"/>
                </a:lnTo>
                <a:lnTo>
                  <a:pt x="852163" y="1250486"/>
                </a:lnTo>
                <a:lnTo>
                  <a:pt x="793368" y="1224970"/>
                </a:lnTo>
                <a:lnTo>
                  <a:pt x="716284" y="1213342"/>
                </a:lnTo>
                <a:lnTo>
                  <a:pt x="623420" y="1250713"/>
                </a:lnTo>
                <a:lnTo>
                  <a:pt x="639181" y="1257228"/>
                </a:lnTo>
                <a:lnTo>
                  <a:pt x="671639" y="1232822"/>
                </a:lnTo>
                <a:lnTo>
                  <a:pt x="631297" y="1278589"/>
                </a:lnTo>
                <a:lnTo>
                  <a:pt x="628522" y="1308696"/>
                </a:lnTo>
                <a:lnTo>
                  <a:pt x="701956" y="1508016"/>
                </a:lnTo>
                <a:lnTo>
                  <a:pt x="728899" y="1543599"/>
                </a:lnTo>
                <a:lnTo>
                  <a:pt x="781506" y="1579998"/>
                </a:lnTo>
                <a:lnTo>
                  <a:pt x="832192" y="1584606"/>
                </a:lnTo>
                <a:lnTo>
                  <a:pt x="881485" y="1634222"/>
                </a:lnTo>
                <a:lnTo>
                  <a:pt x="890730" y="1630323"/>
                </a:lnTo>
                <a:lnTo>
                  <a:pt x="888668" y="1645317"/>
                </a:lnTo>
                <a:lnTo>
                  <a:pt x="907417" y="1653210"/>
                </a:lnTo>
                <a:lnTo>
                  <a:pt x="927385" y="1643911"/>
                </a:lnTo>
                <a:lnTo>
                  <a:pt x="924523" y="1633595"/>
                </a:lnTo>
                <a:lnTo>
                  <a:pt x="894393" y="1634501"/>
                </a:lnTo>
                <a:lnTo>
                  <a:pt x="921088" y="1623572"/>
                </a:lnTo>
                <a:lnTo>
                  <a:pt x="921086" y="1611122"/>
                </a:lnTo>
                <a:lnTo>
                  <a:pt x="990448" y="1667366"/>
                </a:lnTo>
                <a:lnTo>
                  <a:pt x="1008330" y="1733627"/>
                </a:lnTo>
                <a:lnTo>
                  <a:pt x="944173" y="1660653"/>
                </a:lnTo>
                <a:lnTo>
                  <a:pt x="934127" y="1667014"/>
                </a:lnTo>
                <a:lnTo>
                  <a:pt x="941888" y="1671696"/>
                </a:lnTo>
                <a:lnTo>
                  <a:pt x="917923" y="1670340"/>
                </a:lnTo>
                <a:lnTo>
                  <a:pt x="880770" y="1698464"/>
                </a:lnTo>
                <a:lnTo>
                  <a:pt x="857552" y="1682267"/>
                </a:lnTo>
                <a:lnTo>
                  <a:pt x="848937" y="1693544"/>
                </a:lnTo>
                <a:lnTo>
                  <a:pt x="841594" y="1718655"/>
                </a:lnTo>
                <a:lnTo>
                  <a:pt x="880217" y="1854994"/>
                </a:lnTo>
                <a:lnTo>
                  <a:pt x="849758" y="1846440"/>
                </a:lnTo>
                <a:lnTo>
                  <a:pt x="784214" y="1780393"/>
                </a:lnTo>
                <a:lnTo>
                  <a:pt x="754951" y="1685618"/>
                </a:lnTo>
                <a:lnTo>
                  <a:pt x="686284" y="1608913"/>
                </a:lnTo>
                <a:lnTo>
                  <a:pt x="671551" y="1539677"/>
                </a:lnTo>
                <a:lnTo>
                  <a:pt x="626552" y="1489105"/>
                </a:lnTo>
                <a:lnTo>
                  <a:pt x="552012" y="1442862"/>
                </a:lnTo>
                <a:lnTo>
                  <a:pt x="553613" y="1421876"/>
                </a:lnTo>
                <a:lnTo>
                  <a:pt x="505231" y="1320930"/>
                </a:lnTo>
                <a:lnTo>
                  <a:pt x="443202" y="1224062"/>
                </a:lnTo>
                <a:lnTo>
                  <a:pt x="380715" y="1163494"/>
                </a:lnTo>
                <a:lnTo>
                  <a:pt x="342185" y="1063755"/>
                </a:lnTo>
                <a:lnTo>
                  <a:pt x="285737" y="1022664"/>
                </a:lnTo>
                <a:lnTo>
                  <a:pt x="219530" y="1007128"/>
                </a:lnTo>
                <a:lnTo>
                  <a:pt x="232599" y="998603"/>
                </a:lnTo>
                <a:lnTo>
                  <a:pt x="200477" y="989541"/>
                </a:lnTo>
                <a:lnTo>
                  <a:pt x="154630" y="923793"/>
                </a:lnTo>
                <a:lnTo>
                  <a:pt x="144130" y="869500"/>
                </a:lnTo>
                <a:lnTo>
                  <a:pt x="105847" y="799154"/>
                </a:lnTo>
                <a:lnTo>
                  <a:pt x="53910" y="756313"/>
                </a:lnTo>
                <a:lnTo>
                  <a:pt x="79242" y="702451"/>
                </a:lnTo>
                <a:lnTo>
                  <a:pt x="97391" y="723457"/>
                </a:lnTo>
                <a:lnTo>
                  <a:pt x="114463" y="711130"/>
                </a:lnTo>
                <a:lnTo>
                  <a:pt x="118902" y="673832"/>
                </a:lnTo>
                <a:lnTo>
                  <a:pt x="101764" y="682539"/>
                </a:lnTo>
                <a:lnTo>
                  <a:pt x="88099" y="666666"/>
                </a:lnTo>
                <a:lnTo>
                  <a:pt x="109598" y="655216"/>
                </a:lnTo>
                <a:lnTo>
                  <a:pt x="110542" y="641382"/>
                </a:lnTo>
                <a:lnTo>
                  <a:pt x="89019" y="623115"/>
                </a:lnTo>
                <a:lnTo>
                  <a:pt x="93248" y="653954"/>
                </a:lnTo>
                <a:lnTo>
                  <a:pt x="75134" y="609722"/>
                </a:lnTo>
                <a:lnTo>
                  <a:pt x="0" y="584213"/>
                </a:lnTo>
                <a:lnTo>
                  <a:pt x="21504" y="568723"/>
                </a:lnTo>
                <a:close/>
                <a:moveTo>
                  <a:pt x="1574461" y="1866959"/>
                </a:moveTo>
                <a:lnTo>
                  <a:pt x="1578653" y="1881071"/>
                </a:lnTo>
                <a:lnTo>
                  <a:pt x="1566621" y="1878062"/>
                </a:lnTo>
                <a:lnTo>
                  <a:pt x="1574461" y="1866959"/>
                </a:lnTo>
                <a:close/>
                <a:moveTo>
                  <a:pt x="1612152" y="1761008"/>
                </a:moveTo>
                <a:lnTo>
                  <a:pt x="1622119" y="1766064"/>
                </a:lnTo>
                <a:lnTo>
                  <a:pt x="1596997" y="1802377"/>
                </a:lnTo>
                <a:lnTo>
                  <a:pt x="1588923" y="1791991"/>
                </a:lnTo>
                <a:lnTo>
                  <a:pt x="1612152" y="1761008"/>
                </a:lnTo>
                <a:close/>
                <a:moveTo>
                  <a:pt x="1503524" y="1716368"/>
                </a:moveTo>
                <a:lnTo>
                  <a:pt x="1511787" y="1704665"/>
                </a:lnTo>
                <a:lnTo>
                  <a:pt x="1516139" y="1719070"/>
                </a:lnTo>
                <a:lnTo>
                  <a:pt x="1486652" y="1770843"/>
                </a:lnTo>
                <a:lnTo>
                  <a:pt x="1477069" y="1873093"/>
                </a:lnTo>
                <a:lnTo>
                  <a:pt x="1495574" y="1903533"/>
                </a:lnTo>
                <a:lnTo>
                  <a:pt x="1487938" y="1894870"/>
                </a:lnTo>
                <a:lnTo>
                  <a:pt x="1475416" y="1902875"/>
                </a:lnTo>
                <a:lnTo>
                  <a:pt x="1459442" y="1889725"/>
                </a:lnTo>
                <a:lnTo>
                  <a:pt x="1469752" y="1833417"/>
                </a:lnTo>
                <a:lnTo>
                  <a:pt x="1458231" y="1735024"/>
                </a:lnTo>
                <a:lnTo>
                  <a:pt x="1503524" y="1716368"/>
                </a:lnTo>
                <a:close/>
                <a:moveTo>
                  <a:pt x="1624259" y="1379447"/>
                </a:moveTo>
                <a:lnTo>
                  <a:pt x="1635850" y="1389203"/>
                </a:lnTo>
                <a:lnTo>
                  <a:pt x="1595375" y="1451064"/>
                </a:lnTo>
                <a:lnTo>
                  <a:pt x="1589415" y="1518364"/>
                </a:lnTo>
                <a:lnTo>
                  <a:pt x="1559424" y="1536199"/>
                </a:lnTo>
                <a:lnTo>
                  <a:pt x="1568764" y="1548975"/>
                </a:lnTo>
                <a:lnTo>
                  <a:pt x="1564162" y="1630501"/>
                </a:lnTo>
                <a:lnTo>
                  <a:pt x="1551627" y="1651294"/>
                </a:lnTo>
                <a:lnTo>
                  <a:pt x="1555144" y="1675786"/>
                </a:lnTo>
                <a:lnTo>
                  <a:pt x="1542344" y="1680636"/>
                </a:lnTo>
                <a:lnTo>
                  <a:pt x="1529337" y="1649067"/>
                </a:lnTo>
                <a:lnTo>
                  <a:pt x="1542723" y="1651873"/>
                </a:lnTo>
                <a:lnTo>
                  <a:pt x="1531298" y="1638526"/>
                </a:lnTo>
                <a:lnTo>
                  <a:pt x="1543773" y="1634142"/>
                </a:lnTo>
                <a:lnTo>
                  <a:pt x="1545692" y="1614492"/>
                </a:lnTo>
                <a:lnTo>
                  <a:pt x="1523538" y="1606080"/>
                </a:lnTo>
                <a:lnTo>
                  <a:pt x="1537800" y="1600868"/>
                </a:lnTo>
                <a:lnTo>
                  <a:pt x="1543689" y="1556095"/>
                </a:lnTo>
                <a:lnTo>
                  <a:pt x="1534139" y="1535495"/>
                </a:lnTo>
                <a:lnTo>
                  <a:pt x="1547686" y="1529320"/>
                </a:lnTo>
                <a:lnTo>
                  <a:pt x="1556795" y="1483749"/>
                </a:lnTo>
                <a:lnTo>
                  <a:pt x="1537987" y="1468593"/>
                </a:lnTo>
                <a:lnTo>
                  <a:pt x="1537428" y="1451837"/>
                </a:lnTo>
                <a:lnTo>
                  <a:pt x="1571130" y="1465003"/>
                </a:lnTo>
                <a:lnTo>
                  <a:pt x="1592528" y="1440843"/>
                </a:lnTo>
                <a:lnTo>
                  <a:pt x="1603944" y="1370686"/>
                </a:lnTo>
                <a:lnTo>
                  <a:pt x="1621522" y="1365902"/>
                </a:lnTo>
                <a:lnTo>
                  <a:pt x="1624259" y="1379447"/>
                </a:lnTo>
                <a:close/>
                <a:moveTo>
                  <a:pt x="1676913" y="1137810"/>
                </a:moveTo>
                <a:lnTo>
                  <a:pt x="1696743" y="1114422"/>
                </a:lnTo>
                <a:lnTo>
                  <a:pt x="1698419" y="1187673"/>
                </a:lnTo>
                <a:lnTo>
                  <a:pt x="1683128" y="1279820"/>
                </a:lnTo>
                <a:lnTo>
                  <a:pt x="1666386" y="1300637"/>
                </a:lnTo>
                <a:lnTo>
                  <a:pt x="1656515" y="1244346"/>
                </a:lnTo>
                <a:lnTo>
                  <a:pt x="1676913" y="1137810"/>
                </a:lnTo>
                <a:close/>
                <a:moveTo>
                  <a:pt x="1736729" y="851241"/>
                </a:moveTo>
                <a:lnTo>
                  <a:pt x="1743139" y="841554"/>
                </a:lnTo>
                <a:lnTo>
                  <a:pt x="1748242" y="903725"/>
                </a:lnTo>
                <a:lnTo>
                  <a:pt x="1745567" y="934780"/>
                </a:lnTo>
                <a:lnTo>
                  <a:pt x="1734089" y="937611"/>
                </a:lnTo>
                <a:lnTo>
                  <a:pt x="1736729" y="851241"/>
                </a:lnTo>
                <a:close/>
                <a:moveTo>
                  <a:pt x="1731342" y="791554"/>
                </a:moveTo>
                <a:lnTo>
                  <a:pt x="1744059" y="800787"/>
                </a:lnTo>
                <a:lnTo>
                  <a:pt x="1728610" y="805096"/>
                </a:lnTo>
                <a:lnTo>
                  <a:pt x="1731342" y="791554"/>
                </a:lnTo>
                <a:close/>
                <a:moveTo>
                  <a:pt x="1724314" y="691521"/>
                </a:moveTo>
                <a:lnTo>
                  <a:pt x="1735806" y="694660"/>
                </a:lnTo>
                <a:lnTo>
                  <a:pt x="1735340" y="710328"/>
                </a:lnTo>
                <a:lnTo>
                  <a:pt x="1724314" y="691521"/>
                </a:lnTo>
                <a:close/>
                <a:moveTo>
                  <a:pt x="1712037" y="631890"/>
                </a:moveTo>
                <a:lnTo>
                  <a:pt x="1712056" y="641623"/>
                </a:lnTo>
                <a:lnTo>
                  <a:pt x="1695436" y="637049"/>
                </a:lnTo>
                <a:lnTo>
                  <a:pt x="1712037" y="631890"/>
                </a:lnTo>
                <a:close/>
                <a:moveTo>
                  <a:pt x="1682452" y="442415"/>
                </a:moveTo>
                <a:lnTo>
                  <a:pt x="1685343" y="486264"/>
                </a:lnTo>
                <a:lnTo>
                  <a:pt x="1682452" y="442415"/>
                </a:lnTo>
                <a:close/>
                <a:moveTo>
                  <a:pt x="1656898" y="455994"/>
                </a:moveTo>
                <a:lnTo>
                  <a:pt x="1652896" y="465762"/>
                </a:lnTo>
                <a:lnTo>
                  <a:pt x="1656898" y="455994"/>
                </a:lnTo>
                <a:close/>
                <a:moveTo>
                  <a:pt x="1680551" y="381156"/>
                </a:moveTo>
                <a:lnTo>
                  <a:pt x="1689885" y="383686"/>
                </a:lnTo>
                <a:lnTo>
                  <a:pt x="1683300" y="396525"/>
                </a:lnTo>
                <a:lnTo>
                  <a:pt x="1669432" y="390537"/>
                </a:lnTo>
                <a:lnTo>
                  <a:pt x="1680551" y="381156"/>
                </a:lnTo>
                <a:close/>
                <a:moveTo>
                  <a:pt x="1583606" y="306803"/>
                </a:moveTo>
                <a:lnTo>
                  <a:pt x="1595204" y="317971"/>
                </a:lnTo>
                <a:lnTo>
                  <a:pt x="1582558" y="318070"/>
                </a:lnTo>
                <a:lnTo>
                  <a:pt x="1583606" y="306803"/>
                </a:lnTo>
                <a:close/>
                <a:moveTo>
                  <a:pt x="1610352" y="58383"/>
                </a:moveTo>
                <a:lnTo>
                  <a:pt x="1628590" y="70824"/>
                </a:lnTo>
                <a:lnTo>
                  <a:pt x="1643027" y="127228"/>
                </a:lnTo>
                <a:lnTo>
                  <a:pt x="1627658" y="175133"/>
                </a:lnTo>
                <a:lnTo>
                  <a:pt x="1638023" y="202148"/>
                </a:lnTo>
                <a:lnTo>
                  <a:pt x="1616390" y="209246"/>
                </a:lnTo>
                <a:lnTo>
                  <a:pt x="1582337" y="181240"/>
                </a:lnTo>
                <a:lnTo>
                  <a:pt x="1607054" y="125312"/>
                </a:lnTo>
                <a:lnTo>
                  <a:pt x="1585337" y="48717"/>
                </a:lnTo>
                <a:lnTo>
                  <a:pt x="1610352" y="58383"/>
                </a:lnTo>
                <a:close/>
                <a:moveTo>
                  <a:pt x="1604791" y="0"/>
                </a:moveTo>
                <a:lnTo>
                  <a:pt x="1624861" y="12040"/>
                </a:lnTo>
                <a:lnTo>
                  <a:pt x="1633642" y="35026"/>
                </a:lnTo>
                <a:lnTo>
                  <a:pt x="1622615" y="46168"/>
                </a:lnTo>
                <a:lnTo>
                  <a:pt x="1597983" y="38155"/>
                </a:lnTo>
                <a:lnTo>
                  <a:pt x="1604791" y="0"/>
                </a:lnTo>
                <a:close/>
                <a:moveTo>
                  <a:pt x="1542455" y="85198"/>
                </a:moveTo>
                <a:lnTo>
                  <a:pt x="1520035" y="78481"/>
                </a:lnTo>
                <a:lnTo>
                  <a:pt x="1542834" y="68041"/>
                </a:lnTo>
                <a:lnTo>
                  <a:pt x="1542455" y="85198"/>
                </a:lnTo>
                <a:close/>
                <a:moveTo>
                  <a:pt x="1695863" y="1061383"/>
                </a:moveTo>
                <a:lnTo>
                  <a:pt x="1688781" y="1065727"/>
                </a:lnTo>
                <a:lnTo>
                  <a:pt x="1695863" y="1061383"/>
                </a:lnTo>
                <a:close/>
                <a:moveTo>
                  <a:pt x="1638106" y="294496"/>
                </a:moveTo>
                <a:lnTo>
                  <a:pt x="1646343" y="291006"/>
                </a:lnTo>
                <a:lnTo>
                  <a:pt x="1678410" y="333883"/>
                </a:lnTo>
                <a:lnTo>
                  <a:pt x="1675566" y="356774"/>
                </a:lnTo>
                <a:lnTo>
                  <a:pt x="1655529" y="349406"/>
                </a:lnTo>
                <a:lnTo>
                  <a:pt x="1638106" y="294496"/>
                </a:lnTo>
                <a:close/>
                <a:moveTo>
                  <a:pt x="1575884" y="1886771"/>
                </a:moveTo>
                <a:lnTo>
                  <a:pt x="1573133" y="1897686"/>
                </a:lnTo>
                <a:lnTo>
                  <a:pt x="1575884" y="1886771"/>
                </a:lnTo>
                <a:close/>
                <a:moveTo>
                  <a:pt x="1560072" y="1901475"/>
                </a:moveTo>
                <a:lnTo>
                  <a:pt x="1550748" y="1905102"/>
                </a:lnTo>
                <a:lnTo>
                  <a:pt x="1560072" y="1901475"/>
                </a:lnTo>
                <a:close/>
                <a:moveTo>
                  <a:pt x="1581847" y="1837639"/>
                </a:moveTo>
                <a:lnTo>
                  <a:pt x="1574238" y="1846151"/>
                </a:lnTo>
                <a:lnTo>
                  <a:pt x="1581847" y="1837639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p"/>
          <p:cNvSpPr/>
          <p:nvPr/>
        </p:nvSpPr>
        <p:spPr>
          <a:xfrm>
            <a:off x="4265193" y="2238571"/>
            <a:ext cx="1796301" cy="2160980"/>
          </a:xfrm>
          <a:custGeom>
            <a:avLst/>
            <a:gdLst/>
            <a:ahLst/>
            <a:cxnLst/>
            <a:rect l="0" t="0" r="r" b="b"/>
            <a:pathLst>
              <a:path w="1796301" h="2160980">
                <a:moveTo>
                  <a:pt x="1596569" y="283272"/>
                </a:moveTo>
                <a:lnTo>
                  <a:pt x="1612373" y="271392"/>
                </a:lnTo>
                <a:lnTo>
                  <a:pt x="1611300" y="319609"/>
                </a:lnTo>
                <a:lnTo>
                  <a:pt x="1589743" y="299197"/>
                </a:lnTo>
                <a:lnTo>
                  <a:pt x="1596569" y="283272"/>
                </a:lnTo>
                <a:close/>
                <a:moveTo>
                  <a:pt x="690621" y="567736"/>
                </a:moveTo>
                <a:lnTo>
                  <a:pt x="713794" y="546530"/>
                </a:lnTo>
                <a:lnTo>
                  <a:pt x="705863" y="539127"/>
                </a:lnTo>
                <a:lnTo>
                  <a:pt x="736689" y="536736"/>
                </a:lnTo>
                <a:lnTo>
                  <a:pt x="758716" y="510719"/>
                </a:lnTo>
                <a:lnTo>
                  <a:pt x="794889" y="498459"/>
                </a:lnTo>
                <a:lnTo>
                  <a:pt x="774676" y="508185"/>
                </a:lnTo>
                <a:lnTo>
                  <a:pt x="797699" y="515409"/>
                </a:lnTo>
                <a:lnTo>
                  <a:pt x="836139" y="480141"/>
                </a:lnTo>
                <a:lnTo>
                  <a:pt x="861482" y="493689"/>
                </a:lnTo>
                <a:lnTo>
                  <a:pt x="856039" y="464251"/>
                </a:lnTo>
                <a:lnTo>
                  <a:pt x="803393" y="493668"/>
                </a:lnTo>
                <a:lnTo>
                  <a:pt x="870200" y="453819"/>
                </a:lnTo>
                <a:lnTo>
                  <a:pt x="868502" y="473452"/>
                </a:lnTo>
                <a:lnTo>
                  <a:pt x="883179" y="469239"/>
                </a:lnTo>
                <a:lnTo>
                  <a:pt x="881972" y="446760"/>
                </a:lnTo>
                <a:lnTo>
                  <a:pt x="902789" y="445570"/>
                </a:lnTo>
                <a:lnTo>
                  <a:pt x="902006" y="434632"/>
                </a:lnTo>
                <a:lnTo>
                  <a:pt x="940517" y="410533"/>
                </a:lnTo>
                <a:lnTo>
                  <a:pt x="931998" y="419439"/>
                </a:lnTo>
                <a:lnTo>
                  <a:pt x="940628" y="427340"/>
                </a:lnTo>
                <a:lnTo>
                  <a:pt x="960895" y="415919"/>
                </a:lnTo>
                <a:lnTo>
                  <a:pt x="967512" y="393551"/>
                </a:lnTo>
                <a:lnTo>
                  <a:pt x="942515" y="408919"/>
                </a:lnTo>
                <a:lnTo>
                  <a:pt x="982936" y="377410"/>
                </a:lnTo>
                <a:lnTo>
                  <a:pt x="986071" y="393100"/>
                </a:lnTo>
                <a:lnTo>
                  <a:pt x="1000798" y="394769"/>
                </a:lnTo>
                <a:lnTo>
                  <a:pt x="997814" y="413047"/>
                </a:lnTo>
                <a:lnTo>
                  <a:pt x="1011763" y="408847"/>
                </a:lnTo>
                <a:lnTo>
                  <a:pt x="1036020" y="381001"/>
                </a:lnTo>
                <a:lnTo>
                  <a:pt x="1028761" y="374515"/>
                </a:lnTo>
                <a:lnTo>
                  <a:pt x="1002137" y="390903"/>
                </a:lnTo>
                <a:lnTo>
                  <a:pt x="991727" y="373219"/>
                </a:lnTo>
                <a:lnTo>
                  <a:pt x="1031147" y="344792"/>
                </a:lnTo>
                <a:lnTo>
                  <a:pt x="1061764" y="344587"/>
                </a:lnTo>
                <a:lnTo>
                  <a:pt x="1053840" y="349461"/>
                </a:lnTo>
                <a:lnTo>
                  <a:pt x="1071959" y="351431"/>
                </a:lnTo>
                <a:lnTo>
                  <a:pt x="1080917" y="369166"/>
                </a:lnTo>
                <a:lnTo>
                  <a:pt x="1085902" y="344790"/>
                </a:lnTo>
                <a:lnTo>
                  <a:pt x="1066074" y="342480"/>
                </a:lnTo>
                <a:lnTo>
                  <a:pt x="1104227" y="330598"/>
                </a:lnTo>
                <a:lnTo>
                  <a:pt x="1147026" y="356167"/>
                </a:lnTo>
                <a:lnTo>
                  <a:pt x="1172771" y="348670"/>
                </a:lnTo>
                <a:lnTo>
                  <a:pt x="1205117" y="358271"/>
                </a:lnTo>
                <a:lnTo>
                  <a:pt x="1210273" y="381953"/>
                </a:lnTo>
                <a:lnTo>
                  <a:pt x="1245895" y="351894"/>
                </a:lnTo>
                <a:lnTo>
                  <a:pt x="1289242" y="368028"/>
                </a:lnTo>
                <a:lnTo>
                  <a:pt x="1275094" y="340181"/>
                </a:lnTo>
                <a:lnTo>
                  <a:pt x="1261395" y="338920"/>
                </a:lnTo>
                <a:lnTo>
                  <a:pt x="1265724" y="325509"/>
                </a:lnTo>
                <a:lnTo>
                  <a:pt x="1310376" y="338266"/>
                </a:lnTo>
                <a:lnTo>
                  <a:pt x="1278714" y="304268"/>
                </a:lnTo>
                <a:lnTo>
                  <a:pt x="1243780" y="337856"/>
                </a:lnTo>
                <a:lnTo>
                  <a:pt x="1233422" y="308733"/>
                </a:lnTo>
                <a:lnTo>
                  <a:pt x="1180020" y="299306"/>
                </a:lnTo>
                <a:lnTo>
                  <a:pt x="1149529" y="334360"/>
                </a:lnTo>
                <a:lnTo>
                  <a:pt x="1161254" y="264499"/>
                </a:lnTo>
                <a:lnTo>
                  <a:pt x="1180228" y="256426"/>
                </a:lnTo>
                <a:lnTo>
                  <a:pt x="1173232" y="248647"/>
                </a:lnTo>
                <a:lnTo>
                  <a:pt x="1185922" y="228315"/>
                </a:lnTo>
                <a:lnTo>
                  <a:pt x="1180352" y="241902"/>
                </a:lnTo>
                <a:lnTo>
                  <a:pt x="1192229" y="235692"/>
                </a:lnTo>
                <a:lnTo>
                  <a:pt x="1192243" y="247241"/>
                </a:lnTo>
                <a:lnTo>
                  <a:pt x="1219989" y="256238"/>
                </a:lnTo>
                <a:lnTo>
                  <a:pt x="1220241" y="239772"/>
                </a:lnTo>
                <a:lnTo>
                  <a:pt x="1206030" y="246190"/>
                </a:lnTo>
                <a:lnTo>
                  <a:pt x="1194836" y="231192"/>
                </a:lnTo>
                <a:lnTo>
                  <a:pt x="1218297" y="215948"/>
                </a:lnTo>
                <a:lnTo>
                  <a:pt x="1220001" y="184469"/>
                </a:lnTo>
                <a:lnTo>
                  <a:pt x="1188579" y="222660"/>
                </a:lnTo>
                <a:lnTo>
                  <a:pt x="1229724" y="138338"/>
                </a:lnTo>
                <a:lnTo>
                  <a:pt x="1252762" y="138009"/>
                </a:lnTo>
                <a:lnTo>
                  <a:pt x="1268423" y="121247"/>
                </a:lnTo>
                <a:lnTo>
                  <a:pt x="1285388" y="126629"/>
                </a:lnTo>
                <a:lnTo>
                  <a:pt x="1367513" y="73250"/>
                </a:lnTo>
                <a:lnTo>
                  <a:pt x="1377525" y="94435"/>
                </a:lnTo>
                <a:lnTo>
                  <a:pt x="1374218" y="66407"/>
                </a:lnTo>
                <a:lnTo>
                  <a:pt x="1394645" y="58604"/>
                </a:lnTo>
                <a:lnTo>
                  <a:pt x="1391639" y="75823"/>
                </a:lnTo>
                <a:lnTo>
                  <a:pt x="1400471" y="69179"/>
                </a:lnTo>
                <a:lnTo>
                  <a:pt x="1405620" y="47147"/>
                </a:lnTo>
                <a:lnTo>
                  <a:pt x="1395748" y="54034"/>
                </a:lnTo>
                <a:lnTo>
                  <a:pt x="1413495" y="31918"/>
                </a:lnTo>
                <a:lnTo>
                  <a:pt x="1435031" y="38601"/>
                </a:lnTo>
                <a:lnTo>
                  <a:pt x="1424376" y="56411"/>
                </a:lnTo>
                <a:lnTo>
                  <a:pt x="1445823" y="112262"/>
                </a:lnTo>
                <a:lnTo>
                  <a:pt x="1480473" y="110472"/>
                </a:lnTo>
                <a:lnTo>
                  <a:pt x="1490349" y="120897"/>
                </a:lnTo>
                <a:lnTo>
                  <a:pt x="1481415" y="141310"/>
                </a:lnTo>
                <a:lnTo>
                  <a:pt x="1432583" y="174615"/>
                </a:lnTo>
                <a:lnTo>
                  <a:pt x="1467993" y="168501"/>
                </a:lnTo>
                <a:lnTo>
                  <a:pt x="1484889" y="150669"/>
                </a:lnTo>
                <a:lnTo>
                  <a:pt x="1506002" y="160826"/>
                </a:lnTo>
                <a:lnTo>
                  <a:pt x="1491982" y="173967"/>
                </a:lnTo>
                <a:lnTo>
                  <a:pt x="1484332" y="234386"/>
                </a:lnTo>
                <a:lnTo>
                  <a:pt x="1485910" y="211597"/>
                </a:lnTo>
                <a:lnTo>
                  <a:pt x="1467039" y="247522"/>
                </a:lnTo>
                <a:lnTo>
                  <a:pt x="1445006" y="243623"/>
                </a:lnTo>
                <a:lnTo>
                  <a:pt x="1426873" y="283651"/>
                </a:lnTo>
                <a:lnTo>
                  <a:pt x="1457817" y="255224"/>
                </a:lnTo>
                <a:lnTo>
                  <a:pt x="1484293" y="262781"/>
                </a:lnTo>
                <a:lnTo>
                  <a:pt x="1481471" y="238312"/>
                </a:lnTo>
                <a:lnTo>
                  <a:pt x="1522159" y="257549"/>
                </a:lnTo>
                <a:lnTo>
                  <a:pt x="1510153" y="295567"/>
                </a:lnTo>
                <a:lnTo>
                  <a:pt x="1526412" y="259814"/>
                </a:lnTo>
                <a:lnTo>
                  <a:pt x="1546619" y="267636"/>
                </a:lnTo>
                <a:lnTo>
                  <a:pt x="1553985" y="257832"/>
                </a:lnTo>
                <a:lnTo>
                  <a:pt x="1571369" y="282572"/>
                </a:lnTo>
                <a:lnTo>
                  <a:pt x="1581262" y="321454"/>
                </a:lnTo>
                <a:lnTo>
                  <a:pt x="1572874" y="338446"/>
                </a:lnTo>
                <a:lnTo>
                  <a:pt x="1585178" y="355628"/>
                </a:lnTo>
                <a:lnTo>
                  <a:pt x="1586408" y="326495"/>
                </a:lnTo>
                <a:lnTo>
                  <a:pt x="1599901" y="326327"/>
                </a:lnTo>
                <a:lnTo>
                  <a:pt x="1606473" y="352011"/>
                </a:lnTo>
                <a:lnTo>
                  <a:pt x="1612867" y="337527"/>
                </a:lnTo>
                <a:lnTo>
                  <a:pt x="1625616" y="351461"/>
                </a:lnTo>
                <a:lnTo>
                  <a:pt x="1620084" y="337286"/>
                </a:lnTo>
                <a:lnTo>
                  <a:pt x="1637356" y="313312"/>
                </a:lnTo>
                <a:lnTo>
                  <a:pt x="1669555" y="302281"/>
                </a:lnTo>
                <a:lnTo>
                  <a:pt x="1667892" y="332579"/>
                </a:lnTo>
                <a:lnTo>
                  <a:pt x="1639269" y="348560"/>
                </a:lnTo>
                <a:lnTo>
                  <a:pt x="1642181" y="360215"/>
                </a:lnTo>
                <a:lnTo>
                  <a:pt x="1651482" y="344273"/>
                </a:lnTo>
                <a:lnTo>
                  <a:pt x="1671521" y="353016"/>
                </a:lnTo>
                <a:lnTo>
                  <a:pt x="1665303" y="361974"/>
                </a:lnTo>
                <a:lnTo>
                  <a:pt x="1679099" y="363791"/>
                </a:lnTo>
                <a:lnTo>
                  <a:pt x="1679060" y="379050"/>
                </a:lnTo>
                <a:lnTo>
                  <a:pt x="1665105" y="396807"/>
                </a:lnTo>
                <a:lnTo>
                  <a:pt x="1639178" y="380189"/>
                </a:lnTo>
                <a:lnTo>
                  <a:pt x="1605551" y="382513"/>
                </a:lnTo>
                <a:lnTo>
                  <a:pt x="1645357" y="392209"/>
                </a:lnTo>
                <a:lnTo>
                  <a:pt x="1650571" y="414755"/>
                </a:lnTo>
                <a:lnTo>
                  <a:pt x="1628025" y="437382"/>
                </a:lnTo>
                <a:lnTo>
                  <a:pt x="1575761" y="447228"/>
                </a:lnTo>
                <a:lnTo>
                  <a:pt x="1556962" y="469962"/>
                </a:lnTo>
                <a:lnTo>
                  <a:pt x="1526672" y="460187"/>
                </a:lnTo>
                <a:lnTo>
                  <a:pt x="1540870" y="470595"/>
                </a:lnTo>
                <a:lnTo>
                  <a:pt x="1525738" y="484594"/>
                </a:lnTo>
                <a:lnTo>
                  <a:pt x="1541529" y="492788"/>
                </a:lnTo>
                <a:lnTo>
                  <a:pt x="1530056" y="524206"/>
                </a:lnTo>
                <a:lnTo>
                  <a:pt x="1517992" y="516552"/>
                </a:lnTo>
                <a:lnTo>
                  <a:pt x="1478766" y="544346"/>
                </a:lnTo>
                <a:lnTo>
                  <a:pt x="1456333" y="525916"/>
                </a:lnTo>
                <a:lnTo>
                  <a:pt x="1407342" y="523298"/>
                </a:lnTo>
                <a:lnTo>
                  <a:pt x="1344309" y="588085"/>
                </a:lnTo>
                <a:lnTo>
                  <a:pt x="1361574" y="630404"/>
                </a:lnTo>
                <a:lnTo>
                  <a:pt x="1327484" y="703605"/>
                </a:lnTo>
                <a:lnTo>
                  <a:pt x="1287312" y="684979"/>
                </a:lnTo>
                <a:lnTo>
                  <a:pt x="1278811" y="698379"/>
                </a:lnTo>
                <a:lnTo>
                  <a:pt x="1214377" y="701536"/>
                </a:lnTo>
                <a:lnTo>
                  <a:pt x="1228802" y="683356"/>
                </a:lnTo>
                <a:lnTo>
                  <a:pt x="1213577" y="677237"/>
                </a:lnTo>
                <a:lnTo>
                  <a:pt x="1212146" y="661588"/>
                </a:lnTo>
                <a:lnTo>
                  <a:pt x="1171130" y="644147"/>
                </a:lnTo>
                <a:lnTo>
                  <a:pt x="1199576" y="680033"/>
                </a:lnTo>
                <a:lnTo>
                  <a:pt x="1195538" y="694380"/>
                </a:lnTo>
                <a:lnTo>
                  <a:pt x="1177500" y="698115"/>
                </a:lnTo>
                <a:lnTo>
                  <a:pt x="1146942" y="689642"/>
                </a:lnTo>
                <a:lnTo>
                  <a:pt x="1168028" y="698663"/>
                </a:lnTo>
                <a:lnTo>
                  <a:pt x="1151679" y="712425"/>
                </a:lnTo>
                <a:lnTo>
                  <a:pt x="1190370" y="714132"/>
                </a:lnTo>
                <a:lnTo>
                  <a:pt x="1187031" y="738967"/>
                </a:lnTo>
                <a:lnTo>
                  <a:pt x="1171319" y="742164"/>
                </a:lnTo>
                <a:lnTo>
                  <a:pt x="1231111" y="772706"/>
                </a:lnTo>
                <a:lnTo>
                  <a:pt x="1277485" y="751218"/>
                </a:lnTo>
                <a:lnTo>
                  <a:pt x="1294703" y="756776"/>
                </a:lnTo>
                <a:lnTo>
                  <a:pt x="1349710" y="812698"/>
                </a:lnTo>
                <a:lnTo>
                  <a:pt x="1352486" y="842266"/>
                </a:lnTo>
                <a:lnTo>
                  <a:pt x="690621" y="567736"/>
                </a:lnTo>
                <a:close/>
                <a:moveTo>
                  <a:pt x="1480345" y="0"/>
                </a:moveTo>
                <a:lnTo>
                  <a:pt x="1491344" y="2069"/>
                </a:lnTo>
                <a:lnTo>
                  <a:pt x="1480345" y="0"/>
                </a:lnTo>
                <a:close/>
                <a:moveTo>
                  <a:pt x="233762" y="1120848"/>
                </a:moveTo>
                <a:lnTo>
                  <a:pt x="266030" y="1156930"/>
                </a:lnTo>
                <a:lnTo>
                  <a:pt x="257246" y="1179441"/>
                </a:lnTo>
                <a:lnTo>
                  <a:pt x="177532" y="1216018"/>
                </a:lnTo>
                <a:lnTo>
                  <a:pt x="166362" y="1169397"/>
                </a:lnTo>
                <a:lnTo>
                  <a:pt x="233762" y="1120848"/>
                </a:lnTo>
                <a:close/>
                <a:moveTo>
                  <a:pt x="266670" y="391889"/>
                </a:moveTo>
                <a:lnTo>
                  <a:pt x="277413" y="335590"/>
                </a:lnTo>
                <a:lnTo>
                  <a:pt x="302330" y="301037"/>
                </a:lnTo>
                <a:lnTo>
                  <a:pt x="377863" y="268325"/>
                </a:lnTo>
                <a:lnTo>
                  <a:pt x="395639" y="306252"/>
                </a:lnTo>
                <a:lnTo>
                  <a:pt x="380140" y="405243"/>
                </a:lnTo>
                <a:lnTo>
                  <a:pt x="356369" y="429095"/>
                </a:lnTo>
                <a:lnTo>
                  <a:pt x="266670" y="391889"/>
                </a:lnTo>
                <a:close/>
                <a:moveTo>
                  <a:pt x="1622347" y="309802"/>
                </a:moveTo>
                <a:lnTo>
                  <a:pt x="1630023" y="315676"/>
                </a:lnTo>
                <a:lnTo>
                  <a:pt x="1619518" y="329605"/>
                </a:lnTo>
                <a:lnTo>
                  <a:pt x="1622347" y="309802"/>
                </a:lnTo>
                <a:close/>
                <a:moveTo>
                  <a:pt x="0" y="1517269"/>
                </a:moveTo>
                <a:lnTo>
                  <a:pt x="50258" y="1444832"/>
                </a:lnTo>
                <a:lnTo>
                  <a:pt x="48494" y="1422933"/>
                </a:lnTo>
                <a:lnTo>
                  <a:pt x="109698" y="1401541"/>
                </a:lnTo>
                <a:lnTo>
                  <a:pt x="137243" y="1353146"/>
                </a:lnTo>
                <a:lnTo>
                  <a:pt x="197357" y="1296586"/>
                </a:lnTo>
                <a:lnTo>
                  <a:pt x="187899" y="1218953"/>
                </a:lnTo>
                <a:lnTo>
                  <a:pt x="239026" y="1216383"/>
                </a:lnTo>
                <a:lnTo>
                  <a:pt x="286290" y="1243710"/>
                </a:lnTo>
                <a:lnTo>
                  <a:pt x="350260" y="1197971"/>
                </a:lnTo>
                <a:lnTo>
                  <a:pt x="405561" y="1211541"/>
                </a:lnTo>
                <a:lnTo>
                  <a:pt x="423061" y="1164462"/>
                </a:lnTo>
                <a:lnTo>
                  <a:pt x="444966" y="1155722"/>
                </a:lnTo>
                <a:lnTo>
                  <a:pt x="420930" y="1155454"/>
                </a:lnTo>
                <a:lnTo>
                  <a:pt x="418713" y="1139678"/>
                </a:lnTo>
                <a:lnTo>
                  <a:pt x="437024" y="1142945"/>
                </a:lnTo>
                <a:lnTo>
                  <a:pt x="416861" y="1134873"/>
                </a:lnTo>
                <a:lnTo>
                  <a:pt x="408951" y="1106896"/>
                </a:lnTo>
                <a:lnTo>
                  <a:pt x="417949" y="1098075"/>
                </a:lnTo>
                <a:lnTo>
                  <a:pt x="313006" y="1079651"/>
                </a:lnTo>
                <a:lnTo>
                  <a:pt x="294381" y="1102742"/>
                </a:lnTo>
                <a:lnTo>
                  <a:pt x="285311" y="1064460"/>
                </a:lnTo>
                <a:lnTo>
                  <a:pt x="223118" y="1036121"/>
                </a:lnTo>
                <a:lnTo>
                  <a:pt x="320056" y="924256"/>
                </a:lnTo>
                <a:lnTo>
                  <a:pt x="366019" y="914135"/>
                </a:lnTo>
                <a:lnTo>
                  <a:pt x="366371" y="893474"/>
                </a:lnTo>
                <a:lnTo>
                  <a:pt x="346258" y="899397"/>
                </a:lnTo>
                <a:lnTo>
                  <a:pt x="349717" y="907243"/>
                </a:lnTo>
                <a:lnTo>
                  <a:pt x="343347" y="895998"/>
                </a:lnTo>
                <a:lnTo>
                  <a:pt x="378528" y="866730"/>
                </a:lnTo>
                <a:lnTo>
                  <a:pt x="425455" y="759847"/>
                </a:lnTo>
                <a:lnTo>
                  <a:pt x="424169" y="772719"/>
                </a:lnTo>
                <a:lnTo>
                  <a:pt x="451687" y="752182"/>
                </a:lnTo>
                <a:lnTo>
                  <a:pt x="444531" y="737921"/>
                </a:lnTo>
                <a:lnTo>
                  <a:pt x="426729" y="755680"/>
                </a:lnTo>
                <a:lnTo>
                  <a:pt x="435213" y="734736"/>
                </a:lnTo>
                <a:lnTo>
                  <a:pt x="457853" y="737359"/>
                </a:lnTo>
                <a:lnTo>
                  <a:pt x="487977" y="715934"/>
                </a:lnTo>
                <a:lnTo>
                  <a:pt x="586328" y="612718"/>
                </a:lnTo>
                <a:lnTo>
                  <a:pt x="609065" y="601177"/>
                </a:lnTo>
                <a:lnTo>
                  <a:pt x="588787" y="621512"/>
                </a:lnTo>
                <a:lnTo>
                  <a:pt x="603148" y="627269"/>
                </a:lnTo>
                <a:lnTo>
                  <a:pt x="622993" y="593087"/>
                </a:lnTo>
                <a:lnTo>
                  <a:pt x="687319" y="569400"/>
                </a:lnTo>
                <a:lnTo>
                  <a:pt x="658128" y="585049"/>
                </a:lnTo>
                <a:lnTo>
                  <a:pt x="676971" y="584563"/>
                </a:lnTo>
                <a:lnTo>
                  <a:pt x="690842" y="567828"/>
                </a:lnTo>
                <a:lnTo>
                  <a:pt x="1352493" y="842269"/>
                </a:lnTo>
                <a:lnTo>
                  <a:pt x="1378073" y="897337"/>
                </a:lnTo>
                <a:lnTo>
                  <a:pt x="1388476" y="980837"/>
                </a:lnTo>
                <a:lnTo>
                  <a:pt x="1375762" y="961445"/>
                </a:lnTo>
                <a:lnTo>
                  <a:pt x="1366183" y="1000767"/>
                </a:lnTo>
                <a:lnTo>
                  <a:pt x="1334753" y="1040078"/>
                </a:lnTo>
                <a:lnTo>
                  <a:pt x="1309338" y="1046847"/>
                </a:lnTo>
                <a:lnTo>
                  <a:pt x="1295160" y="1036555"/>
                </a:lnTo>
                <a:lnTo>
                  <a:pt x="1253092" y="1059839"/>
                </a:lnTo>
                <a:lnTo>
                  <a:pt x="1236539" y="1106494"/>
                </a:lnTo>
                <a:lnTo>
                  <a:pt x="1253702" y="1093906"/>
                </a:lnTo>
                <a:lnTo>
                  <a:pt x="1259861" y="1061143"/>
                </a:lnTo>
                <a:lnTo>
                  <a:pt x="1305876" y="1053203"/>
                </a:lnTo>
                <a:lnTo>
                  <a:pt x="1310061" y="1063295"/>
                </a:lnTo>
                <a:lnTo>
                  <a:pt x="1278548" y="1098758"/>
                </a:lnTo>
                <a:lnTo>
                  <a:pt x="1281593" y="1116804"/>
                </a:lnTo>
                <a:lnTo>
                  <a:pt x="1243064" y="1132293"/>
                </a:lnTo>
                <a:lnTo>
                  <a:pt x="1259687" y="1169361"/>
                </a:lnTo>
                <a:lnTo>
                  <a:pt x="1231223" y="1267581"/>
                </a:lnTo>
                <a:lnTo>
                  <a:pt x="1262718" y="1171107"/>
                </a:lnTo>
                <a:lnTo>
                  <a:pt x="1251598" y="1133228"/>
                </a:lnTo>
                <a:lnTo>
                  <a:pt x="1298043" y="1125725"/>
                </a:lnTo>
                <a:lnTo>
                  <a:pt x="1315298" y="1161247"/>
                </a:lnTo>
                <a:lnTo>
                  <a:pt x="1302056" y="1124674"/>
                </a:lnTo>
                <a:lnTo>
                  <a:pt x="1332088" y="1112422"/>
                </a:lnTo>
                <a:lnTo>
                  <a:pt x="1316759" y="1054697"/>
                </a:lnTo>
                <a:lnTo>
                  <a:pt x="1324160" y="1044771"/>
                </a:lnTo>
                <a:lnTo>
                  <a:pt x="1366911" y="1073543"/>
                </a:lnTo>
                <a:lnTo>
                  <a:pt x="1407665" y="1067372"/>
                </a:lnTo>
                <a:lnTo>
                  <a:pt x="1441357" y="1037289"/>
                </a:lnTo>
                <a:lnTo>
                  <a:pt x="1429605" y="1041655"/>
                </a:lnTo>
                <a:lnTo>
                  <a:pt x="1419583" y="1018913"/>
                </a:lnTo>
                <a:lnTo>
                  <a:pt x="1404890" y="1017670"/>
                </a:lnTo>
                <a:lnTo>
                  <a:pt x="1483416" y="1020198"/>
                </a:lnTo>
                <a:lnTo>
                  <a:pt x="1473960" y="1025275"/>
                </a:lnTo>
                <a:lnTo>
                  <a:pt x="1487171" y="1040097"/>
                </a:lnTo>
                <a:lnTo>
                  <a:pt x="1500087" y="1023021"/>
                </a:lnTo>
                <a:lnTo>
                  <a:pt x="1490970" y="1018685"/>
                </a:lnTo>
                <a:lnTo>
                  <a:pt x="1555546" y="1036286"/>
                </a:lnTo>
                <a:lnTo>
                  <a:pt x="1544763" y="1045367"/>
                </a:lnTo>
                <a:lnTo>
                  <a:pt x="1561643" y="1044100"/>
                </a:lnTo>
                <a:lnTo>
                  <a:pt x="1547774" y="1053625"/>
                </a:lnTo>
                <a:lnTo>
                  <a:pt x="1552285" y="1079168"/>
                </a:lnTo>
                <a:lnTo>
                  <a:pt x="1566182" y="1045553"/>
                </a:lnTo>
                <a:lnTo>
                  <a:pt x="1589241" y="1066075"/>
                </a:lnTo>
                <a:lnTo>
                  <a:pt x="1597019" y="1060144"/>
                </a:lnTo>
                <a:lnTo>
                  <a:pt x="1593281" y="1045948"/>
                </a:lnTo>
                <a:lnTo>
                  <a:pt x="1564081" y="1038742"/>
                </a:lnTo>
                <a:lnTo>
                  <a:pt x="1618052" y="1041620"/>
                </a:lnTo>
                <a:lnTo>
                  <a:pt x="1598808" y="1047472"/>
                </a:lnTo>
                <a:lnTo>
                  <a:pt x="1606640" y="1054382"/>
                </a:lnTo>
                <a:lnTo>
                  <a:pt x="1657765" y="1024213"/>
                </a:lnTo>
                <a:lnTo>
                  <a:pt x="1683334" y="1047559"/>
                </a:lnTo>
                <a:lnTo>
                  <a:pt x="1735121" y="1037821"/>
                </a:lnTo>
                <a:lnTo>
                  <a:pt x="1766807" y="1070864"/>
                </a:lnTo>
                <a:lnTo>
                  <a:pt x="1766128" y="1095341"/>
                </a:lnTo>
                <a:lnTo>
                  <a:pt x="1796301" y="1110793"/>
                </a:lnTo>
                <a:lnTo>
                  <a:pt x="1718345" y="1172386"/>
                </a:lnTo>
                <a:lnTo>
                  <a:pt x="1684884" y="1227533"/>
                </a:lnTo>
                <a:lnTo>
                  <a:pt x="1651065" y="1197899"/>
                </a:lnTo>
                <a:lnTo>
                  <a:pt x="1659245" y="1226658"/>
                </a:lnTo>
                <a:lnTo>
                  <a:pt x="1625411" y="1229196"/>
                </a:lnTo>
                <a:lnTo>
                  <a:pt x="1656079" y="1249545"/>
                </a:lnTo>
                <a:lnTo>
                  <a:pt x="1684550" y="1233696"/>
                </a:lnTo>
                <a:lnTo>
                  <a:pt x="1669642" y="1280879"/>
                </a:lnTo>
                <a:lnTo>
                  <a:pt x="1691975" y="1327689"/>
                </a:lnTo>
                <a:lnTo>
                  <a:pt x="1695549" y="1422508"/>
                </a:lnTo>
                <a:lnTo>
                  <a:pt x="1691021" y="1411708"/>
                </a:lnTo>
                <a:lnTo>
                  <a:pt x="1678123" y="1418469"/>
                </a:lnTo>
                <a:lnTo>
                  <a:pt x="1697762" y="1430950"/>
                </a:lnTo>
                <a:lnTo>
                  <a:pt x="1700720" y="1477506"/>
                </a:lnTo>
                <a:lnTo>
                  <a:pt x="1682935" y="1484497"/>
                </a:lnTo>
                <a:lnTo>
                  <a:pt x="1704240" y="1483018"/>
                </a:lnTo>
                <a:lnTo>
                  <a:pt x="1706697" y="1507410"/>
                </a:lnTo>
                <a:lnTo>
                  <a:pt x="1654411" y="1496132"/>
                </a:lnTo>
                <a:lnTo>
                  <a:pt x="1648024" y="1514363"/>
                </a:lnTo>
                <a:lnTo>
                  <a:pt x="1586342" y="1484898"/>
                </a:lnTo>
                <a:lnTo>
                  <a:pt x="1579216" y="1501127"/>
                </a:lnTo>
                <a:lnTo>
                  <a:pt x="1556448" y="1506916"/>
                </a:lnTo>
                <a:lnTo>
                  <a:pt x="1555976" y="1587472"/>
                </a:lnTo>
                <a:lnTo>
                  <a:pt x="1501159" y="1635010"/>
                </a:lnTo>
                <a:lnTo>
                  <a:pt x="1502237" y="1691448"/>
                </a:lnTo>
                <a:lnTo>
                  <a:pt x="1481689" y="1706090"/>
                </a:lnTo>
                <a:lnTo>
                  <a:pt x="1485420" y="1743749"/>
                </a:lnTo>
                <a:lnTo>
                  <a:pt x="1455645" y="1783517"/>
                </a:lnTo>
                <a:lnTo>
                  <a:pt x="1400312" y="1779973"/>
                </a:lnTo>
                <a:lnTo>
                  <a:pt x="1385853" y="1762192"/>
                </a:lnTo>
                <a:lnTo>
                  <a:pt x="1376514" y="1779876"/>
                </a:lnTo>
                <a:lnTo>
                  <a:pt x="1294955" y="1800742"/>
                </a:lnTo>
                <a:lnTo>
                  <a:pt x="1290604" y="1817865"/>
                </a:lnTo>
                <a:lnTo>
                  <a:pt x="1248986" y="1837425"/>
                </a:lnTo>
                <a:lnTo>
                  <a:pt x="1207532" y="1701322"/>
                </a:lnTo>
                <a:lnTo>
                  <a:pt x="1151326" y="1690402"/>
                </a:lnTo>
                <a:lnTo>
                  <a:pt x="1117670" y="1716651"/>
                </a:lnTo>
                <a:lnTo>
                  <a:pt x="1056714" y="1712764"/>
                </a:lnTo>
                <a:lnTo>
                  <a:pt x="1040442" y="1728596"/>
                </a:lnTo>
                <a:lnTo>
                  <a:pt x="1041267" y="1747882"/>
                </a:lnTo>
                <a:lnTo>
                  <a:pt x="1019253" y="1763419"/>
                </a:lnTo>
                <a:lnTo>
                  <a:pt x="954735" y="1766767"/>
                </a:lnTo>
                <a:lnTo>
                  <a:pt x="949853" y="1804504"/>
                </a:lnTo>
                <a:lnTo>
                  <a:pt x="910142" y="1838235"/>
                </a:lnTo>
                <a:lnTo>
                  <a:pt x="904879" y="1863894"/>
                </a:lnTo>
                <a:lnTo>
                  <a:pt x="866162" y="1855290"/>
                </a:lnTo>
                <a:lnTo>
                  <a:pt x="850445" y="1875580"/>
                </a:lnTo>
                <a:lnTo>
                  <a:pt x="832580" y="1872399"/>
                </a:lnTo>
                <a:lnTo>
                  <a:pt x="823228" y="1888365"/>
                </a:lnTo>
                <a:lnTo>
                  <a:pt x="845165" y="1904744"/>
                </a:lnTo>
                <a:lnTo>
                  <a:pt x="840142" y="1914454"/>
                </a:lnTo>
                <a:lnTo>
                  <a:pt x="771087" y="1932320"/>
                </a:lnTo>
                <a:lnTo>
                  <a:pt x="766794" y="1959792"/>
                </a:lnTo>
                <a:lnTo>
                  <a:pt x="740266" y="1976330"/>
                </a:lnTo>
                <a:lnTo>
                  <a:pt x="749144" y="1998372"/>
                </a:lnTo>
                <a:lnTo>
                  <a:pt x="741032" y="2014805"/>
                </a:lnTo>
                <a:lnTo>
                  <a:pt x="759177" y="2035539"/>
                </a:lnTo>
                <a:lnTo>
                  <a:pt x="743499" y="2054298"/>
                </a:lnTo>
                <a:lnTo>
                  <a:pt x="722248" y="2056222"/>
                </a:lnTo>
                <a:lnTo>
                  <a:pt x="674778" y="2093810"/>
                </a:lnTo>
                <a:lnTo>
                  <a:pt x="644628" y="2082216"/>
                </a:lnTo>
                <a:lnTo>
                  <a:pt x="603673" y="2090650"/>
                </a:lnTo>
                <a:lnTo>
                  <a:pt x="563062" y="2134120"/>
                </a:lnTo>
                <a:lnTo>
                  <a:pt x="489135" y="2123014"/>
                </a:lnTo>
                <a:lnTo>
                  <a:pt x="401098" y="2160980"/>
                </a:lnTo>
                <a:lnTo>
                  <a:pt x="350371" y="2089652"/>
                </a:lnTo>
                <a:lnTo>
                  <a:pt x="276721" y="2109205"/>
                </a:lnTo>
                <a:lnTo>
                  <a:pt x="254863" y="2037993"/>
                </a:lnTo>
                <a:lnTo>
                  <a:pt x="223619" y="2020865"/>
                </a:lnTo>
                <a:lnTo>
                  <a:pt x="139858" y="2037819"/>
                </a:lnTo>
                <a:lnTo>
                  <a:pt x="117147" y="2016463"/>
                </a:lnTo>
                <a:lnTo>
                  <a:pt x="93253" y="2013851"/>
                </a:lnTo>
                <a:lnTo>
                  <a:pt x="76658" y="1988481"/>
                </a:lnTo>
                <a:lnTo>
                  <a:pt x="94900" y="1955506"/>
                </a:lnTo>
                <a:lnTo>
                  <a:pt x="62413" y="1952845"/>
                </a:lnTo>
                <a:lnTo>
                  <a:pt x="49193" y="1907366"/>
                </a:lnTo>
                <a:lnTo>
                  <a:pt x="96814" y="1823227"/>
                </a:lnTo>
                <a:lnTo>
                  <a:pt x="90262" y="1811617"/>
                </a:lnTo>
                <a:lnTo>
                  <a:pt x="137077" y="1747077"/>
                </a:lnTo>
                <a:lnTo>
                  <a:pt x="138861" y="1712349"/>
                </a:lnTo>
                <a:lnTo>
                  <a:pt x="194886" y="1670148"/>
                </a:lnTo>
                <a:lnTo>
                  <a:pt x="194958" y="1657593"/>
                </a:lnTo>
                <a:lnTo>
                  <a:pt x="166421" y="1619114"/>
                </a:lnTo>
                <a:lnTo>
                  <a:pt x="132900" y="1604610"/>
                </a:lnTo>
                <a:lnTo>
                  <a:pt x="133237" y="1583492"/>
                </a:lnTo>
                <a:lnTo>
                  <a:pt x="100802" y="1585663"/>
                </a:lnTo>
                <a:lnTo>
                  <a:pt x="84817" y="1575389"/>
                </a:lnTo>
                <a:lnTo>
                  <a:pt x="83576" y="1551651"/>
                </a:lnTo>
                <a:lnTo>
                  <a:pt x="34731" y="1549088"/>
                </a:lnTo>
                <a:lnTo>
                  <a:pt x="0" y="1517269"/>
                </a:lnTo>
                <a:close/>
                <a:moveTo>
                  <a:pt x="387810" y="149772"/>
                </a:moveTo>
                <a:lnTo>
                  <a:pt x="377988" y="160965"/>
                </a:lnTo>
                <a:lnTo>
                  <a:pt x="387810" y="149772"/>
                </a:lnTo>
                <a:close/>
                <a:moveTo>
                  <a:pt x="356301" y="429066"/>
                </a:moveTo>
                <a:lnTo>
                  <a:pt x="367703" y="456345"/>
                </a:lnTo>
                <a:lnTo>
                  <a:pt x="357642" y="511569"/>
                </a:lnTo>
                <a:lnTo>
                  <a:pt x="315244" y="504651"/>
                </a:lnTo>
                <a:lnTo>
                  <a:pt x="289638" y="474401"/>
                </a:lnTo>
                <a:lnTo>
                  <a:pt x="266714" y="391907"/>
                </a:lnTo>
                <a:lnTo>
                  <a:pt x="356301" y="429066"/>
                </a:lnTo>
                <a:close/>
                <a:moveTo>
                  <a:pt x="268380" y="1089960"/>
                </a:moveTo>
                <a:lnTo>
                  <a:pt x="273422" y="1081503"/>
                </a:lnTo>
                <a:lnTo>
                  <a:pt x="280938" y="1099252"/>
                </a:lnTo>
                <a:lnTo>
                  <a:pt x="269884" y="1103820"/>
                </a:lnTo>
                <a:lnTo>
                  <a:pt x="268380" y="108996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map"/>
          <p:cNvSpPr/>
          <p:nvPr/>
        </p:nvSpPr>
        <p:spPr>
          <a:xfrm>
            <a:off x="1119060" y="3421138"/>
            <a:ext cx="3474958" cy="4186448"/>
          </a:xfrm>
          <a:custGeom>
            <a:avLst/>
            <a:gdLst/>
            <a:ahLst/>
            <a:cxnLst/>
            <a:rect l="0" t="0" r="r" b="b"/>
            <a:pathLst>
              <a:path w="3474958" h="4186448">
                <a:moveTo>
                  <a:pt x="3200657" y="456451"/>
                </a:moveTo>
                <a:lnTo>
                  <a:pt x="3216418" y="475542"/>
                </a:lnTo>
                <a:lnTo>
                  <a:pt x="3203009" y="461001"/>
                </a:lnTo>
                <a:lnTo>
                  <a:pt x="3176682" y="467758"/>
                </a:lnTo>
                <a:lnTo>
                  <a:pt x="3124087" y="431224"/>
                </a:lnTo>
                <a:lnTo>
                  <a:pt x="3120894" y="404662"/>
                </a:lnTo>
                <a:lnTo>
                  <a:pt x="3200657" y="456451"/>
                </a:lnTo>
                <a:close/>
                <a:moveTo>
                  <a:pt x="3130474" y="389246"/>
                </a:moveTo>
                <a:lnTo>
                  <a:pt x="3145606" y="402372"/>
                </a:lnTo>
                <a:lnTo>
                  <a:pt x="3141797" y="419695"/>
                </a:lnTo>
                <a:lnTo>
                  <a:pt x="3116443" y="398057"/>
                </a:lnTo>
                <a:lnTo>
                  <a:pt x="3115110" y="386127"/>
                </a:lnTo>
                <a:lnTo>
                  <a:pt x="3130474" y="389246"/>
                </a:lnTo>
                <a:close/>
                <a:moveTo>
                  <a:pt x="1081682" y="1105122"/>
                </a:moveTo>
                <a:lnTo>
                  <a:pt x="1117236" y="1094913"/>
                </a:lnTo>
                <a:lnTo>
                  <a:pt x="1081682" y="1105122"/>
                </a:lnTo>
                <a:close/>
                <a:moveTo>
                  <a:pt x="212888" y="1296537"/>
                </a:moveTo>
                <a:lnTo>
                  <a:pt x="276116" y="1314253"/>
                </a:lnTo>
                <a:lnTo>
                  <a:pt x="304424" y="1293881"/>
                </a:lnTo>
                <a:lnTo>
                  <a:pt x="291059" y="1259780"/>
                </a:lnTo>
                <a:lnTo>
                  <a:pt x="310013" y="1274847"/>
                </a:lnTo>
                <a:lnTo>
                  <a:pt x="336753" y="1319468"/>
                </a:lnTo>
                <a:lnTo>
                  <a:pt x="325840" y="1350051"/>
                </a:lnTo>
                <a:lnTo>
                  <a:pt x="349517" y="1364859"/>
                </a:lnTo>
                <a:lnTo>
                  <a:pt x="359125" y="1404961"/>
                </a:lnTo>
                <a:lnTo>
                  <a:pt x="362073" y="1429424"/>
                </a:lnTo>
                <a:lnTo>
                  <a:pt x="345410" y="1458065"/>
                </a:lnTo>
                <a:lnTo>
                  <a:pt x="365650" y="1482092"/>
                </a:lnTo>
                <a:lnTo>
                  <a:pt x="408940" y="1484860"/>
                </a:lnTo>
                <a:lnTo>
                  <a:pt x="366422" y="1479224"/>
                </a:lnTo>
                <a:lnTo>
                  <a:pt x="348415" y="1457346"/>
                </a:lnTo>
                <a:lnTo>
                  <a:pt x="364687" y="1426453"/>
                </a:lnTo>
                <a:lnTo>
                  <a:pt x="356237" y="1378904"/>
                </a:lnTo>
                <a:lnTo>
                  <a:pt x="379008" y="1357482"/>
                </a:lnTo>
                <a:lnTo>
                  <a:pt x="364372" y="1358947"/>
                </a:lnTo>
                <a:lnTo>
                  <a:pt x="342309" y="1336977"/>
                </a:lnTo>
                <a:lnTo>
                  <a:pt x="373978" y="1313659"/>
                </a:lnTo>
                <a:lnTo>
                  <a:pt x="404902" y="1308245"/>
                </a:lnTo>
                <a:lnTo>
                  <a:pt x="440270" y="1279306"/>
                </a:lnTo>
                <a:lnTo>
                  <a:pt x="608342" y="1258324"/>
                </a:lnTo>
                <a:lnTo>
                  <a:pt x="642248" y="1266347"/>
                </a:lnTo>
                <a:lnTo>
                  <a:pt x="614417" y="1276622"/>
                </a:lnTo>
                <a:lnTo>
                  <a:pt x="621696" y="1318050"/>
                </a:lnTo>
                <a:lnTo>
                  <a:pt x="707649" y="1344092"/>
                </a:lnTo>
                <a:lnTo>
                  <a:pt x="756381" y="1344744"/>
                </a:lnTo>
                <a:lnTo>
                  <a:pt x="708008" y="1333182"/>
                </a:lnTo>
                <a:lnTo>
                  <a:pt x="781782" y="1326129"/>
                </a:lnTo>
                <a:lnTo>
                  <a:pt x="819337" y="1305567"/>
                </a:lnTo>
                <a:lnTo>
                  <a:pt x="872853" y="1315040"/>
                </a:lnTo>
                <a:lnTo>
                  <a:pt x="849513" y="1300360"/>
                </a:lnTo>
                <a:lnTo>
                  <a:pt x="887043" y="1298232"/>
                </a:lnTo>
                <a:lnTo>
                  <a:pt x="853346" y="1286294"/>
                </a:lnTo>
                <a:lnTo>
                  <a:pt x="898080" y="1288650"/>
                </a:lnTo>
                <a:lnTo>
                  <a:pt x="894484" y="1243059"/>
                </a:lnTo>
                <a:lnTo>
                  <a:pt x="908739" y="1238745"/>
                </a:lnTo>
                <a:lnTo>
                  <a:pt x="871035" y="1207984"/>
                </a:lnTo>
                <a:lnTo>
                  <a:pt x="879483" y="1198528"/>
                </a:lnTo>
                <a:lnTo>
                  <a:pt x="864499" y="1184967"/>
                </a:lnTo>
                <a:lnTo>
                  <a:pt x="871336" y="1151098"/>
                </a:lnTo>
                <a:lnTo>
                  <a:pt x="882012" y="1168122"/>
                </a:lnTo>
                <a:lnTo>
                  <a:pt x="897667" y="1157949"/>
                </a:lnTo>
                <a:lnTo>
                  <a:pt x="883922" y="1136087"/>
                </a:lnTo>
                <a:lnTo>
                  <a:pt x="898643" y="1146890"/>
                </a:lnTo>
                <a:lnTo>
                  <a:pt x="907982" y="1120901"/>
                </a:lnTo>
                <a:lnTo>
                  <a:pt x="950113" y="1138028"/>
                </a:lnTo>
                <a:lnTo>
                  <a:pt x="953116" y="1122660"/>
                </a:lnTo>
                <a:lnTo>
                  <a:pt x="965858" y="1146278"/>
                </a:lnTo>
                <a:lnTo>
                  <a:pt x="991001" y="1141164"/>
                </a:lnTo>
                <a:lnTo>
                  <a:pt x="993845" y="1161894"/>
                </a:lnTo>
                <a:lnTo>
                  <a:pt x="1003860" y="1133366"/>
                </a:lnTo>
                <a:lnTo>
                  <a:pt x="1012260" y="1150895"/>
                </a:lnTo>
                <a:lnTo>
                  <a:pt x="1021766" y="1122828"/>
                </a:lnTo>
                <a:lnTo>
                  <a:pt x="1033215" y="1135685"/>
                </a:lnTo>
                <a:lnTo>
                  <a:pt x="1022133" y="1141088"/>
                </a:lnTo>
                <a:lnTo>
                  <a:pt x="1026589" y="1153909"/>
                </a:lnTo>
                <a:lnTo>
                  <a:pt x="1038292" y="1143870"/>
                </a:lnTo>
                <a:lnTo>
                  <a:pt x="1057527" y="1169167"/>
                </a:lnTo>
                <a:lnTo>
                  <a:pt x="1047568" y="1145333"/>
                </a:lnTo>
                <a:lnTo>
                  <a:pt x="1063423" y="1129616"/>
                </a:lnTo>
                <a:lnTo>
                  <a:pt x="1052654" y="1114584"/>
                </a:lnTo>
                <a:lnTo>
                  <a:pt x="1114796" y="1099878"/>
                </a:lnTo>
                <a:lnTo>
                  <a:pt x="1122011" y="1120219"/>
                </a:lnTo>
                <a:lnTo>
                  <a:pt x="1142313" y="1109983"/>
                </a:lnTo>
                <a:lnTo>
                  <a:pt x="1141884" y="1127113"/>
                </a:lnTo>
                <a:lnTo>
                  <a:pt x="1184682" y="1122443"/>
                </a:lnTo>
                <a:lnTo>
                  <a:pt x="1183780" y="1145665"/>
                </a:lnTo>
                <a:lnTo>
                  <a:pt x="1197478" y="1129676"/>
                </a:lnTo>
                <a:lnTo>
                  <a:pt x="1226777" y="1143634"/>
                </a:lnTo>
                <a:lnTo>
                  <a:pt x="1170025" y="1182915"/>
                </a:lnTo>
                <a:lnTo>
                  <a:pt x="1170215" y="1206333"/>
                </a:lnTo>
                <a:lnTo>
                  <a:pt x="1237121" y="1189447"/>
                </a:lnTo>
                <a:lnTo>
                  <a:pt x="1235942" y="1202040"/>
                </a:lnTo>
                <a:lnTo>
                  <a:pt x="1193033" y="1208052"/>
                </a:lnTo>
                <a:lnTo>
                  <a:pt x="1166759" y="1230655"/>
                </a:lnTo>
                <a:lnTo>
                  <a:pt x="1217391" y="1243769"/>
                </a:lnTo>
                <a:lnTo>
                  <a:pt x="1253148" y="1231183"/>
                </a:lnTo>
                <a:lnTo>
                  <a:pt x="1275755" y="1246282"/>
                </a:lnTo>
                <a:lnTo>
                  <a:pt x="1273268" y="1260965"/>
                </a:lnTo>
                <a:lnTo>
                  <a:pt x="1286710" y="1261013"/>
                </a:lnTo>
                <a:lnTo>
                  <a:pt x="1276548" y="1284435"/>
                </a:lnTo>
                <a:lnTo>
                  <a:pt x="1290349" y="1279399"/>
                </a:lnTo>
                <a:lnTo>
                  <a:pt x="1264448" y="1301912"/>
                </a:lnTo>
                <a:lnTo>
                  <a:pt x="1180994" y="1270155"/>
                </a:lnTo>
                <a:lnTo>
                  <a:pt x="1170565" y="1274492"/>
                </a:lnTo>
                <a:lnTo>
                  <a:pt x="1182246" y="1289513"/>
                </a:lnTo>
                <a:lnTo>
                  <a:pt x="1217903" y="1297208"/>
                </a:lnTo>
                <a:lnTo>
                  <a:pt x="1288510" y="1356042"/>
                </a:lnTo>
                <a:lnTo>
                  <a:pt x="1297413" y="1338231"/>
                </a:lnTo>
                <a:lnTo>
                  <a:pt x="1274217" y="1308008"/>
                </a:lnTo>
                <a:lnTo>
                  <a:pt x="1323498" y="1343065"/>
                </a:lnTo>
                <a:lnTo>
                  <a:pt x="1307638" y="1342983"/>
                </a:lnTo>
                <a:lnTo>
                  <a:pt x="1288578" y="1371732"/>
                </a:lnTo>
                <a:lnTo>
                  <a:pt x="1296093" y="1380301"/>
                </a:lnTo>
                <a:lnTo>
                  <a:pt x="1311323" y="1371556"/>
                </a:lnTo>
                <a:lnTo>
                  <a:pt x="1365509" y="1415747"/>
                </a:lnTo>
                <a:lnTo>
                  <a:pt x="1375912" y="1443750"/>
                </a:lnTo>
                <a:lnTo>
                  <a:pt x="1401598" y="1432205"/>
                </a:lnTo>
                <a:lnTo>
                  <a:pt x="1415263" y="1448385"/>
                </a:lnTo>
                <a:lnTo>
                  <a:pt x="1448660" y="1452673"/>
                </a:lnTo>
                <a:lnTo>
                  <a:pt x="1448353" y="1430736"/>
                </a:lnTo>
                <a:lnTo>
                  <a:pt x="1482478" y="1461597"/>
                </a:lnTo>
                <a:lnTo>
                  <a:pt x="1498995" y="1423759"/>
                </a:lnTo>
                <a:lnTo>
                  <a:pt x="1490095" y="1364024"/>
                </a:lnTo>
                <a:lnTo>
                  <a:pt x="1508008" y="1353355"/>
                </a:lnTo>
                <a:lnTo>
                  <a:pt x="1490315" y="1352073"/>
                </a:lnTo>
                <a:lnTo>
                  <a:pt x="1479825" y="1311300"/>
                </a:lnTo>
                <a:lnTo>
                  <a:pt x="1476853" y="1223279"/>
                </a:lnTo>
                <a:lnTo>
                  <a:pt x="1493203" y="1209666"/>
                </a:lnTo>
                <a:lnTo>
                  <a:pt x="1514797" y="1215246"/>
                </a:lnTo>
                <a:lnTo>
                  <a:pt x="1492700" y="1213176"/>
                </a:lnTo>
                <a:lnTo>
                  <a:pt x="1487840" y="1244649"/>
                </a:lnTo>
                <a:lnTo>
                  <a:pt x="1530327" y="1268742"/>
                </a:lnTo>
                <a:lnTo>
                  <a:pt x="1586107" y="1275055"/>
                </a:lnTo>
                <a:lnTo>
                  <a:pt x="1623313" y="1253776"/>
                </a:lnTo>
                <a:lnTo>
                  <a:pt x="1638552" y="1273581"/>
                </a:lnTo>
                <a:lnTo>
                  <a:pt x="1627153" y="1235548"/>
                </a:lnTo>
                <a:lnTo>
                  <a:pt x="1655267" y="1209465"/>
                </a:lnTo>
                <a:lnTo>
                  <a:pt x="1657532" y="1189297"/>
                </a:lnTo>
                <a:lnTo>
                  <a:pt x="1704794" y="1171314"/>
                </a:lnTo>
                <a:lnTo>
                  <a:pt x="1719220" y="1183284"/>
                </a:lnTo>
                <a:lnTo>
                  <a:pt x="1726832" y="1169004"/>
                </a:lnTo>
                <a:lnTo>
                  <a:pt x="1780615" y="1173078"/>
                </a:lnTo>
                <a:lnTo>
                  <a:pt x="1792180" y="1187131"/>
                </a:lnTo>
                <a:lnTo>
                  <a:pt x="1797541" y="1175628"/>
                </a:lnTo>
                <a:lnTo>
                  <a:pt x="1794223" y="1191191"/>
                </a:lnTo>
                <a:lnTo>
                  <a:pt x="1818746" y="1197132"/>
                </a:lnTo>
                <a:lnTo>
                  <a:pt x="1829034" y="1184212"/>
                </a:lnTo>
                <a:lnTo>
                  <a:pt x="1804531" y="1182886"/>
                </a:lnTo>
                <a:lnTo>
                  <a:pt x="1822105" y="1172876"/>
                </a:lnTo>
                <a:lnTo>
                  <a:pt x="1826051" y="1159233"/>
                </a:lnTo>
                <a:lnTo>
                  <a:pt x="1811081" y="1163526"/>
                </a:lnTo>
                <a:lnTo>
                  <a:pt x="1828554" y="1149000"/>
                </a:lnTo>
                <a:lnTo>
                  <a:pt x="1794355" y="1156124"/>
                </a:lnTo>
                <a:lnTo>
                  <a:pt x="1789978" y="1118085"/>
                </a:lnTo>
                <a:lnTo>
                  <a:pt x="1807559" y="1100312"/>
                </a:lnTo>
                <a:lnTo>
                  <a:pt x="1811481" y="1113507"/>
                </a:lnTo>
                <a:lnTo>
                  <a:pt x="1817752" y="1087492"/>
                </a:lnTo>
                <a:lnTo>
                  <a:pt x="1862039" y="1107137"/>
                </a:lnTo>
                <a:lnTo>
                  <a:pt x="1867080" y="1086835"/>
                </a:lnTo>
                <a:lnTo>
                  <a:pt x="1899311" y="1070396"/>
                </a:lnTo>
                <a:lnTo>
                  <a:pt x="1864509" y="1050825"/>
                </a:lnTo>
                <a:lnTo>
                  <a:pt x="1849763" y="1020443"/>
                </a:lnTo>
                <a:lnTo>
                  <a:pt x="1817468" y="1022884"/>
                </a:lnTo>
                <a:lnTo>
                  <a:pt x="1831873" y="1012359"/>
                </a:lnTo>
                <a:lnTo>
                  <a:pt x="1821889" y="971506"/>
                </a:lnTo>
                <a:lnTo>
                  <a:pt x="1836962" y="966602"/>
                </a:lnTo>
                <a:lnTo>
                  <a:pt x="1834250" y="955664"/>
                </a:lnTo>
                <a:lnTo>
                  <a:pt x="1801199" y="973792"/>
                </a:lnTo>
                <a:lnTo>
                  <a:pt x="1806407" y="984688"/>
                </a:lnTo>
                <a:lnTo>
                  <a:pt x="1791310" y="991465"/>
                </a:lnTo>
                <a:lnTo>
                  <a:pt x="1800235" y="995044"/>
                </a:lnTo>
                <a:lnTo>
                  <a:pt x="1776591" y="986451"/>
                </a:lnTo>
                <a:lnTo>
                  <a:pt x="1774505" y="935267"/>
                </a:lnTo>
                <a:lnTo>
                  <a:pt x="1824776" y="901907"/>
                </a:lnTo>
                <a:lnTo>
                  <a:pt x="1841389" y="871156"/>
                </a:lnTo>
                <a:lnTo>
                  <a:pt x="1788396" y="847741"/>
                </a:lnTo>
                <a:lnTo>
                  <a:pt x="1792076" y="838624"/>
                </a:lnTo>
                <a:lnTo>
                  <a:pt x="1882877" y="817305"/>
                </a:lnTo>
                <a:lnTo>
                  <a:pt x="1985481" y="754430"/>
                </a:lnTo>
                <a:lnTo>
                  <a:pt x="2133442" y="701697"/>
                </a:lnTo>
                <a:lnTo>
                  <a:pt x="2066650" y="757448"/>
                </a:lnTo>
                <a:lnTo>
                  <a:pt x="2036857" y="760129"/>
                </a:lnTo>
                <a:lnTo>
                  <a:pt x="2040250" y="805065"/>
                </a:lnTo>
                <a:lnTo>
                  <a:pt x="2015126" y="812499"/>
                </a:lnTo>
                <a:lnTo>
                  <a:pt x="2044108" y="814278"/>
                </a:lnTo>
                <a:lnTo>
                  <a:pt x="2061527" y="779780"/>
                </a:lnTo>
                <a:lnTo>
                  <a:pt x="2141515" y="704538"/>
                </a:lnTo>
                <a:lnTo>
                  <a:pt x="2148480" y="803012"/>
                </a:lnTo>
                <a:lnTo>
                  <a:pt x="2130186" y="778288"/>
                </a:lnTo>
                <a:lnTo>
                  <a:pt x="2135650" y="751604"/>
                </a:lnTo>
                <a:lnTo>
                  <a:pt x="2118559" y="755707"/>
                </a:lnTo>
                <a:lnTo>
                  <a:pt x="2124509" y="773594"/>
                </a:lnTo>
                <a:lnTo>
                  <a:pt x="2104010" y="756364"/>
                </a:lnTo>
                <a:lnTo>
                  <a:pt x="2088924" y="762690"/>
                </a:lnTo>
                <a:lnTo>
                  <a:pt x="2132621" y="799194"/>
                </a:lnTo>
                <a:lnTo>
                  <a:pt x="2116678" y="824973"/>
                </a:lnTo>
                <a:lnTo>
                  <a:pt x="2087866" y="822946"/>
                </a:lnTo>
                <a:lnTo>
                  <a:pt x="2114367" y="833032"/>
                </a:lnTo>
                <a:lnTo>
                  <a:pt x="2106613" y="855284"/>
                </a:lnTo>
                <a:lnTo>
                  <a:pt x="2117420" y="868514"/>
                </a:lnTo>
                <a:lnTo>
                  <a:pt x="2139918" y="854091"/>
                </a:lnTo>
                <a:lnTo>
                  <a:pt x="2161037" y="800996"/>
                </a:lnTo>
                <a:lnTo>
                  <a:pt x="2151614" y="692199"/>
                </a:lnTo>
                <a:lnTo>
                  <a:pt x="2207839" y="648882"/>
                </a:lnTo>
                <a:lnTo>
                  <a:pt x="2280379" y="623323"/>
                </a:lnTo>
                <a:lnTo>
                  <a:pt x="2333472" y="642621"/>
                </a:lnTo>
                <a:lnTo>
                  <a:pt x="2327561" y="670758"/>
                </a:lnTo>
                <a:lnTo>
                  <a:pt x="2298438" y="665234"/>
                </a:lnTo>
                <a:lnTo>
                  <a:pt x="2304115" y="691579"/>
                </a:lnTo>
                <a:lnTo>
                  <a:pt x="2285105" y="698620"/>
                </a:lnTo>
                <a:lnTo>
                  <a:pt x="2300779" y="697746"/>
                </a:lnTo>
                <a:lnTo>
                  <a:pt x="2300823" y="717210"/>
                </a:lnTo>
                <a:lnTo>
                  <a:pt x="2352317" y="672669"/>
                </a:lnTo>
                <a:lnTo>
                  <a:pt x="2367961" y="676513"/>
                </a:lnTo>
                <a:lnTo>
                  <a:pt x="2373223" y="703537"/>
                </a:lnTo>
                <a:lnTo>
                  <a:pt x="2401422" y="665102"/>
                </a:lnTo>
                <a:lnTo>
                  <a:pt x="2416367" y="692130"/>
                </a:lnTo>
                <a:lnTo>
                  <a:pt x="2411542" y="729556"/>
                </a:lnTo>
                <a:lnTo>
                  <a:pt x="2417460" y="680497"/>
                </a:lnTo>
                <a:lnTo>
                  <a:pt x="2428241" y="697797"/>
                </a:lnTo>
                <a:lnTo>
                  <a:pt x="2433872" y="664355"/>
                </a:lnTo>
                <a:lnTo>
                  <a:pt x="2469004" y="651766"/>
                </a:lnTo>
                <a:lnTo>
                  <a:pt x="2529504" y="666229"/>
                </a:lnTo>
                <a:lnTo>
                  <a:pt x="2514168" y="691168"/>
                </a:lnTo>
                <a:lnTo>
                  <a:pt x="2575760" y="677647"/>
                </a:lnTo>
                <a:lnTo>
                  <a:pt x="2669707" y="512877"/>
                </a:lnTo>
                <a:lnTo>
                  <a:pt x="2682954" y="521051"/>
                </a:lnTo>
                <a:lnTo>
                  <a:pt x="2674468" y="506736"/>
                </a:lnTo>
                <a:lnTo>
                  <a:pt x="2684089" y="487579"/>
                </a:lnTo>
                <a:lnTo>
                  <a:pt x="2776092" y="399091"/>
                </a:lnTo>
                <a:lnTo>
                  <a:pt x="2856384" y="365290"/>
                </a:lnTo>
                <a:lnTo>
                  <a:pt x="2914889" y="364387"/>
                </a:lnTo>
                <a:lnTo>
                  <a:pt x="2962710" y="382996"/>
                </a:lnTo>
                <a:lnTo>
                  <a:pt x="2981556" y="411441"/>
                </a:lnTo>
                <a:lnTo>
                  <a:pt x="2970541" y="423226"/>
                </a:lnTo>
                <a:lnTo>
                  <a:pt x="2984739" y="416041"/>
                </a:lnTo>
                <a:lnTo>
                  <a:pt x="3001609" y="448692"/>
                </a:lnTo>
                <a:lnTo>
                  <a:pt x="3025484" y="461934"/>
                </a:lnTo>
                <a:lnTo>
                  <a:pt x="3051774" y="442232"/>
                </a:lnTo>
                <a:lnTo>
                  <a:pt x="3063402" y="446385"/>
                </a:lnTo>
                <a:lnTo>
                  <a:pt x="3090166" y="416670"/>
                </a:lnTo>
                <a:lnTo>
                  <a:pt x="3167546" y="475261"/>
                </a:lnTo>
                <a:lnTo>
                  <a:pt x="3204032" y="465260"/>
                </a:lnTo>
                <a:lnTo>
                  <a:pt x="3244648" y="524139"/>
                </a:lnTo>
                <a:lnTo>
                  <a:pt x="3239958" y="549165"/>
                </a:lnTo>
                <a:lnTo>
                  <a:pt x="3252038" y="527625"/>
                </a:lnTo>
                <a:lnTo>
                  <a:pt x="3219342" y="463632"/>
                </a:lnTo>
                <a:lnTo>
                  <a:pt x="3148262" y="419642"/>
                </a:lnTo>
                <a:lnTo>
                  <a:pt x="3138399" y="337440"/>
                </a:lnTo>
                <a:lnTo>
                  <a:pt x="3180864" y="366521"/>
                </a:lnTo>
                <a:lnTo>
                  <a:pt x="3229709" y="369085"/>
                </a:lnTo>
                <a:lnTo>
                  <a:pt x="3230950" y="392822"/>
                </a:lnTo>
                <a:lnTo>
                  <a:pt x="3246935" y="403096"/>
                </a:lnTo>
                <a:lnTo>
                  <a:pt x="3280104" y="401540"/>
                </a:lnTo>
                <a:lnTo>
                  <a:pt x="3279033" y="422043"/>
                </a:lnTo>
                <a:lnTo>
                  <a:pt x="3312554" y="436547"/>
                </a:lnTo>
                <a:lnTo>
                  <a:pt x="3342668" y="485901"/>
                </a:lnTo>
                <a:lnTo>
                  <a:pt x="3284994" y="529783"/>
                </a:lnTo>
                <a:lnTo>
                  <a:pt x="3283210" y="564511"/>
                </a:lnTo>
                <a:lnTo>
                  <a:pt x="3236395" y="629051"/>
                </a:lnTo>
                <a:lnTo>
                  <a:pt x="3242947" y="640660"/>
                </a:lnTo>
                <a:lnTo>
                  <a:pt x="3228572" y="649399"/>
                </a:lnTo>
                <a:lnTo>
                  <a:pt x="3193734" y="738487"/>
                </a:lnTo>
                <a:lnTo>
                  <a:pt x="3212598" y="773776"/>
                </a:lnTo>
                <a:lnTo>
                  <a:pt x="3241032" y="772940"/>
                </a:lnTo>
                <a:lnTo>
                  <a:pt x="3222791" y="805914"/>
                </a:lnTo>
                <a:lnTo>
                  <a:pt x="3240168" y="832060"/>
                </a:lnTo>
                <a:lnTo>
                  <a:pt x="3263279" y="833897"/>
                </a:lnTo>
                <a:lnTo>
                  <a:pt x="3284929" y="855174"/>
                </a:lnTo>
                <a:lnTo>
                  <a:pt x="3354827" y="834952"/>
                </a:lnTo>
                <a:lnTo>
                  <a:pt x="3398842" y="853150"/>
                </a:lnTo>
                <a:lnTo>
                  <a:pt x="3422079" y="925808"/>
                </a:lnTo>
                <a:lnTo>
                  <a:pt x="3443402" y="927611"/>
                </a:lnTo>
                <a:lnTo>
                  <a:pt x="3452042" y="948656"/>
                </a:lnTo>
                <a:lnTo>
                  <a:pt x="3474958" y="959849"/>
                </a:lnTo>
                <a:lnTo>
                  <a:pt x="3437816" y="1003299"/>
                </a:lnTo>
                <a:lnTo>
                  <a:pt x="3436590" y="1036863"/>
                </a:lnTo>
                <a:lnTo>
                  <a:pt x="3446570" y="1044020"/>
                </a:lnTo>
                <a:lnTo>
                  <a:pt x="3435145" y="1060836"/>
                </a:lnTo>
                <a:lnTo>
                  <a:pt x="3370943" y="1053090"/>
                </a:lnTo>
                <a:lnTo>
                  <a:pt x="3375019" y="1086825"/>
                </a:lnTo>
                <a:lnTo>
                  <a:pt x="3330826" y="1103630"/>
                </a:lnTo>
                <a:lnTo>
                  <a:pt x="3312282" y="1132973"/>
                </a:lnTo>
                <a:lnTo>
                  <a:pt x="3295584" y="1132672"/>
                </a:lnTo>
                <a:lnTo>
                  <a:pt x="3290872" y="1157718"/>
                </a:lnTo>
                <a:lnTo>
                  <a:pt x="3259526" y="1162716"/>
                </a:lnTo>
                <a:lnTo>
                  <a:pt x="3255946" y="1175190"/>
                </a:lnTo>
                <a:lnTo>
                  <a:pt x="3264996" y="1202782"/>
                </a:lnTo>
                <a:lnTo>
                  <a:pt x="3289568" y="1209227"/>
                </a:lnTo>
                <a:lnTo>
                  <a:pt x="3297627" y="1229954"/>
                </a:lnTo>
                <a:lnTo>
                  <a:pt x="3293106" y="1244332"/>
                </a:lnTo>
                <a:lnTo>
                  <a:pt x="3279364" y="1237700"/>
                </a:lnTo>
                <a:lnTo>
                  <a:pt x="3260961" y="1253819"/>
                </a:lnTo>
                <a:lnTo>
                  <a:pt x="3257323" y="1273158"/>
                </a:lnTo>
                <a:lnTo>
                  <a:pt x="3316434" y="1334404"/>
                </a:lnTo>
                <a:lnTo>
                  <a:pt x="3290695" y="1393550"/>
                </a:lnTo>
                <a:lnTo>
                  <a:pt x="3318206" y="1442733"/>
                </a:lnTo>
                <a:lnTo>
                  <a:pt x="3364757" y="1462292"/>
                </a:lnTo>
                <a:lnTo>
                  <a:pt x="3362889" y="1505934"/>
                </a:lnTo>
                <a:lnTo>
                  <a:pt x="3381750" y="1517727"/>
                </a:lnTo>
                <a:lnTo>
                  <a:pt x="3376081" y="1535995"/>
                </a:lnTo>
                <a:lnTo>
                  <a:pt x="3346492" y="1526940"/>
                </a:lnTo>
                <a:lnTo>
                  <a:pt x="3324256" y="1565522"/>
                </a:lnTo>
                <a:lnTo>
                  <a:pt x="3336866" y="1589148"/>
                </a:lnTo>
                <a:lnTo>
                  <a:pt x="3314091" y="1590262"/>
                </a:lnTo>
                <a:lnTo>
                  <a:pt x="3287820" y="1625961"/>
                </a:lnTo>
                <a:lnTo>
                  <a:pt x="3307153" y="1649562"/>
                </a:lnTo>
                <a:lnTo>
                  <a:pt x="3275290" y="1664310"/>
                </a:lnTo>
                <a:lnTo>
                  <a:pt x="3248571" y="1654877"/>
                </a:lnTo>
                <a:lnTo>
                  <a:pt x="3235986" y="1633821"/>
                </a:lnTo>
                <a:lnTo>
                  <a:pt x="3210418" y="1637540"/>
                </a:lnTo>
                <a:lnTo>
                  <a:pt x="3194448" y="1691111"/>
                </a:lnTo>
                <a:lnTo>
                  <a:pt x="3156499" y="1721327"/>
                </a:lnTo>
                <a:lnTo>
                  <a:pt x="3121694" y="1718861"/>
                </a:lnTo>
                <a:lnTo>
                  <a:pt x="3119599" y="1750668"/>
                </a:lnTo>
                <a:lnTo>
                  <a:pt x="3156969" y="1765187"/>
                </a:lnTo>
                <a:lnTo>
                  <a:pt x="3172872" y="1823565"/>
                </a:lnTo>
                <a:lnTo>
                  <a:pt x="3141400" y="1827537"/>
                </a:lnTo>
                <a:lnTo>
                  <a:pt x="3126575" y="1808378"/>
                </a:lnTo>
                <a:lnTo>
                  <a:pt x="3111130" y="1830726"/>
                </a:lnTo>
                <a:lnTo>
                  <a:pt x="3118286" y="1843261"/>
                </a:lnTo>
                <a:lnTo>
                  <a:pt x="3045652" y="1866241"/>
                </a:lnTo>
                <a:lnTo>
                  <a:pt x="3058787" y="1918629"/>
                </a:lnTo>
                <a:lnTo>
                  <a:pt x="3037073" y="1963799"/>
                </a:lnTo>
                <a:lnTo>
                  <a:pt x="3060707" y="1982097"/>
                </a:lnTo>
                <a:lnTo>
                  <a:pt x="3090235" y="2071209"/>
                </a:lnTo>
                <a:lnTo>
                  <a:pt x="3178955" y="2152729"/>
                </a:lnTo>
                <a:lnTo>
                  <a:pt x="3161856" y="2179892"/>
                </a:lnTo>
                <a:lnTo>
                  <a:pt x="3189589" y="2208431"/>
                </a:lnTo>
                <a:lnTo>
                  <a:pt x="3180152" y="2223384"/>
                </a:lnTo>
                <a:lnTo>
                  <a:pt x="3194230" y="2302645"/>
                </a:lnTo>
                <a:lnTo>
                  <a:pt x="3186111" y="2338421"/>
                </a:lnTo>
                <a:lnTo>
                  <a:pt x="3163455" y="2350093"/>
                </a:lnTo>
                <a:lnTo>
                  <a:pt x="3136997" y="2316090"/>
                </a:lnTo>
                <a:lnTo>
                  <a:pt x="3130862" y="2348352"/>
                </a:lnTo>
                <a:lnTo>
                  <a:pt x="3111072" y="2327319"/>
                </a:lnTo>
                <a:lnTo>
                  <a:pt x="3094020" y="2340150"/>
                </a:lnTo>
                <a:lnTo>
                  <a:pt x="3073597" y="2334185"/>
                </a:lnTo>
                <a:lnTo>
                  <a:pt x="3080517" y="2377425"/>
                </a:lnTo>
                <a:lnTo>
                  <a:pt x="3052956" y="2383754"/>
                </a:lnTo>
                <a:lnTo>
                  <a:pt x="3044399" y="2411544"/>
                </a:lnTo>
                <a:lnTo>
                  <a:pt x="3004674" y="2391212"/>
                </a:lnTo>
                <a:lnTo>
                  <a:pt x="2988716" y="2415801"/>
                </a:lnTo>
                <a:lnTo>
                  <a:pt x="2905498" y="2381814"/>
                </a:lnTo>
                <a:lnTo>
                  <a:pt x="2893806" y="2395913"/>
                </a:lnTo>
                <a:lnTo>
                  <a:pt x="2849647" y="2389341"/>
                </a:lnTo>
                <a:lnTo>
                  <a:pt x="2860123" y="2416344"/>
                </a:lnTo>
                <a:lnTo>
                  <a:pt x="2843751" y="2434844"/>
                </a:lnTo>
                <a:lnTo>
                  <a:pt x="2873572" y="2489433"/>
                </a:lnTo>
                <a:lnTo>
                  <a:pt x="2860912" y="2514828"/>
                </a:lnTo>
                <a:lnTo>
                  <a:pt x="2879329" y="2613000"/>
                </a:lnTo>
                <a:lnTo>
                  <a:pt x="2849634" y="2639967"/>
                </a:lnTo>
                <a:lnTo>
                  <a:pt x="2849600" y="2668746"/>
                </a:lnTo>
                <a:lnTo>
                  <a:pt x="2833259" y="2673600"/>
                </a:lnTo>
                <a:lnTo>
                  <a:pt x="2845923" y="2698545"/>
                </a:lnTo>
                <a:lnTo>
                  <a:pt x="2823395" y="2731165"/>
                </a:lnTo>
                <a:lnTo>
                  <a:pt x="2838373" y="2745821"/>
                </a:lnTo>
                <a:lnTo>
                  <a:pt x="2837032" y="2770970"/>
                </a:lnTo>
                <a:lnTo>
                  <a:pt x="2877099" y="2791548"/>
                </a:lnTo>
                <a:lnTo>
                  <a:pt x="2880880" y="2830402"/>
                </a:lnTo>
                <a:lnTo>
                  <a:pt x="2897623" y="2842241"/>
                </a:lnTo>
                <a:lnTo>
                  <a:pt x="2902517" y="2871705"/>
                </a:lnTo>
                <a:lnTo>
                  <a:pt x="2956656" y="2960652"/>
                </a:lnTo>
                <a:lnTo>
                  <a:pt x="2943770" y="2967217"/>
                </a:lnTo>
                <a:lnTo>
                  <a:pt x="2930819" y="2951626"/>
                </a:lnTo>
                <a:lnTo>
                  <a:pt x="2906246" y="2979440"/>
                </a:lnTo>
                <a:lnTo>
                  <a:pt x="2912382" y="3015928"/>
                </a:lnTo>
                <a:lnTo>
                  <a:pt x="2875310" y="3082087"/>
                </a:lnTo>
                <a:lnTo>
                  <a:pt x="2813432" y="3103130"/>
                </a:lnTo>
                <a:lnTo>
                  <a:pt x="2778277" y="3101846"/>
                </a:lnTo>
                <a:lnTo>
                  <a:pt x="2764329" y="3140346"/>
                </a:lnTo>
                <a:lnTo>
                  <a:pt x="2770152" y="3194956"/>
                </a:lnTo>
                <a:lnTo>
                  <a:pt x="2741885" y="3208666"/>
                </a:lnTo>
                <a:lnTo>
                  <a:pt x="2723566" y="3200993"/>
                </a:lnTo>
                <a:lnTo>
                  <a:pt x="2712682" y="3220678"/>
                </a:lnTo>
                <a:lnTo>
                  <a:pt x="2663758" y="3224662"/>
                </a:lnTo>
                <a:lnTo>
                  <a:pt x="2631082" y="3247475"/>
                </a:lnTo>
                <a:lnTo>
                  <a:pt x="2620119" y="3240318"/>
                </a:lnTo>
                <a:lnTo>
                  <a:pt x="2576739" y="3303519"/>
                </a:lnTo>
                <a:lnTo>
                  <a:pt x="2593617" y="3341484"/>
                </a:lnTo>
                <a:lnTo>
                  <a:pt x="2575118" y="3348873"/>
                </a:lnTo>
                <a:lnTo>
                  <a:pt x="2594661" y="3424365"/>
                </a:lnTo>
                <a:lnTo>
                  <a:pt x="2569231" y="3436423"/>
                </a:lnTo>
                <a:lnTo>
                  <a:pt x="2595983" y="3473723"/>
                </a:lnTo>
                <a:lnTo>
                  <a:pt x="2590738" y="3503115"/>
                </a:lnTo>
                <a:lnTo>
                  <a:pt x="2606515" y="3507426"/>
                </a:lnTo>
                <a:lnTo>
                  <a:pt x="2602342" y="3517537"/>
                </a:lnTo>
                <a:lnTo>
                  <a:pt x="2560422" y="3506389"/>
                </a:lnTo>
                <a:lnTo>
                  <a:pt x="2539751" y="3519391"/>
                </a:lnTo>
                <a:lnTo>
                  <a:pt x="2632397" y="3576449"/>
                </a:lnTo>
                <a:lnTo>
                  <a:pt x="2632234" y="3592825"/>
                </a:lnTo>
                <a:lnTo>
                  <a:pt x="2609720" y="3608890"/>
                </a:lnTo>
                <a:lnTo>
                  <a:pt x="2619380" y="3669459"/>
                </a:lnTo>
                <a:lnTo>
                  <a:pt x="2592680" y="3670517"/>
                </a:lnTo>
                <a:lnTo>
                  <a:pt x="2584593" y="3689816"/>
                </a:lnTo>
                <a:lnTo>
                  <a:pt x="2600967" y="3702492"/>
                </a:lnTo>
                <a:lnTo>
                  <a:pt x="2605625" y="3693340"/>
                </a:lnTo>
                <a:lnTo>
                  <a:pt x="2631375" y="3698729"/>
                </a:lnTo>
                <a:lnTo>
                  <a:pt x="2689338" y="3743108"/>
                </a:lnTo>
                <a:lnTo>
                  <a:pt x="2683749" y="3760208"/>
                </a:lnTo>
                <a:lnTo>
                  <a:pt x="2702503" y="3791236"/>
                </a:lnTo>
                <a:lnTo>
                  <a:pt x="2676465" y="3785513"/>
                </a:lnTo>
                <a:lnTo>
                  <a:pt x="2678396" y="3811095"/>
                </a:lnTo>
                <a:lnTo>
                  <a:pt x="2663461" y="3802832"/>
                </a:lnTo>
                <a:lnTo>
                  <a:pt x="2654124" y="3825430"/>
                </a:lnTo>
                <a:lnTo>
                  <a:pt x="2672523" y="3924282"/>
                </a:lnTo>
                <a:lnTo>
                  <a:pt x="2695367" y="3956569"/>
                </a:lnTo>
                <a:lnTo>
                  <a:pt x="2555876" y="4013026"/>
                </a:lnTo>
                <a:lnTo>
                  <a:pt x="2520774" y="4044510"/>
                </a:lnTo>
                <a:lnTo>
                  <a:pt x="2534791" y="4063385"/>
                </a:lnTo>
                <a:lnTo>
                  <a:pt x="2527233" y="4079650"/>
                </a:lnTo>
                <a:lnTo>
                  <a:pt x="2479539" y="4090638"/>
                </a:lnTo>
                <a:lnTo>
                  <a:pt x="2442435" y="4077224"/>
                </a:lnTo>
                <a:lnTo>
                  <a:pt x="2415743" y="4096926"/>
                </a:lnTo>
                <a:lnTo>
                  <a:pt x="2388925" y="4096647"/>
                </a:lnTo>
                <a:lnTo>
                  <a:pt x="2379695" y="4127035"/>
                </a:lnTo>
                <a:lnTo>
                  <a:pt x="2341918" y="4115187"/>
                </a:lnTo>
                <a:lnTo>
                  <a:pt x="2304334" y="4149925"/>
                </a:lnTo>
                <a:lnTo>
                  <a:pt x="2289481" y="4144703"/>
                </a:lnTo>
                <a:lnTo>
                  <a:pt x="2278319" y="4169213"/>
                </a:lnTo>
                <a:lnTo>
                  <a:pt x="2241377" y="4178078"/>
                </a:lnTo>
                <a:lnTo>
                  <a:pt x="2232100" y="4155923"/>
                </a:lnTo>
                <a:lnTo>
                  <a:pt x="2204021" y="4151012"/>
                </a:lnTo>
                <a:lnTo>
                  <a:pt x="2181298" y="4171845"/>
                </a:lnTo>
                <a:lnTo>
                  <a:pt x="2142811" y="4158267"/>
                </a:lnTo>
                <a:lnTo>
                  <a:pt x="2118463" y="4178324"/>
                </a:lnTo>
                <a:lnTo>
                  <a:pt x="2086060" y="4175137"/>
                </a:lnTo>
                <a:lnTo>
                  <a:pt x="2071087" y="4186448"/>
                </a:lnTo>
                <a:lnTo>
                  <a:pt x="1982365" y="4120190"/>
                </a:lnTo>
                <a:lnTo>
                  <a:pt x="1919536" y="4133828"/>
                </a:lnTo>
                <a:lnTo>
                  <a:pt x="1870502" y="4117433"/>
                </a:lnTo>
                <a:lnTo>
                  <a:pt x="1866283" y="4137978"/>
                </a:lnTo>
                <a:lnTo>
                  <a:pt x="1848356" y="4145812"/>
                </a:lnTo>
                <a:lnTo>
                  <a:pt x="1792275" y="4116150"/>
                </a:lnTo>
                <a:lnTo>
                  <a:pt x="1738301" y="4133083"/>
                </a:lnTo>
                <a:lnTo>
                  <a:pt x="1708003" y="4098235"/>
                </a:lnTo>
                <a:lnTo>
                  <a:pt x="1631735" y="4111109"/>
                </a:lnTo>
                <a:lnTo>
                  <a:pt x="1565086" y="4158850"/>
                </a:lnTo>
                <a:lnTo>
                  <a:pt x="1532903" y="4142619"/>
                </a:lnTo>
                <a:lnTo>
                  <a:pt x="1531777" y="4115211"/>
                </a:lnTo>
                <a:lnTo>
                  <a:pt x="1491068" y="4076208"/>
                </a:lnTo>
                <a:lnTo>
                  <a:pt x="1491563" y="4046238"/>
                </a:lnTo>
                <a:lnTo>
                  <a:pt x="1473859" y="4046755"/>
                </a:lnTo>
                <a:lnTo>
                  <a:pt x="1465797" y="4069332"/>
                </a:lnTo>
                <a:lnTo>
                  <a:pt x="1453846" y="4036260"/>
                </a:lnTo>
                <a:lnTo>
                  <a:pt x="1441887" y="4033288"/>
                </a:lnTo>
                <a:lnTo>
                  <a:pt x="1411479" y="3898043"/>
                </a:lnTo>
                <a:lnTo>
                  <a:pt x="1371911" y="3883938"/>
                </a:lnTo>
                <a:lnTo>
                  <a:pt x="1372438" y="3844982"/>
                </a:lnTo>
                <a:lnTo>
                  <a:pt x="1357741" y="3830781"/>
                </a:lnTo>
                <a:lnTo>
                  <a:pt x="1358034" y="3809640"/>
                </a:lnTo>
                <a:lnTo>
                  <a:pt x="1342307" y="3803512"/>
                </a:lnTo>
                <a:lnTo>
                  <a:pt x="1334184" y="3781167"/>
                </a:lnTo>
                <a:lnTo>
                  <a:pt x="1343353" y="3759331"/>
                </a:lnTo>
                <a:lnTo>
                  <a:pt x="1328385" y="3739947"/>
                </a:lnTo>
                <a:lnTo>
                  <a:pt x="1276722" y="3716597"/>
                </a:lnTo>
                <a:lnTo>
                  <a:pt x="1257901" y="3726896"/>
                </a:lnTo>
                <a:lnTo>
                  <a:pt x="1248968" y="3756405"/>
                </a:lnTo>
                <a:lnTo>
                  <a:pt x="1232999" y="3741935"/>
                </a:lnTo>
                <a:lnTo>
                  <a:pt x="1221739" y="3757834"/>
                </a:lnTo>
                <a:lnTo>
                  <a:pt x="1186134" y="3755847"/>
                </a:lnTo>
                <a:lnTo>
                  <a:pt x="1170155" y="3748549"/>
                </a:lnTo>
                <a:lnTo>
                  <a:pt x="1173042" y="3706837"/>
                </a:lnTo>
                <a:lnTo>
                  <a:pt x="1153136" y="3691043"/>
                </a:lnTo>
                <a:lnTo>
                  <a:pt x="1168967" y="3666707"/>
                </a:lnTo>
                <a:lnTo>
                  <a:pt x="1146675" y="3669303"/>
                </a:lnTo>
                <a:lnTo>
                  <a:pt x="1091832" y="3621991"/>
                </a:lnTo>
                <a:lnTo>
                  <a:pt x="1043274" y="3623929"/>
                </a:lnTo>
                <a:lnTo>
                  <a:pt x="1005882" y="3610338"/>
                </a:lnTo>
                <a:lnTo>
                  <a:pt x="967597" y="3634047"/>
                </a:lnTo>
                <a:lnTo>
                  <a:pt x="941497" y="3689467"/>
                </a:lnTo>
                <a:lnTo>
                  <a:pt x="928787" y="3686081"/>
                </a:lnTo>
                <a:lnTo>
                  <a:pt x="926043" y="3728252"/>
                </a:lnTo>
                <a:lnTo>
                  <a:pt x="900078" y="3780780"/>
                </a:lnTo>
                <a:lnTo>
                  <a:pt x="854166" y="3826012"/>
                </a:lnTo>
                <a:lnTo>
                  <a:pt x="853335" y="3883717"/>
                </a:lnTo>
                <a:lnTo>
                  <a:pt x="838982" y="3906427"/>
                </a:lnTo>
                <a:lnTo>
                  <a:pt x="777726" y="3935196"/>
                </a:lnTo>
                <a:lnTo>
                  <a:pt x="778244" y="3972290"/>
                </a:lnTo>
                <a:lnTo>
                  <a:pt x="764834" y="3926614"/>
                </a:lnTo>
                <a:lnTo>
                  <a:pt x="775125" y="3889676"/>
                </a:lnTo>
                <a:lnTo>
                  <a:pt x="744284" y="3897273"/>
                </a:lnTo>
                <a:lnTo>
                  <a:pt x="735534" y="3861130"/>
                </a:lnTo>
                <a:lnTo>
                  <a:pt x="712739" y="3908004"/>
                </a:lnTo>
                <a:lnTo>
                  <a:pt x="686635" y="3925077"/>
                </a:lnTo>
                <a:lnTo>
                  <a:pt x="669274" y="3916807"/>
                </a:lnTo>
                <a:lnTo>
                  <a:pt x="644370" y="3935971"/>
                </a:lnTo>
                <a:lnTo>
                  <a:pt x="596880" y="3931101"/>
                </a:lnTo>
                <a:lnTo>
                  <a:pt x="588216" y="3969313"/>
                </a:lnTo>
                <a:lnTo>
                  <a:pt x="566688" y="3986675"/>
                </a:lnTo>
                <a:lnTo>
                  <a:pt x="524041" y="3993555"/>
                </a:lnTo>
                <a:lnTo>
                  <a:pt x="504406" y="3980486"/>
                </a:lnTo>
                <a:lnTo>
                  <a:pt x="486198" y="3940544"/>
                </a:lnTo>
                <a:lnTo>
                  <a:pt x="463594" y="3939296"/>
                </a:lnTo>
                <a:lnTo>
                  <a:pt x="459957" y="3912515"/>
                </a:lnTo>
                <a:lnTo>
                  <a:pt x="479017" y="3877090"/>
                </a:lnTo>
                <a:lnTo>
                  <a:pt x="473740" y="3854759"/>
                </a:lnTo>
                <a:lnTo>
                  <a:pt x="490751" y="3802074"/>
                </a:lnTo>
                <a:lnTo>
                  <a:pt x="482604" y="3766079"/>
                </a:lnTo>
                <a:lnTo>
                  <a:pt x="507335" y="3694492"/>
                </a:lnTo>
                <a:lnTo>
                  <a:pt x="499049" y="3679868"/>
                </a:lnTo>
                <a:lnTo>
                  <a:pt x="517723" y="3672368"/>
                </a:lnTo>
                <a:lnTo>
                  <a:pt x="511321" y="3649226"/>
                </a:lnTo>
                <a:lnTo>
                  <a:pt x="526382" y="3588084"/>
                </a:lnTo>
                <a:lnTo>
                  <a:pt x="498171" y="3589193"/>
                </a:lnTo>
                <a:lnTo>
                  <a:pt x="485423" y="3569511"/>
                </a:lnTo>
                <a:lnTo>
                  <a:pt x="458719" y="3563161"/>
                </a:lnTo>
                <a:lnTo>
                  <a:pt x="459931" y="3524040"/>
                </a:lnTo>
                <a:lnTo>
                  <a:pt x="433364" y="3493163"/>
                </a:lnTo>
                <a:lnTo>
                  <a:pt x="427466" y="3465462"/>
                </a:lnTo>
                <a:lnTo>
                  <a:pt x="454009" y="3406686"/>
                </a:lnTo>
                <a:lnTo>
                  <a:pt x="450612" y="3384500"/>
                </a:lnTo>
                <a:lnTo>
                  <a:pt x="439907" y="3362514"/>
                </a:lnTo>
                <a:lnTo>
                  <a:pt x="403992" y="3367566"/>
                </a:lnTo>
                <a:lnTo>
                  <a:pt x="382575" y="3349489"/>
                </a:lnTo>
                <a:lnTo>
                  <a:pt x="406615" y="3289502"/>
                </a:lnTo>
                <a:lnTo>
                  <a:pt x="389283" y="3272205"/>
                </a:lnTo>
                <a:lnTo>
                  <a:pt x="369657" y="3196000"/>
                </a:lnTo>
                <a:lnTo>
                  <a:pt x="338339" y="3163275"/>
                </a:lnTo>
                <a:lnTo>
                  <a:pt x="262906" y="3167693"/>
                </a:lnTo>
                <a:lnTo>
                  <a:pt x="271788" y="3123672"/>
                </a:lnTo>
                <a:lnTo>
                  <a:pt x="300671" y="3124480"/>
                </a:lnTo>
                <a:lnTo>
                  <a:pt x="308527" y="3109732"/>
                </a:lnTo>
                <a:lnTo>
                  <a:pt x="280732" y="3065723"/>
                </a:lnTo>
                <a:lnTo>
                  <a:pt x="280521" y="3042534"/>
                </a:lnTo>
                <a:lnTo>
                  <a:pt x="265563" y="3033366"/>
                </a:lnTo>
                <a:lnTo>
                  <a:pt x="237323" y="3060930"/>
                </a:lnTo>
                <a:lnTo>
                  <a:pt x="205875" y="3041416"/>
                </a:lnTo>
                <a:lnTo>
                  <a:pt x="184553" y="3052266"/>
                </a:lnTo>
                <a:lnTo>
                  <a:pt x="123408" y="3009975"/>
                </a:lnTo>
                <a:lnTo>
                  <a:pt x="121613" y="3022217"/>
                </a:lnTo>
                <a:lnTo>
                  <a:pt x="89426" y="3033440"/>
                </a:lnTo>
                <a:lnTo>
                  <a:pt x="77418" y="3013814"/>
                </a:lnTo>
                <a:lnTo>
                  <a:pt x="57862" y="3019993"/>
                </a:lnTo>
                <a:lnTo>
                  <a:pt x="48587" y="2989349"/>
                </a:lnTo>
                <a:lnTo>
                  <a:pt x="61875" y="2988194"/>
                </a:lnTo>
                <a:lnTo>
                  <a:pt x="64031" y="2944424"/>
                </a:lnTo>
                <a:lnTo>
                  <a:pt x="85738" y="2949277"/>
                </a:lnTo>
                <a:lnTo>
                  <a:pt x="64405" y="2919582"/>
                </a:lnTo>
                <a:lnTo>
                  <a:pt x="101399" y="2883473"/>
                </a:lnTo>
                <a:lnTo>
                  <a:pt x="95350" y="2864845"/>
                </a:lnTo>
                <a:lnTo>
                  <a:pt x="107748" y="2848018"/>
                </a:lnTo>
                <a:lnTo>
                  <a:pt x="123828" y="2849729"/>
                </a:lnTo>
                <a:lnTo>
                  <a:pt x="131375" y="2825435"/>
                </a:lnTo>
                <a:lnTo>
                  <a:pt x="87260" y="2798499"/>
                </a:lnTo>
                <a:lnTo>
                  <a:pt x="85263" y="2736639"/>
                </a:lnTo>
                <a:lnTo>
                  <a:pt x="73022" y="2711037"/>
                </a:lnTo>
                <a:lnTo>
                  <a:pt x="55416" y="2704126"/>
                </a:lnTo>
                <a:lnTo>
                  <a:pt x="51468" y="2671362"/>
                </a:lnTo>
                <a:lnTo>
                  <a:pt x="65983" y="2651501"/>
                </a:lnTo>
                <a:lnTo>
                  <a:pt x="50445" y="2593696"/>
                </a:lnTo>
                <a:lnTo>
                  <a:pt x="37755" y="2596464"/>
                </a:lnTo>
                <a:lnTo>
                  <a:pt x="39548" y="2577134"/>
                </a:lnTo>
                <a:lnTo>
                  <a:pt x="0" y="2557108"/>
                </a:lnTo>
                <a:lnTo>
                  <a:pt x="25342" y="2551249"/>
                </a:lnTo>
                <a:lnTo>
                  <a:pt x="34994" y="2527708"/>
                </a:lnTo>
                <a:lnTo>
                  <a:pt x="64519" y="2503545"/>
                </a:lnTo>
                <a:lnTo>
                  <a:pt x="77731" y="2509330"/>
                </a:lnTo>
                <a:lnTo>
                  <a:pt x="85596" y="2489642"/>
                </a:lnTo>
                <a:lnTo>
                  <a:pt x="63992" y="2215086"/>
                </a:lnTo>
                <a:lnTo>
                  <a:pt x="4455" y="2118356"/>
                </a:lnTo>
                <a:lnTo>
                  <a:pt x="22410" y="2089790"/>
                </a:lnTo>
                <a:lnTo>
                  <a:pt x="48538" y="2096858"/>
                </a:lnTo>
                <a:lnTo>
                  <a:pt x="116556" y="2059832"/>
                </a:lnTo>
                <a:lnTo>
                  <a:pt x="136536" y="2025546"/>
                </a:lnTo>
                <a:lnTo>
                  <a:pt x="199741" y="2032051"/>
                </a:lnTo>
                <a:lnTo>
                  <a:pt x="210901" y="1983644"/>
                </a:lnTo>
                <a:lnTo>
                  <a:pt x="191925" y="1953795"/>
                </a:lnTo>
                <a:lnTo>
                  <a:pt x="208101" y="1921434"/>
                </a:lnTo>
                <a:lnTo>
                  <a:pt x="248573" y="1906546"/>
                </a:lnTo>
                <a:lnTo>
                  <a:pt x="233030" y="1871789"/>
                </a:lnTo>
                <a:lnTo>
                  <a:pt x="255634" y="1837755"/>
                </a:lnTo>
                <a:lnTo>
                  <a:pt x="303275" y="1820106"/>
                </a:lnTo>
                <a:lnTo>
                  <a:pt x="342492" y="1775916"/>
                </a:lnTo>
                <a:lnTo>
                  <a:pt x="354913" y="1784185"/>
                </a:lnTo>
                <a:lnTo>
                  <a:pt x="375059" y="1741583"/>
                </a:lnTo>
                <a:lnTo>
                  <a:pt x="326966" y="1715912"/>
                </a:lnTo>
                <a:lnTo>
                  <a:pt x="304131" y="1589308"/>
                </a:lnTo>
                <a:lnTo>
                  <a:pt x="290240" y="1589828"/>
                </a:lnTo>
                <a:lnTo>
                  <a:pt x="272921" y="1561820"/>
                </a:lnTo>
                <a:lnTo>
                  <a:pt x="242177" y="1555512"/>
                </a:lnTo>
                <a:lnTo>
                  <a:pt x="251812" y="1530711"/>
                </a:lnTo>
                <a:lnTo>
                  <a:pt x="214180" y="1511893"/>
                </a:lnTo>
                <a:lnTo>
                  <a:pt x="205165" y="1489232"/>
                </a:lnTo>
                <a:lnTo>
                  <a:pt x="214377" y="1440779"/>
                </a:lnTo>
                <a:lnTo>
                  <a:pt x="203692" y="1421084"/>
                </a:lnTo>
                <a:lnTo>
                  <a:pt x="182221" y="1420517"/>
                </a:lnTo>
                <a:lnTo>
                  <a:pt x="186649" y="1398060"/>
                </a:lnTo>
                <a:lnTo>
                  <a:pt x="163627" y="1387809"/>
                </a:lnTo>
                <a:lnTo>
                  <a:pt x="184361" y="1382640"/>
                </a:lnTo>
                <a:lnTo>
                  <a:pt x="209464" y="1346633"/>
                </a:lnTo>
                <a:lnTo>
                  <a:pt x="193124" y="1317582"/>
                </a:lnTo>
                <a:lnTo>
                  <a:pt x="212888" y="1296537"/>
                </a:lnTo>
                <a:close/>
                <a:moveTo>
                  <a:pt x="3000623" y="227646"/>
                </a:moveTo>
                <a:lnTo>
                  <a:pt x="2998993" y="237832"/>
                </a:lnTo>
                <a:lnTo>
                  <a:pt x="3000623" y="227646"/>
                </a:lnTo>
                <a:close/>
                <a:moveTo>
                  <a:pt x="2957383" y="251431"/>
                </a:moveTo>
                <a:lnTo>
                  <a:pt x="2943654" y="254905"/>
                </a:lnTo>
                <a:lnTo>
                  <a:pt x="2957383" y="251431"/>
                </a:lnTo>
                <a:close/>
                <a:moveTo>
                  <a:pt x="2914217" y="292334"/>
                </a:moveTo>
                <a:lnTo>
                  <a:pt x="2910241" y="306797"/>
                </a:lnTo>
                <a:lnTo>
                  <a:pt x="2890033" y="296812"/>
                </a:lnTo>
                <a:lnTo>
                  <a:pt x="2901731" y="286234"/>
                </a:lnTo>
                <a:lnTo>
                  <a:pt x="2914217" y="292334"/>
                </a:lnTo>
                <a:close/>
                <a:moveTo>
                  <a:pt x="1782653" y="1127486"/>
                </a:moveTo>
                <a:lnTo>
                  <a:pt x="1784300" y="1155614"/>
                </a:lnTo>
                <a:lnTo>
                  <a:pt x="1738695" y="1163071"/>
                </a:lnTo>
                <a:lnTo>
                  <a:pt x="1745030" y="1147001"/>
                </a:lnTo>
                <a:lnTo>
                  <a:pt x="1782653" y="1127486"/>
                </a:lnTo>
                <a:close/>
                <a:moveTo>
                  <a:pt x="1216581" y="1210843"/>
                </a:moveTo>
                <a:lnTo>
                  <a:pt x="1228611" y="1217250"/>
                </a:lnTo>
                <a:lnTo>
                  <a:pt x="1216399" y="1235574"/>
                </a:lnTo>
                <a:lnTo>
                  <a:pt x="1179562" y="1231281"/>
                </a:lnTo>
                <a:lnTo>
                  <a:pt x="1216581" y="1210843"/>
                </a:lnTo>
                <a:close/>
                <a:moveTo>
                  <a:pt x="1178246" y="1197754"/>
                </a:moveTo>
                <a:lnTo>
                  <a:pt x="1205027" y="1162637"/>
                </a:lnTo>
                <a:lnTo>
                  <a:pt x="1235840" y="1171641"/>
                </a:lnTo>
                <a:lnTo>
                  <a:pt x="1228579" y="1184784"/>
                </a:lnTo>
                <a:lnTo>
                  <a:pt x="1178246" y="1197754"/>
                </a:lnTo>
                <a:close/>
                <a:moveTo>
                  <a:pt x="730731" y="1311119"/>
                </a:moveTo>
                <a:lnTo>
                  <a:pt x="731262" y="1322197"/>
                </a:lnTo>
                <a:lnTo>
                  <a:pt x="703796" y="1331549"/>
                </a:lnTo>
                <a:lnTo>
                  <a:pt x="694387" y="1317132"/>
                </a:lnTo>
                <a:lnTo>
                  <a:pt x="713392" y="1304128"/>
                </a:lnTo>
                <a:lnTo>
                  <a:pt x="730731" y="1311119"/>
                </a:lnTo>
                <a:close/>
                <a:moveTo>
                  <a:pt x="1876146" y="687983"/>
                </a:moveTo>
                <a:lnTo>
                  <a:pt x="1890233" y="702050"/>
                </a:lnTo>
                <a:lnTo>
                  <a:pt x="1877536" y="718260"/>
                </a:lnTo>
                <a:lnTo>
                  <a:pt x="1744534" y="762831"/>
                </a:lnTo>
                <a:lnTo>
                  <a:pt x="1714432" y="800736"/>
                </a:lnTo>
                <a:lnTo>
                  <a:pt x="1696330" y="793557"/>
                </a:lnTo>
                <a:lnTo>
                  <a:pt x="1723543" y="761321"/>
                </a:lnTo>
                <a:lnTo>
                  <a:pt x="1713507" y="684712"/>
                </a:lnTo>
                <a:lnTo>
                  <a:pt x="1751129" y="650911"/>
                </a:lnTo>
                <a:lnTo>
                  <a:pt x="1850011" y="659184"/>
                </a:lnTo>
                <a:lnTo>
                  <a:pt x="1876146" y="687983"/>
                </a:lnTo>
                <a:close/>
                <a:moveTo>
                  <a:pt x="911698" y="1099238"/>
                </a:moveTo>
                <a:lnTo>
                  <a:pt x="912581" y="1112691"/>
                </a:lnTo>
                <a:lnTo>
                  <a:pt x="899492" y="1111824"/>
                </a:lnTo>
                <a:lnTo>
                  <a:pt x="899785" y="1099370"/>
                </a:lnTo>
                <a:lnTo>
                  <a:pt x="911698" y="1099238"/>
                </a:lnTo>
                <a:close/>
                <a:moveTo>
                  <a:pt x="1482439" y="817108"/>
                </a:moveTo>
                <a:lnTo>
                  <a:pt x="1483496" y="832208"/>
                </a:lnTo>
                <a:lnTo>
                  <a:pt x="1413881" y="796763"/>
                </a:lnTo>
                <a:lnTo>
                  <a:pt x="1482439" y="817108"/>
                </a:lnTo>
                <a:close/>
                <a:moveTo>
                  <a:pt x="1685880" y="647584"/>
                </a:moveTo>
                <a:lnTo>
                  <a:pt x="1697110" y="674350"/>
                </a:lnTo>
                <a:lnTo>
                  <a:pt x="1671808" y="701265"/>
                </a:lnTo>
                <a:lnTo>
                  <a:pt x="1639937" y="664129"/>
                </a:lnTo>
                <a:lnTo>
                  <a:pt x="1664270" y="635833"/>
                </a:lnTo>
                <a:lnTo>
                  <a:pt x="1685880" y="647584"/>
                </a:lnTo>
                <a:close/>
                <a:moveTo>
                  <a:pt x="450933" y="1162390"/>
                </a:moveTo>
                <a:lnTo>
                  <a:pt x="442119" y="1173526"/>
                </a:lnTo>
                <a:lnTo>
                  <a:pt x="450933" y="1162390"/>
                </a:lnTo>
                <a:close/>
                <a:moveTo>
                  <a:pt x="307148" y="1178388"/>
                </a:moveTo>
                <a:lnTo>
                  <a:pt x="285595" y="1245054"/>
                </a:lnTo>
                <a:lnTo>
                  <a:pt x="251414" y="1242534"/>
                </a:lnTo>
                <a:lnTo>
                  <a:pt x="208862" y="1219366"/>
                </a:lnTo>
                <a:lnTo>
                  <a:pt x="233152" y="1205170"/>
                </a:lnTo>
                <a:lnTo>
                  <a:pt x="236021" y="1173182"/>
                </a:lnTo>
                <a:lnTo>
                  <a:pt x="307148" y="1178388"/>
                </a:lnTo>
                <a:close/>
                <a:moveTo>
                  <a:pt x="1977585" y="191257"/>
                </a:moveTo>
                <a:lnTo>
                  <a:pt x="2000462" y="232658"/>
                </a:lnTo>
                <a:lnTo>
                  <a:pt x="1961571" y="298965"/>
                </a:lnTo>
                <a:lnTo>
                  <a:pt x="1915443" y="328838"/>
                </a:lnTo>
                <a:lnTo>
                  <a:pt x="1784171" y="341335"/>
                </a:lnTo>
                <a:lnTo>
                  <a:pt x="1760660" y="282859"/>
                </a:lnTo>
                <a:lnTo>
                  <a:pt x="1783355" y="283889"/>
                </a:lnTo>
                <a:lnTo>
                  <a:pt x="1799446" y="301362"/>
                </a:lnTo>
                <a:lnTo>
                  <a:pt x="1821990" y="286283"/>
                </a:lnTo>
                <a:lnTo>
                  <a:pt x="1814503" y="289841"/>
                </a:lnTo>
                <a:lnTo>
                  <a:pt x="1814055" y="272963"/>
                </a:lnTo>
                <a:lnTo>
                  <a:pt x="1856201" y="241384"/>
                </a:lnTo>
                <a:lnTo>
                  <a:pt x="1886822" y="260900"/>
                </a:lnTo>
                <a:lnTo>
                  <a:pt x="1900825" y="236668"/>
                </a:lnTo>
                <a:lnTo>
                  <a:pt x="1944007" y="207789"/>
                </a:lnTo>
                <a:lnTo>
                  <a:pt x="1973122" y="211320"/>
                </a:lnTo>
                <a:lnTo>
                  <a:pt x="1977585" y="191257"/>
                </a:lnTo>
                <a:close/>
                <a:moveTo>
                  <a:pt x="1334273" y="592996"/>
                </a:moveTo>
                <a:lnTo>
                  <a:pt x="1343307" y="609224"/>
                </a:lnTo>
                <a:lnTo>
                  <a:pt x="1323333" y="628926"/>
                </a:lnTo>
                <a:lnTo>
                  <a:pt x="1292381" y="550830"/>
                </a:lnTo>
                <a:lnTo>
                  <a:pt x="1335097" y="575166"/>
                </a:lnTo>
                <a:lnTo>
                  <a:pt x="1334273" y="592996"/>
                </a:lnTo>
                <a:close/>
                <a:moveTo>
                  <a:pt x="1724454" y="324086"/>
                </a:moveTo>
                <a:lnTo>
                  <a:pt x="1710293" y="358416"/>
                </a:lnTo>
                <a:lnTo>
                  <a:pt x="1718944" y="373908"/>
                </a:lnTo>
                <a:lnTo>
                  <a:pt x="1735246" y="372942"/>
                </a:lnTo>
                <a:lnTo>
                  <a:pt x="1736762" y="396099"/>
                </a:lnTo>
                <a:lnTo>
                  <a:pt x="1722383" y="435978"/>
                </a:lnTo>
                <a:lnTo>
                  <a:pt x="1663805" y="453736"/>
                </a:lnTo>
                <a:lnTo>
                  <a:pt x="1624822" y="434113"/>
                </a:lnTo>
                <a:lnTo>
                  <a:pt x="1612570" y="373735"/>
                </a:lnTo>
                <a:lnTo>
                  <a:pt x="1583917" y="390866"/>
                </a:lnTo>
                <a:lnTo>
                  <a:pt x="1592779" y="396929"/>
                </a:lnTo>
                <a:lnTo>
                  <a:pt x="1580516" y="414576"/>
                </a:lnTo>
                <a:lnTo>
                  <a:pt x="1639651" y="459460"/>
                </a:lnTo>
                <a:lnTo>
                  <a:pt x="1660690" y="468374"/>
                </a:lnTo>
                <a:lnTo>
                  <a:pt x="1707878" y="449834"/>
                </a:lnTo>
                <a:lnTo>
                  <a:pt x="1718782" y="457348"/>
                </a:lnTo>
                <a:lnTo>
                  <a:pt x="1681936" y="493511"/>
                </a:lnTo>
                <a:lnTo>
                  <a:pt x="1681218" y="510431"/>
                </a:lnTo>
                <a:lnTo>
                  <a:pt x="1646729" y="510715"/>
                </a:lnTo>
                <a:lnTo>
                  <a:pt x="1663581" y="499322"/>
                </a:lnTo>
                <a:lnTo>
                  <a:pt x="1649272" y="494166"/>
                </a:lnTo>
                <a:lnTo>
                  <a:pt x="1634776" y="505580"/>
                </a:lnTo>
                <a:lnTo>
                  <a:pt x="1575081" y="582067"/>
                </a:lnTo>
                <a:lnTo>
                  <a:pt x="1542555" y="572398"/>
                </a:lnTo>
                <a:lnTo>
                  <a:pt x="1555772" y="607249"/>
                </a:lnTo>
                <a:lnTo>
                  <a:pt x="1550290" y="634384"/>
                </a:lnTo>
                <a:lnTo>
                  <a:pt x="1477883" y="641188"/>
                </a:lnTo>
                <a:lnTo>
                  <a:pt x="1386554" y="594370"/>
                </a:lnTo>
                <a:lnTo>
                  <a:pt x="1410279" y="578392"/>
                </a:lnTo>
                <a:lnTo>
                  <a:pt x="1394586" y="579979"/>
                </a:lnTo>
                <a:lnTo>
                  <a:pt x="1384265" y="548445"/>
                </a:lnTo>
                <a:lnTo>
                  <a:pt x="1363696" y="536522"/>
                </a:lnTo>
                <a:lnTo>
                  <a:pt x="1363717" y="523960"/>
                </a:lnTo>
                <a:lnTo>
                  <a:pt x="1390458" y="515495"/>
                </a:lnTo>
                <a:lnTo>
                  <a:pt x="1359357" y="494495"/>
                </a:lnTo>
                <a:lnTo>
                  <a:pt x="1380795" y="440977"/>
                </a:lnTo>
                <a:lnTo>
                  <a:pt x="1391477" y="452721"/>
                </a:lnTo>
                <a:lnTo>
                  <a:pt x="1384668" y="432807"/>
                </a:lnTo>
                <a:lnTo>
                  <a:pt x="1401143" y="411747"/>
                </a:lnTo>
                <a:lnTo>
                  <a:pt x="1407488" y="426391"/>
                </a:lnTo>
                <a:lnTo>
                  <a:pt x="1457686" y="428316"/>
                </a:lnTo>
                <a:lnTo>
                  <a:pt x="1465870" y="441407"/>
                </a:lnTo>
                <a:lnTo>
                  <a:pt x="1502697" y="434327"/>
                </a:lnTo>
                <a:lnTo>
                  <a:pt x="1515465" y="456158"/>
                </a:lnTo>
                <a:lnTo>
                  <a:pt x="1538885" y="438140"/>
                </a:lnTo>
                <a:lnTo>
                  <a:pt x="1522245" y="431482"/>
                </a:lnTo>
                <a:lnTo>
                  <a:pt x="1498311" y="387741"/>
                </a:lnTo>
                <a:lnTo>
                  <a:pt x="1527086" y="372167"/>
                </a:lnTo>
                <a:lnTo>
                  <a:pt x="1498023" y="357621"/>
                </a:lnTo>
                <a:lnTo>
                  <a:pt x="1578904" y="366070"/>
                </a:lnTo>
                <a:lnTo>
                  <a:pt x="1637793" y="328413"/>
                </a:lnTo>
                <a:lnTo>
                  <a:pt x="1724454" y="324086"/>
                </a:lnTo>
                <a:close/>
                <a:moveTo>
                  <a:pt x="1747197" y="44774"/>
                </a:moveTo>
                <a:lnTo>
                  <a:pt x="1753129" y="64033"/>
                </a:lnTo>
                <a:lnTo>
                  <a:pt x="1725154" y="87947"/>
                </a:lnTo>
                <a:lnTo>
                  <a:pt x="1729511" y="61304"/>
                </a:lnTo>
                <a:lnTo>
                  <a:pt x="1747197" y="44774"/>
                </a:lnTo>
                <a:close/>
                <a:moveTo>
                  <a:pt x="1937105" y="0"/>
                </a:moveTo>
                <a:lnTo>
                  <a:pt x="1941487" y="11583"/>
                </a:lnTo>
                <a:lnTo>
                  <a:pt x="1927283" y="12441"/>
                </a:lnTo>
                <a:lnTo>
                  <a:pt x="1937105" y="0"/>
                </a:lnTo>
                <a:close/>
                <a:moveTo>
                  <a:pt x="3127898" y="365301"/>
                </a:moveTo>
                <a:lnTo>
                  <a:pt x="3138290" y="382920"/>
                </a:lnTo>
                <a:lnTo>
                  <a:pt x="3121187" y="378966"/>
                </a:lnTo>
                <a:lnTo>
                  <a:pt x="3127898" y="365301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p"/>
          <p:cNvSpPr/>
          <p:nvPr/>
        </p:nvSpPr>
        <p:spPr>
          <a:xfrm>
            <a:off x="-694673" y="3512676"/>
            <a:ext cx="2188828" cy="5257225"/>
          </a:xfrm>
          <a:custGeom>
            <a:avLst/>
            <a:gdLst/>
            <a:ahLst/>
            <a:cxnLst/>
            <a:rect l="0" t="0" r="r" b="b"/>
            <a:pathLst>
              <a:path w="2188828" h="5257225">
                <a:moveTo>
                  <a:pt x="171817" y="1318683"/>
                </a:moveTo>
                <a:lnTo>
                  <a:pt x="227233" y="1340021"/>
                </a:lnTo>
                <a:lnTo>
                  <a:pt x="287713" y="1409633"/>
                </a:lnTo>
                <a:lnTo>
                  <a:pt x="274582" y="1414874"/>
                </a:lnTo>
                <a:lnTo>
                  <a:pt x="321205" y="1489724"/>
                </a:lnTo>
                <a:lnTo>
                  <a:pt x="391008" y="1492432"/>
                </a:lnTo>
                <a:lnTo>
                  <a:pt x="412372" y="1513129"/>
                </a:lnTo>
                <a:lnTo>
                  <a:pt x="385226" y="1559088"/>
                </a:lnTo>
                <a:lnTo>
                  <a:pt x="333108" y="1570586"/>
                </a:lnTo>
                <a:lnTo>
                  <a:pt x="315795" y="1619907"/>
                </a:lnTo>
                <a:lnTo>
                  <a:pt x="318759" y="1659525"/>
                </a:lnTo>
                <a:lnTo>
                  <a:pt x="288533" y="1690701"/>
                </a:lnTo>
                <a:lnTo>
                  <a:pt x="288114" y="1758089"/>
                </a:lnTo>
                <a:lnTo>
                  <a:pt x="293423" y="1690863"/>
                </a:lnTo>
                <a:lnTo>
                  <a:pt x="314141" y="1688667"/>
                </a:lnTo>
                <a:lnTo>
                  <a:pt x="334644" y="1638902"/>
                </a:lnTo>
                <a:lnTo>
                  <a:pt x="346512" y="1631947"/>
                </a:lnTo>
                <a:lnTo>
                  <a:pt x="352919" y="1642568"/>
                </a:lnTo>
                <a:lnTo>
                  <a:pt x="358172" y="1628403"/>
                </a:lnTo>
                <a:lnTo>
                  <a:pt x="366955" y="1652539"/>
                </a:lnTo>
                <a:lnTo>
                  <a:pt x="345111" y="1717688"/>
                </a:lnTo>
                <a:lnTo>
                  <a:pt x="305500" y="1766590"/>
                </a:lnTo>
                <a:lnTo>
                  <a:pt x="334403" y="1792250"/>
                </a:lnTo>
                <a:lnTo>
                  <a:pt x="331112" y="1746496"/>
                </a:lnTo>
                <a:lnTo>
                  <a:pt x="367573" y="1754410"/>
                </a:lnTo>
                <a:lnTo>
                  <a:pt x="388645" y="1732837"/>
                </a:lnTo>
                <a:lnTo>
                  <a:pt x="388502" y="1630261"/>
                </a:lnTo>
                <a:lnTo>
                  <a:pt x="376037" y="1612241"/>
                </a:lnTo>
                <a:lnTo>
                  <a:pt x="428265" y="1530245"/>
                </a:lnTo>
                <a:lnTo>
                  <a:pt x="422094" y="1490403"/>
                </a:lnTo>
                <a:lnTo>
                  <a:pt x="384146" y="1473612"/>
                </a:lnTo>
                <a:lnTo>
                  <a:pt x="365417" y="1429452"/>
                </a:lnTo>
                <a:lnTo>
                  <a:pt x="374774" y="1397549"/>
                </a:lnTo>
                <a:lnTo>
                  <a:pt x="322139" y="1369588"/>
                </a:lnTo>
                <a:lnTo>
                  <a:pt x="303122" y="1329189"/>
                </a:lnTo>
                <a:lnTo>
                  <a:pt x="330271" y="1258633"/>
                </a:lnTo>
                <a:lnTo>
                  <a:pt x="315914" y="1231322"/>
                </a:lnTo>
                <a:lnTo>
                  <a:pt x="325072" y="1226613"/>
                </a:lnTo>
                <a:lnTo>
                  <a:pt x="308474" y="1215409"/>
                </a:lnTo>
                <a:lnTo>
                  <a:pt x="328737" y="1213125"/>
                </a:lnTo>
                <a:lnTo>
                  <a:pt x="317455" y="1190071"/>
                </a:lnTo>
                <a:lnTo>
                  <a:pt x="348776" y="1167496"/>
                </a:lnTo>
                <a:lnTo>
                  <a:pt x="339253" y="1165939"/>
                </a:lnTo>
                <a:lnTo>
                  <a:pt x="344934" y="1152625"/>
                </a:lnTo>
                <a:lnTo>
                  <a:pt x="505989" y="1182851"/>
                </a:lnTo>
                <a:lnTo>
                  <a:pt x="580682" y="1181122"/>
                </a:lnTo>
                <a:lnTo>
                  <a:pt x="612782" y="1197662"/>
                </a:lnTo>
                <a:lnTo>
                  <a:pt x="625227" y="1181408"/>
                </a:lnTo>
                <a:lnTo>
                  <a:pt x="650053" y="1178199"/>
                </a:lnTo>
                <a:lnTo>
                  <a:pt x="707366" y="1188814"/>
                </a:lnTo>
                <a:lnTo>
                  <a:pt x="700580" y="1203887"/>
                </a:lnTo>
                <a:lnTo>
                  <a:pt x="623845" y="1241140"/>
                </a:lnTo>
                <a:lnTo>
                  <a:pt x="621000" y="1267082"/>
                </a:lnTo>
                <a:lnTo>
                  <a:pt x="659521" y="1312366"/>
                </a:lnTo>
                <a:lnTo>
                  <a:pt x="662044" y="1334500"/>
                </a:lnTo>
                <a:lnTo>
                  <a:pt x="658778" y="1304326"/>
                </a:lnTo>
                <a:lnTo>
                  <a:pt x="624615" y="1266437"/>
                </a:lnTo>
                <a:lnTo>
                  <a:pt x="629614" y="1239609"/>
                </a:lnTo>
                <a:lnTo>
                  <a:pt x="703446" y="1234020"/>
                </a:lnTo>
                <a:lnTo>
                  <a:pt x="739405" y="1191433"/>
                </a:lnTo>
                <a:lnTo>
                  <a:pt x="718032" y="1196167"/>
                </a:lnTo>
                <a:lnTo>
                  <a:pt x="705186" y="1159911"/>
                </a:lnTo>
                <a:lnTo>
                  <a:pt x="728189" y="1161745"/>
                </a:lnTo>
                <a:lnTo>
                  <a:pt x="704043" y="1153163"/>
                </a:lnTo>
                <a:lnTo>
                  <a:pt x="697244" y="1122690"/>
                </a:lnTo>
                <a:lnTo>
                  <a:pt x="662319" y="1108478"/>
                </a:lnTo>
                <a:lnTo>
                  <a:pt x="663588" y="1092582"/>
                </a:lnTo>
                <a:lnTo>
                  <a:pt x="681159" y="1105037"/>
                </a:lnTo>
                <a:lnTo>
                  <a:pt x="672484" y="1084709"/>
                </a:lnTo>
                <a:lnTo>
                  <a:pt x="694877" y="1083218"/>
                </a:lnTo>
                <a:lnTo>
                  <a:pt x="717617" y="1099867"/>
                </a:lnTo>
                <a:lnTo>
                  <a:pt x="702222" y="1112104"/>
                </a:lnTo>
                <a:lnTo>
                  <a:pt x="715838" y="1107626"/>
                </a:lnTo>
                <a:lnTo>
                  <a:pt x="715784" y="1120301"/>
                </a:lnTo>
                <a:lnTo>
                  <a:pt x="720170" y="1104147"/>
                </a:lnTo>
                <a:lnTo>
                  <a:pt x="732718" y="1108753"/>
                </a:lnTo>
                <a:lnTo>
                  <a:pt x="699853" y="1074736"/>
                </a:lnTo>
                <a:lnTo>
                  <a:pt x="714331" y="1069155"/>
                </a:lnTo>
                <a:lnTo>
                  <a:pt x="662888" y="1045462"/>
                </a:lnTo>
                <a:lnTo>
                  <a:pt x="685009" y="1032645"/>
                </a:lnTo>
                <a:lnTo>
                  <a:pt x="684949" y="1018018"/>
                </a:lnTo>
                <a:lnTo>
                  <a:pt x="725013" y="1062846"/>
                </a:lnTo>
                <a:lnTo>
                  <a:pt x="718023" y="1044859"/>
                </a:lnTo>
                <a:lnTo>
                  <a:pt x="734302" y="1044340"/>
                </a:lnTo>
                <a:lnTo>
                  <a:pt x="757847" y="1010759"/>
                </a:lnTo>
                <a:lnTo>
                  <a:pt x="748268" y="1001840"/>
                </a:lnTo>
                <a:lnTo>
                  <a:pt x="761848" y="1000855"/>
                </a:lnTo>
                <a:lnTo>
                  <a:pt x="767030" y="1015010"/>
                </a:lnTo>
                <a:lnTo>
                  <a:pt x="781030" y="1000851"/>
                </a:lnTo>
                <a:lnTo>
                  <a:pt x="738298" y="984177"/>
                </a:lnTo>
                <a:lnTo>
                  <a:pt x="746478" y="970519"/>
                </a:lnTo>
                <a:lnTo>
                  <a:pt x="791548" y="990001"/>
                </a:lnTo>
                <a:lnTo>
                  <a:pt x="868279" y="933150"/>
                </a:lnTo>
                <a:lnTo>
                  <a:pt x="889581" y="947282"/>
                </a:lnTo>
                <a:lnTo>
                  <a:pt x="887744" y="936534"/>
                </a:lnTo>
                <a:lnTo>
                  <a:pt x="909257" y="937226"/>
                </a:lnTo>
                <a:lnTo>
                  <a:pt x="905500" y="926800"/>
                </a:lnTo>
                <a:lnTo>
                  <a:pt x="954201" y="917911"/>
                </a:lnTo>
                <a:lnTo>
                  <a:pt x="988077" y="927871"/>
                </a:lnTo>
                <a:lnTo>
                  <a:pt x="996090" y="912150"/>
                </a:lnTo>
                <a:lnTo>
                  <a:pt x="1115900" y="894574"/>
                </a:lnTo>
                <a:lnTo>
                  <a:pt x="1091443" y="885949"/>
                </a:lnTo>
                <a:lnTo>
                  <a:pt x="1083869" y="898770"/>
                </a:lnTo>
                <a:lnTo>
                  <a:pt x="1078665" y="879886"/>
                </a:lnTo>
                <a:lnTo>
                  <a:pt x="1058012" y="892182"/>
                </a:lnTo>
                <a:lnTo>
                  <a:pt x="1072882" y="860245"/>
                </a:lnTo>
                <a:lnTo>
                  <a:pt x="1088210" y="859892"/>
                </a:lnTo>
                <a:lnTo>
                  <a:pt x="1086517" y="875634"/>
                </a:lnTo>
                <a:lnTo>
                  <a:pt x="1115261" y="871238"/>
                </a:lnTo>
                <a:lnTo>
                  <a:pt x="1101108" y="856867"/>
                </a:lnTo>
                <a:lnTo>
                  <a:pt x="1134625" y="861740"/>
                </a:lnTo>
                <a:lnTo>
                  <a:pt x="1137863" y="873572"/>
                </a:lnTo>
                <a:lnTo>
                  <a:pt x="1152404" y="864032"/>
                </a:lnTo>
                <a:lnTo>
                  <a:pt x="1144871" y="856024"/>
                </a:lnTo>
                <a:lnTo>
                  <a:pt x="1208252" y="864138"/>
                </a:lnTo>
                <a:lnTo>
                  <a:pt x="1223374" y="874768"/>
                </a:lnTo>
                <a:lnTo>
                  <a:pt x="1190957" y="904756"/>
                </a:lnTo>
                <a:lnTo>
                  <a:pt x="1198765" y="910721"/>
                </a:lnTo>
                <a:lnTo>
                  <a:pt x="1238856" y="886301"/>
                </a:lnTo>
                <a:lnTo>
                  <a:pt x="1234784" y="910195"/>
                </a:lnTo>
                <a:lnTo>
                  <a:pt x="1253490" y="908253"/>
                </a:lnTo>
                <a:lnTo>
                  <a:pt x="1275183" y="883349"/>
                </a:lnTo>
                <a:lnTo>
                  <a:pt x="1271165" y="902055"/>
                </a:lnTo>
                <a:lnTo>
                  <a:pt x="1303129" y="893607"/>
                </a:lnTo>
                <a:lnTo>
                  <a:pt x="1293884" y="877618"/>
                </a:lnTo>
                <a:lnTo>
                  <a:pt x="1320279" y="876956"/>
                </a:lnTo>
                <a:lnTo>
                  <a:pt x="1311200" y="867828"/>
                </a:lnTo>
                <a:lnTo>
                  <a:pt x="1353017" y="848334"/>
                </a:lnTo>
                <a:lnTo>
                  <a:pt x="1347764" y="858560"/>
                </a:lnTo>
                <a:lnTo>
                  <a:pt x="1373353" y="855852"/>
                </a:lnTo>
                <a:lnTo>
                  <a:pt x="1366139" y="865680"/>
                </a:lnTo>
                <a:lnTo>
                  <a:pt x="1389862" y="867398"/>
                </a:lnTo>
                <a:lnTo>
                  <a:pt x="1385512" y="877366"/>
                </a:lnTo>
                <a:lnTo>
                  <a:pt x="1398661" y="885133"/>
                </a:lnTo>
                <a:lnTo>
                  <a:pt x="1389290" y="930167"/>
                </a:lnTo>
                <a:lnTo>
                  <a:pt x="1405903" y="905516"/>
                </a:lnTo>
                <a:lnTo>
                  <a:pt x="1404735" y="877361"/>
                </a:lnTo>
                <a:lnTo>
                  <a:pt x="1390786" y="847884"/>
                </a:lnTo>
                <a:lnTo>
                  <a:pt x="1363184" y="832665"/>
                </a:lnTo>
                <a:lnTo>
                  <a:pt x="1355303" y="806889"/>
                </a:lnTo>
                <a:lnTo>
                  <a:pt x="1425454" y="816492"/>
                </a:lnTo>
                <a:lnTo>
                  <a:pt x="1451695" y="803330"/>
                </a:lnTo>
                <a:lnTo>
                  <a:pt x="1459812" y="816664"/>
                </a:lnTo>
                <a:lnTo>
                  <a:pt x="1519820" y="827761"/>
                </a:lnTo>
                <a:lnTo>
                  <a:pt x="1452971" y="800854"/>
                </a:lnTo>
                <a:lnTo>
                  <a:pt x="1469466" y="765618"/>
                </a:lnTo>
                <a:lnTo>
                  <a:pt x="1451698" y="754271"/>
                </a:lnTo>
                <a:lnTo>
                  <a:pt x="1454007" y="731656"/>
                </a:lnTo>
                <a:lnTo>
                  <a:pt x="1467483" y="729788"/>
                </a:lnTo>
                <a:lnTo>
                  <a:pt x="1467191" y="711420"/>
                </a:lnTo>
                <a:lnTo>
                  <a:pt x="1555912" y="617793"/>
                </a:lnTo>
                <a:lnTo>
                  <a:pt x="1574108" y="621283"/>
                </a:lnTo>
                <a:lnTo>
                  <a:pt x="1604724" y="602465"/>
                </a:lnTo>
                <a:lnTo>
                  <a:pt x="1605314" y="612797"/>
                </a:lnTo>
                <a:lnTo>
                  <a:pt x="1625901" y="606089"/>
                </a:lnTo>
                <a:lnTo>
                  <a:pt x="1654314" y="630618"/>
                </a:lnTo>
                <a:lnTo>
                  <a:pt x="1678504" y="624158"/>
                </a:lnTo>
                <a:lnTo>
                  <a:pt x="1700486" y="654381"/>
                </a:lnTo>
                <a:lnTo>
                  <a:pt x="1675972" y="656653"/>
                </a:lnTo>
                <a:lnTo>
                  <a:pt x="1663756" y="678657"/>
                </a:lnTo>
                <a:lnTo>
                  <a:pt x="1604417" y="707595"/>
                </a:lnTo>
                <a:lnTo>
                  <a:pt x="1686987" y="692434"/>
                </a:lnTo>
                <a:lnTo>
                  <a:pt x="1666866" y="720411"/>
                </a:lnTo>
                <a:lnTo>
                  <a:pt x="1730318" y="703000"/>
                </a:lnTo>
                <a:lnTo>
                  <a:pt x="1763887" y="720846"/>
                </a:lnTo>
                <a:lnTo>
                  <a:pt x="1730826" y="758254"/>
                </a:lnTo>
                <a:lnTo>
                  <a:pt x="1728072" y="784905"/>
                </a:lnTo>
                <a:lnTo>
                  <a:pt x="1717060" y="778555"/>
                </a:lnTo>
                <a:lnTo>
                  <a:pt x="1719513" y="794097"/>
                </a:lnTo>
                <a:lnTo>
                  <a:pt x="1787480" y="782683"/>
                </a:lnTo>
                <a:lnTo>
                  <a:pt x="1788393" y="748971"/>
                </a:lnTo>
                <a:lnTo>
                  <a:pt x="1856468" y="736470"/>
                </a:lnTo>
                <a:lnTo>
                  <a:pt x="1889377" y="743093"/>
                </a:lnTo>
                <a:lnTo>
                  <a:pt x="1936022" y="724003"/>
                </a:lnTo>
                <a:lnTo>
                  <a:pt x="1939535" y="736790"/>
                </a:lnTo>
                <a:lnTo>
                  <a:pt x="1960017" y="733000"/>
                </a:lnTo>
                <a:lnTo>
                  <a:pt x="1958925" y="745516"/>
                </a:lnTo>
                <a:lnTo>
                  <a:pt x="1996549" y="762130"/>
                </a:lnTo>
                <a:lnTo>
                  <a:pt x="1982709" y="786548"/>
                </a:lnTo>
                <a:lnTo>
                  <a:pt x="1999812" y="764473"/>
                </a:lnTo>
                <a:lnTo>
                  <a:pt x="2026820" y="779531"/>
                </a:lnTo>
                <a:lnTo>
                  <a:pt x="2027383" y="796949"/>
                </a:lnTo>
                <a:lnTo>
                  <a:pt x="2017940" y="797461"/>
                </a:lnTo>
                <a:lnTo>
                  <a:pt x="2038066" y="809852"/>
                </a:lnTo>
                <a:lnTo>
                  <a:pt x="2027128" y="828253"/>
                </a:lnTo>
                <a:lnTo>
                  <a:pt x="2045582" y="821722"/>
                </a:lnTo>
                <a:lnTo>
                  <a:pt x="2047139" y="804662"/>
                </a:lnTo>
                <a:lnTo>
                  <a:pt x="2060411" y="810229"/>
                </a:lnTo>
                <a:lnTo>
                  <a:pt x="2037999" y="790191"/>
                </a:lnTo>
                <a:lnTo>
                  <a:pt x="2053447" y="786018"/>
                </a:lnTo>
                <a:lnTo>
                  <a:pt x="2077564" y="851141"/>
                </a:lnTo>
                <a:lnTo>
                  <a:pt x="2089383" y="834427"/>
                </a:lnTo>
                <a:lnTo>
                  <a:pt x="2097586" y="847317"/>
                </a:lnTo>
                <a:lnTo>
                  <a:pt x="2091738" y="902358"/>
                </a:lnTo>
                <a:lnTo>
                  <a:pt x="2090897" y="882592"/>
                </a:lnTo>
                <a:lnTo>
                  <a:pt x="2062902" y="883486"/>
                </a:lnTo>
                <a:lnTo>
                  <a:pt x="2021861" y="863126"/>
                </a:lnTo>
                <a:lnTo>
                  <a:pt x="2052306" y="880740"/>
                </a:lnTo>
                <a:lnTo>
                  <a:pt x="2054366" y="906768"/>
                </a:lnTo>
                <a:lnTo>
                  <a:pt x="2073808" y="886898"/>
                </a:lnTo>
                <a:lnTo>
                  <a:pt x="2078241" y="903291"/>
                </a:lnTo>
                <a:lnTo>
                  <a:pt x="2101880" y="913517"/>
                </a:lnTo>
                <a:lnTo>
                  <a:pt x="2102765" y="944142"/>
                </a:lnTo>
                <a:lnTo>
                  <a:pt x="2075663" y="1000055"/>
                </a:lnTo>
                <a:lnTo>
                  <a:pt x="2041719" y="1026235"/>
                </a:lnTo>
                <a:lnTo>
                  <a:pt x="2028645" y="1064981"/>
                </a:lnTo>
                <a:lnTo>
                  <a:pt x="2008793" y="1064479"/>
                </a:lnTo>
                <a:lnTo>
                  <a:pt x="1989709" y="1092414"/>
                </a:lnTo>
                <a:lnTo>
                  <a:pt x="1958125" y="1106493"/>
                </a:lnTo>
                <a:lnTo>
                  <a:pt x="1955028" y="1128474"/>
                </a:lnTo>
                <a:lnTo>
                  <a:pt x="1921991" y="1143518"/>
                </a:lnTo>
                <a:lnTo>
                  <a:pt x="1943827" y="1141901"/>
                </a:lnTo>
                <a:lnTo>
                  <a:pt x="1942373" y="1160890"/>
                </a:lnTo>
                <a:lnTo>
                  <a:pt x="1898747" y="1198620"/>
                </a:lnTo>
                <a:lnTo>
                  <a:pt x="1856382" y="1270391"/>
                </a:lnTo>
                <a:lnTo>
                  <a:pt x="1806092" y="1279133"/>
                </a:lnTo>
                <a:lnTo>
                  <a:pt x="1790980" y="1329196"/>
                </a:lnTo>
                <a:lnTo>
                  <a:pt x="1751648" y="1344759"/>
                </a:lnTo>
                <a:lnTo>
                  <a:pt x="1742869" y="1393054"/>
                </a:lnTo>
                <a:lnTo>
                  <a:pt x="1702745" y="1438014"/>
                </a:lnTo>
                <a:lnTo>
                  <a:pt x="1726228" y="1435648"/>
                </a:lnTo>
                <a:lnTo>
                  <a:pt x="1755143" y="1400727"/>
                </a:lnTo>
                <a:lnTo>
                  <a:pt x="1792520" y="1418461"/>
                </a:lnTo>
                <a:lnTo>
                  <a:pt x="1817567" y="1411603"/>
                </a:lnTo>
                <a:lnTo>
                  <a:pt x="1765409" y="1395428"/>
                </a:lnTo>
                <a:lnTo>
                  <a:pt x="1768157" y="1357871"/>
                </a:lnTo>
                <a:lnTo>
                  <a:pt x="1793899" y="1363919"/>
                </a:lnTo>
                <a:lnTo>
                  <a:pt x="1878932" y="1340268"/>
                </a:lnTo>
                <a:lnTo>
                  <a:pt x="1873034" y="1327069"/>
                </a:lnTo>
                <a:lnTo>
                  <a:pt x="1925646" y="1305078"/>
                </a:lnTo>
                <a:lnTo>
                  <a:pt x="1923059" y="1291064"/>
                </a:lnTo>
                <a:lnTo>
                  <a:pt x="1935838" y="1298660"/>
                </a:lnTo>
                <a:lnTo>
                  <a:pt x="1920249" y="1276895"/>
                </a:lnTo>
                <a:lnTo>
                  <a:pt x="1951348" y="1289954"/>
                </a:lnTo>
                <a:lnTo>
                  <a:pt x="2012027" y="1239262"/>
                </a:lnTo>
                <a:lnTo>
                  <a:pt x="2022679" y="1256009"/>
                </a:lnTo>
                <a:lnTo>
                  <a:pt x="1998094" y="1291102"/>
                </a:lnTo>
                <a:lnTo>
                  <a:pt x="1977286" y="1295545"/>
                </a:lnTo>
                <a:lnTo>
                  <a:pt x="2004673" y="1312386"/>
                </a:lnTo>
                <a:lnTo>
                  <a:pt x="1996543" y="1329765"/>
                </a:lnTo>
                <a:lnTo>
                  <a:pt x="2017426" y="1329547"/>
                </a:lnTo>
                <a:lnTo>
                  <a:pt x="2028111" y="1349242"/>
                </a:lnTo>
                <a:lnTo>
                  <a:pt x="2016986" y="1378691"/>
                </a:lnTo>
                <a:lnTo>
                  <a:pt x="2025508" y="1417066"/>
                </a:lnTo>
                <a:lnTo>
                  <a:pt x="2065546" y="1439174"/>
                </a:lnTo>
                <a:lnTo>
                  <a:pt x="2056686" y="1464807"/>
                </a:lnTo>
                <a:lnTo>
                  <a:pt x="2086655" y="1470283"/>
                </a:lnTo>
                <a:lnTo>
                  <a:pt x="2103974" y="1498290"/>
                </a:lnTo>
                <a:lnTo>
                  <a:pt x="2117865" y="1497770"/>
                </a:lnTo>
                <a:lnTo>
                  <a:pt x="2140700" y="1624374"/>
                </a:lnTo>
                <a:lnTo>
                  <a:pt x="2188828" y="1645400"/>
                </a:lnTo>
                <a:lnTo>
                  <a:pt x="2168646" y="1692647"/>
                </a:lnTo>
                <a:lnTo>
                  <a:pt x="2156226" y="1684378"/>
                </a:lnTo>
                <a:lnTo>
                  <a:pt x="2117009" y="1728568"/>
                </a:lnTo>
                <a:lnTo>
                  <a:pt x="2069368" y="1746217"/>
                </a:lnTo>
                <a:lnTo>
                  <a:pt x="2046763" y="1780251"/>
                </a:lnTo>
                <a:lnTo>
                  <a:pt x="2062307" y="1815008"/>
                </a:lnTo>
                <a:lnTo>
                  <a:pt x="2021835" y="1829896"/>
                </a:lnTo>
                <a:lnTo>
                  <a:pt x="2005659" y="1862258"/>
                </a:lnTo>
                <a:lnTo>
                  <a:pt x="2024635" y="1892106"/>
                </a:lnTo>
                <a:lnTo>
                  <a:pt x="2013475" y="1940514"/>
                </a:lnTo>
                <a:lnTo>
                  <a:pt x="1950270" y="1934008"/>
                </a:lnTo>
                <a:lnTo>
                  <a:pt x="1930290" y="1968295"/>
                </a:lnTo>
                <a:lnTo>
                  <a:pt x="1862272" y="2005320"/>
                </a:lnTo>
                <a:lnTo>
                  <a:pt x="1836144" y="1998252"/>
                </a:lnTo>
                <a:lnTo>
                  <a:pt x="1817917" y="2028081"/>
                </a:lnTo>
                <a:lnTo>
                  <a:pt x="1877726" y="2123549"/>
                </a:lnTo>
                <a:lnTo>
                  <a:pt x="1899330" y="2398105"/>
                </a:lnTo>
                <a:lnTo>
                  <a:pt x="1891465" y="2417793"/>
                </a:lnTo>
                <a:lnTo>
                  <a:pt x="1878253" y="2412007"/>
                </a:lnTo>
                <a:lnTo>
                  <a:pt x="1848728" y="2436171"/>
                </a:lnTo>
                <a:lnTo>
                  <a:pt x="1839076" y="2459711"/>
                </a:lnTo>
                <a:lnTo>
                  <a:pt x="1813734" y="2465570"/>
                </a:lnTo>
                <a:lnTo>
                  <a:pt x="1853282" y="2485596"/>
                </a:lnTo>
                <a:lnTo>
                  <a:pt x="1851489" y="2504926"/>
                </a:lnTo>
                <a:lnTo>
                  <a:pt x="1864179" y="2502159"/>
                </a:lnTo>
                <a:lnTo>
                  <a:pt x="1879717" y="2559964"/>
                </a:lnTo>
                <a:lnTo>
                  <a:pt x="1865202" y="2579824"/>
                </a:lnTo>
                <a:lnTo>
                  <a:pt x="1869150" y="2612589"/>
                </a:lnTo>
                <a:lnTo>
                  <a:pt x="1886756" y="2619500"/>
                </a:lnTo>
                <a:lnTo>
                  <a:pt x="1898997" y="2645101"/>
                </a:lnTo>
                <a:lnTo>
                  <a:pt x="1900993" y="2706961"/>
                </a:lnTo>
                <a:lnTo>
                  <a:pt x="1945109" y="2733898"/>
                </a:lnTo>
                <a:lnTo>
                  <a:pt x="1937562" y="2758191"/>
                </a:lnTo>
                <a:lnTo>
                  <a:pt x="1921481" y="2756480"/>
                </a:lnTo>
                <a:lnTo>
                  <a:pt x="1909084" y="2773308"/>
                </a:lnTo>
                <a:lnTo>
                  <a:pt x="1915133" y="2791936"/>
                </a:lnTo>
                <a:lnTo>
                  <a:pt x="1878562" y="2827042"/>
                </a:lnTo>
                <a:lnTo>
                  <a:pt x="1899472" y="2857739"/>
                </a:lnTo>
                <a:lnTo>
                  <a:pt x="1877765" y="2852886"/>
                </a:lnTo>
                <a:lnTo>
                  <a:pt x="1883365" y="2866302"/>
                </a:lnTo>
                <a:lnTo>
                  <a:pt x="1871616" y="2871358"/>
                </a:lnTo>
                <a:lnTo>
                  <a:pt x="1864747" y="2911750"/>
                </a:lnTo>
                <a:lnTo>
                  <a:pt x="1872989" y="2929964"/>
                </a:lnTo>
                <a:lnTo>
                  <a:pt x="1898807" y="2927526"/>
                </a:lnTo>
                <a:lnTo>
                  <a:pt x="1900252" y="2941563"/>
                </a:lnTo>
                <a:lnTo>
                  <a:pt x="1935347" y="2930679"/>
                </a:lnTo>
                <a:lnTo>
                  <a:pt x="1935757" y="2918141"/>
                </a:lnTo>
                <a:lnTo>
                  <a:pt x="1998287" y="2960729"/>
                </a:lnTo>
                <a:lnTo>
                  <a:pt x="2019609" y="2949878"/>
                </a:lnTo>
                <a:lnTo>
                  <a:pt x="2051056" y="2969392"/>
                </a:lnTo>
                <a:lnTo>
                  <a:pt x="2065046" y="2955044"/>
                </a:lnTo>
                <a:lnTo>
                  <a:pt x="2082193" y="2989990"/>
                </a:lnTo>
                <a:lnTo>
                  <a:pt x="2031782" y="3005224"/>
                </a:lnTo>
                <a:lnTo>
                  <a:pt x="2024064" y="3030684"/>
                </a:lnTo>
                <a:lnTo>
                  <a:pt x="2001149" y="3015906"/>
                </a:lnTo>
                <a:lnTo>
                  <a:pt x="1984687" y="3029361"/>
                </a:lnTo>
                <a:lnTo>
                  <a:pt x="1953674" y="3014013"/>
                </a:lnTo>
                <a:lnTo>
                  <a:pt x="1963070" y="3039866"/>
                </a:lnTo>
                <a:lnTo>
                  <a:pt x="1946213" y="3106054"/>
                </a:lnTo>
                <a:lnTo>
                  <a:pt x="1966666" y="3127777"/>
                </a:lnTo>
                <a:lnTo>
                  <a:pt x="1963169" y="3141120"/>
                </a:lnTo>
                <a:lnTo>
                  <a:pt x="1943371" y="3138876"/>
                </a:lnTo>
                <a:lnTo>
                  <a:pt x="1944141" y="3177223"/>
                </a:lnTo>
                <a:lnTo>
                  <a:pt x="1921788" y="3189292"/>
                </a:lnTo>
                <a:lnTo>
                  <a:pt x="1960303" y="3257214"/>
                </a:lnTo>
                <a:lnTo>
                  <a:pt x="1986290" y="3268302"/>
                </a:lnTo>
                <a:lnTo>
                  <a:pt x="1952441" y="3334132"/>
                </a:lnTo>
                <a:lnTo>
                  <a:pt x="1963110" y="3338774"/>
                </a:lnTo>
                <a:lnTo>
                  <a:pt x="1963295" y="3376135"/>
                </a:lnTo>
                <a:lnTo>
                  <a:pt x="1923068" y="3417010"/>
                </a:lnTo>
                <a:lnTo>
                  <a:pt x="1929293" y="3443656"/>
                </a:lnTo>
                <a:lnTo>
                  <a:pt x="1918371" y="3456978"/>
                </a:lnTo>
                <a:lnTo>
                  <a:pt x="1881904" y="3476504"/>
                </a:lnTo>
                <a:lnTo>
                  <a:pt x="1872804" y="3498385"/>
                </a:lnTo>
                <a:lnTo>
                  <a:pt x="1832975" y="3514642"/>
                </a:lnTo>
                <a:lnTo>
                  <a:pt x="1854467" y="3544017"/>
                </a:lnTo>
                <a:lnTo>
                  <a:pt x="1821110" y="3566499"/>
                </a:lnTo>
                <a:lnTo>
                  <a:pt x="1824648" y="3600506"/>
                </a:lnTo>
                <a:lnTo>
                  <a:pt x="1810192" y="3611007"/>
                </a:lnTo>
                <a:lnTo>
                  <a:pt x="1823471" y="3626102"/>
                </a:lnTo>
                <a:lnTo>
                  <a:pt x="1818187" y="3647651"/>
                </a:lnTo>
                <a:lnTo>
                  <a:pt x="1834094" y="3690538"/>
                </a:lnTo>
                <a:lnTo>
                  <a:pt x="1855772" y="3707829"/>
                </a:lnTo>
                <a:lnTo>
                  <a:pt x="1910090" y="3713484"/>
                </a:lnTo>
                <a:lnTo>
                  <a:pt x="1917236" y="3788155"/>
                </a:lnTo>
                <a:lnTo>
                  <a:pt x="1874464" y="3793436"/>
                </a:lnTo>
                <a:lnTo>
                  <a:pt x="1855563" y="3821591"/>
                </a:lnTo>
                <a:lnTo>
                  <a:pt x="1875215" y="3862478"/>
                </a:lnTo>
                <a:lnTo>
                  <a:pt x="1898759" y="3867128"/>
                </a:lnTo>
                <a:lnTo>
                  <a:pt x="1915029" y="3928776"/>
                </a:lnTo>
                <a:lnTo>
                  <a:pt x="1866357" y="3974985"/>
                </a:lnTo>
                <a:lnTo>
                  <a:pt x="1873179" y="4005131"/>
                </a:lnTo>
                <a:lnTo>
                  <a:pt x="1837298" y="4025572"/>
                </a:lnTo>
                <a:lnTo>
                  <a:pt x="1812758" y="3998151"/>
                </a:lnTo>
                <a:lnTo>
                  <a:pt x="1779602" y="4004369"/>
                </a:lnTo>
                <a:lnTo>
                  <a:pt x="1780917" y="3974161"/>
                </a:lnTo>
                <a:lnTo>
                  <a:pt x="1752551" y="3972739"/>
                </a:lnTo>
                <a:lnTo>
                  <a:pt x="1729798" y="3951401"/>
                </a:lnTo>
                <a:lnTo>
                  <a:pt x="1716300" y="3924912"/>
                </a:lnTo>
                <a:lnTo>
                  <a:pt x="1722941" y="3909700"/>
                </a:lnTo>
                <a:lnTo>
                  <a:pt x="1693017" y="3900312"/>
                </a:lnTo>
                <a:lnTo>
                  <a:pt x="1677035" y="3920249"/>
                </a:lnTo>
                <a:lnTo>
                  <a:pt x="1648126" y="3926693"/>
                </a:lnTo>
                <a:lnTo>
                  <a:pt x="1637962" y="3948166"/>
                </a:lnTo>
                <a:lnTo>
                  <a:pt x="1650512" y="4012994"/>
                </a:lnTo>
                <a:lnTo>
                  <a:pt x="1620505" y="4050985"/>
                </a:lnTo>
                <a:lnTo>
                  <a:pt x="1574408" y="4070671"/>
                </a:lnTo>
                <a:lnTo>
                  <a:pt x="1558892" y="4107947"/>
                </a:lnTo>
                <a:lnTo>
                  <a:pt x="1536343" y="4109535"/>
                </a:lnTo>
                <a:lnTo>
                  <a:pt x="1519266" y="4128479"/>
                </a:lnTo>
                <a:lnTo>
                  <a:pt x="1511373" y="4169744"/>
                </a:lnTo>
                <a:lnTo>
                  <a:pt x="1490156" y="4172624"/>
                </a:lnTo>
                <a:lnTo>
                  <a:pt x="1489517" y="4211770"/>
                </a:lnTo>
                <a:lnTo>
                  <a:pt x="1505343" y="4244029"/>
                </a:lnTo>
                <a:lnTo>
                  <a:pt x="1484899" y="4261947"/>
                </a:lnTo>
                <a:lnTo>
                  <a:pt x="1450687" y="4234918"/>
                </a:lnTo>
                <a:lnTo>
                  <a:pt x="1414969" y="4136880"/>
                </a:lnTo>
                <a:lnTo>
                  <a:pt x="1381870" y="4135493"/>
                </a:lnTo>
                <a:lnTo>
                  <a:pt x="1354144" y="4188634"/>
                </a:lnTo>
                <a:lnTo>
                  <a:pt x="1308835" y="4202114"/>
                </a:lnTo>
                <a:lnTo>
                  <a:pt x="1287835" y="4188853"/>
                </a:lnTo>
                <a:lnTo>
                  <a:pt x="1208496" y="4183466"/>
                </a:lnTo>
                <a:lnTo>
                  <a:pt x="1145671" y="4323172"/>
                </a:lnTo>
                <a:lnTo>
                  <a:pt x="1172178" y="4341699"/>
                </a:lnTo>
                <a:lnTo>
                  <a:pt x="1157806" y="4367777"/>
                </a:lnTo>
                <a:lnTo>
                  <a:pt x="1186666" y="4374459"/>
                </a:lnTo>
                <a:lnTo>
                  <a:pt x="1182943" y="4415168"/>
                </a:lnTo>
                <a:lnTo>
                  <a:pt x="1195572" y="4418426"/>
                </a:lnTo>
                <a:lnTo>
                  <a:pt x="1194902" y="4443243"/>
                </a:lnTo>
                <a:lnTo>
                  <a:pt x="1163206" y="4447471"/>
                </a:lnTo>
                <a:lnTo>
                  <a:pt x="1163185" y="4482334"/>
                </a:lnTo>
                <a:lnTo>
                  <a:pt x="1138798" y="4508163"/>
                </a:lnTo>
                <a:lnTo>
                  <a:pt x="1115931" y="4497842"/>
                </a:lnTo>
                <a:lnTo>
                  <a:pt x="1096994" y="4541765"/>
                </a:lnTo>
                <a:lnTo>
                  <a:pt x="1076335" y="4557894"/>
                </a:lnTo>
                <a:lnTo>
                  <a:pt x="1088194" y="4640095"/>
                </a:lnTo>
                <a:lnTo>
                  <a:pt x="1065442" y="4652181"/>
                </a:lnTo>
                <a:lnTo>
                  <a:pt x="1050503" y="4695185"/>
                </a:lnTo>
                <a:lnTo>
                  <a:pt x="1063157" y="4715090"/>
                </a:lnTo>
                <a:lnTo>
                  <a:pt x="1044508" y="4788625"/>
                </a:lnTo>
                <a:lnTo>
                  <a:pt x="990848" y="4775509"/>
                </a:lnTo>
                <a:lnTo>
                  <a:pt x="973717" y="4806727"/>
                </a:lnTo>
                <a:lnTo>
                  <a:pt x="953083" y="4806403"/>
                </a:lnTo>
                <a:lnTo>
                  <a:pt x="943537" y="4826760"/>
                </a:lnTo>
                <a:lnTo>
                  <a:pt x="984589" y="4865290"/>
                </a:lnTo>
                <a:lnTo>
                  <a:pt x="983127" y="4881561"/>
                </a:lnTo>
                <a:lnTo>
                  <a:pt x="1029332" y="4942613"/>
                </a:lnTo>
                <a:lnTo>
                  <a:pt x="1048427" y="4952072"/>
                </a:lnTo>
                <a:lnTo>
                  <a:pt x="1044798" y="4967197"/>
                </a:lnTo>
                <a:lnTo>
                  <a:pt x="1020943" y="4974389"/>
                </a:lnTo>
                <a:lnTo>
                  <a:pt x="1002267" y="4953646"/>
                </a:lnTo>
                <a:lnTo>
                  <a:pt x="981759" y="4983390"/>
                </a:lnTo>
                <a:lnTo>
                  <a:pt x="945892" y="4968264"/>
                </a:lnTo>
                <a:lnTo>
                  <a:pt x="904561" y="4993082"/>
                </a:lnTo>
                <a:lnTo>
                  <a:pt x="890729" y="4976504"/>
                </a:lnTo>
                <a:lnTo>
                  <a:pt x="866958" y="4989456"/>
                </a:lnTo>
                <a:lnTo>
                  <a:pt x="832676" y="4985897"/>
                </a:lnTo>
                <a:lnTo>
                  <a:pt x="814649" y="4998543"/>
                </a:lnTo>
                <a:lnTo>
                  <a:pt x="826332" y="5012350"/>
                </a:lnTo>
                <a:lnTo>
                  <a:pt x="800670" y="5070987"/>
                </a:lnTo>
                <a:lnTo>
                  <a:pt x="759246" y="5080351"/>
                </a:lnTo>
                <a:lnTo>
                  <a:pt x="695002" y="5190836"/>
                </a:lnTo>
                <a:lnTo>
                  <a:pt x="658886" y="5203383"/>
                </a:lnTo>
                <a:lnTo>
                  <a:pt x="596675" y="5251630"/>
                </a:lnTo>
                <a:lnTo>
                  <a:pt x="555353" y="5257225"/>
                </a:lnTo>
                <a:lnTo>
                  <a:pt x="496678" y="5248236"/>
                </a:lnTo>
                <a:lnTo>
                  <a:pt x="399745" y="5208343"/>
                </a:lnTo>
                <a:lnTo>
                  <a:pt x="370512" y="5210900"/>
                </a:lnTo>
                <a:lnTo>
                  <a:pt x="361768" y="5179618"/>
                </a:lnTo>
                <a:lnTo>
                  <a:pt x="335530" y="5154689"/>
                </a:lnTo>
                <a:lnTo>
                  <a:pt x="367565" y="5107858"/>
                </a:lnTo>
                <a:lnTo>
                  <a:pt x="454776" y="5042951"/>
                </a:lnTo>
                <a:lnTo>
                  <a:pt x="454707" y="5003858"/>
                </a:lnTo>
                <a:lnTo>
                  <a:pt x="490493" y="4993245"/>
                </a:lnTo>
                <a:lnTo>
                  <a:pt x="515266" y="4960187"/>
                </a:lnTo>
                <a:lnTo>
                  <a:pt x="477860" y="4925354"/>
                </a:lnTo>
                <a:lnTo>
                  <a:pt x="469431" y="4867746"/>
                </a:lnTo>
                <a:lnTo>
                  <a:pt x="489829" y="4825537"/>
                </a:lnTo>
                <a:lnTo>
                  <a:pt x="467495" y="4742053"/>
                </a:lnTo>
                <a:lnTo>
                  <a:pt x="438702" y="4712246"/>
                </a:lnTo>
                <a:lnTo>
                  <a:pt x="449142" y="4682905"/>
                </a:lnTo>
                <a:lnTo>
                  <a:pt x="429074" y="4672669"/>
                </a:lnTo>
                <a:lnTo>
                  <a:pt x="427777" y="4658732"/>
                </a:lnTo>
                <a:lnTo>
                  <a:pt x="403146" y="4661640"/>
                </a:lnTo>
                <a:lnTo>
                  <a:pt x="404550" y="4634568"/>
                </a:lnTo>
                <a:lnTo>
                  <a:pt x="384281" y="4622304"/>
                </a:lnTo>
                <a:lnTo>
                  <a:pt x="383113" y="4606175"/>
                </a:lnTo>
                <a:lnTo>
                  <a:pt x="322968" y="4625014"/>
                </a:lnTo>
                <a:lnTo>
                  <a:pt x="315079" y="4613483"/>
                </a:lnTo>
                <a:lnTo>
                  <a:pt x="294352" y="4626091"/>
                </a:lnTo>
                <a:lnTo>
                  <a:pt x="274922" y="4619859"/>
                </a:lnTo>
                <a:lnTo>
                  <a:pt x="257766" y="4560939"/>
                </a:lnTo>
                <a:lnTo>
                  <a:pt x="227321" y="4526422"/>
                </a:lnTo>
                <a:lnTo>
                  <a:pt x="325839" y="4464175"/>
                </a:lnTo>
                <a:lnTo>
                  <a:pt x="313326" y="4452404"/>
                </a:lnTo>
                <a:lnTo>
                  <a:pt x="298924" y="4377213"/>
                </a:lnTo>
                <a:lnTo>
                  <a:pt x="256607" y="4343467"/>
                </a:lnTo>
                <a:lnTo>
                  <a:pt x="252195" y="4315147"/>
                </a:lnTo>
                <a:lnTo>
                  <a:pt x="279743" y="4296532"/>
                </a:lnTo>
                <a:lnTo>
                  <a:pt x="271818" y="4272707"/>
                </a:lnTo>
                <a:lnTo>
                  <a:pt x="289356" y="4227924"/>
                </a:lnTo>
                <a:lnTo>
                  <a:pt x="271150" y="4218119"/>
                </a:lnTo>
                <a:lnTo>
                  <a:pt x="346846" y="4137999"/>
                </a:lnTo>
                <a:lnTo>
                  <a:pt x="370168" y="4137399"/>
                </a:lnTo>
                <a:lnTo>
                  <a:pt x="377971" y="4086015"/>
                </a:lnTo>
                <a:lnTo>
                  <a:pt x="264275" y="4029882"/>
                </a:lnTo>
                <a:lnTo>
                  <a:pt x="256671" y="3955690"/>
                </a:lnTo>
                <a:lnTo>
                  <a:pt x="314563" y="3887678"/>
                </a:lnTo>
                <a:lnTo>
                  <a:pt x="358581" y="3874401"/>
                </a:lnTo>
                <a:lnTo>
                  <a:pt x="347770" y="3821995"/>
                </a:lnTo>
                <a:lnTo>
                  <a:pt x="281225" y="3815078"/>
                </a:lnTo>
                <a:lnTo>
                  <a:pt x="258890" y="3735624"/>
                </a:lnTo>
                <a:lnTo>
                  <a:pt x="229407" y="3725813"/>
                </a:lnTo>
                <a:lnTo>
                  <a:pt x="226484" y="3688746"/>
                </a:lnTo>
                <a:lnTo>
                  <a:pt x="187407" y="3668353"/>
                </a:lnTo>
                <a:lnTo>
                  <a:pt x="11485" y="3639242"/>
                </a:lnTo>
                <a:lnTo>
                  <a:pt x="0" y="3623217"/>
                </a:lnTo>
                <a:lnTo>
                  <a:pt x="38937" y="3556787"/>
                </a:lnTo>
                <a:lnTo>
                  <a:pt x="13209" y="3458381"/>
                </a:lnTo>
                <a:lnTo>
                  <a:pt x="153436" y="3407419"/>
                </a:lnTo>
                <a:lnTo>
                  <a:pt x="154907" y="3389066"/>
                </a:lnTo>
                <a:lnTo>
                  <a:pt x="186181" y="3379187"/>
                </a:lnTo>
                <a:lnTo>
                  <a:pt x="180976" y="3355263"/>
                </a:lnTo>
                <a:lnTo>
                  <a:pt x="90322" y="3294474"/>
                </a:lnTo>
                <a:lnTo>
                  <a:pt x="84291" y="3223043"/>
                </a:lnTo>
                <a:lnTo>
                  <a:pt x="204682" y="3106805"/>
                </a:lnTo>
                <a:lnTo>
                  <a:pt x="215782" y="3082376"/>
                </a:lnTo>
                <a:lnTo>
                  <a:pt x="209186" y="3066742"/>
                </a:lnTo>
                <a:lnTo>
                  <a:pt x="233853" y="3032197"/>
                </a:lnTo>
                <a:lnTo>
                  <a:pt x="212956" y="3029678"/>
                </a:lnTo>
                <a:lnTo>
                  <a:pt x="209951" y="2997163"/>
                </a:lnTo>
                <a:lnTo>
                  <a:pt x="191258" y="2979954"/>
                </a:lnTo>
                <a:lnTo>
                  <a:pt x="212900" y="2972426"/>
                </a:lnTo>
                <a:lnTo>
                  <a:pt x="245190" y="2925495"/>
                </a:lnTo>
                <a:lnTo>
                  <a:pt x="283546" y="2910445"/>
                </a:lnTo>
                <a:lnTo>
                  <a:pt x="297371" y="2872687"/>
                </a:lnTo>
                <a:lnTo>
                  <a:pt x="289608" y="2836309"/>
                </a:lnTo>
                <a:lnTo>
                  <a:pt x="301485" y="2778811"/>
                </a:lnTo>
                <a:lnTo>
                  <a:pt x="282003" y="2764717"/>
                </a:lnTo>
                <a:lnTo>
                  <a:pt x="248201" y="2772314"/>
                </a:lnTo>
                <a:lnTo>
                  <a:pt x="234073" y="2755412"/>
                </a:lnTo>
                <a:lnTo>
                  <a:pt x="236850" y="2736266"/>
                </a:lnTo>
                <a:lnTo>
                  <a:pt x="187349" y="2728438"/>
                </a:lnTo>
                <a:lnTo>
                  <a:pt x="197598" y="2694955"/>
                </a:lnTo>
                <a:lnTo>
                  <a:pt x="226188" y="2665153"/>
                </a:lnTo>
                <a:lnTo>
                  <a:pt x="228795" y="2627208"/>
                </a:lnTo>
                <a:lnTo>
                  <a:pt x="209810" y="2603814"/>
                </a:lnTo>
                <a:lnTo>
                  <a:pt x="222783" y="2590043"/>
                </a:lnTo>
                <a:lnTo>
                  <a:pt x="205983" y="2565523"/>
                </a:lnTo>
                <a:lnTo>
                  <a:pt x="169344" y="2551027"/>
                </a:lnTo>
                <a:lnTo>
                  <a:pt x="163611" y="2503473"/>
                </a:lnTo>
                <a:lnTo>
                  <a:pt x="186941" y="2485317"/>
                </a:lnTo>
                <a:lnTo>
                  <a:pt x="167282" y="2424815"/>
                </a:lnTo>
                <a:lnTo>
                  <a:pt x="191010" y="2391567"/>
                </a:lnTo>
                <a:lnTo>
                  <a:pt x="182650" y="2352170"/>
                </a:lnTo>
                <a:lnTo>
                  <a:pt x="134013" y="2272665"/>
                </a:lnTo>
                <a:lnTo>
                  <a:pt x="154888" y="2261773"/>
                </a:lnTo>
                <a:lnTo>
                  <a:pt x="151649" y="2244189"/>
                </a:lnTo>
                <a:lnTo>
                  <a:pt x="166578" y="2226430"/>
                </a:lnTo>
                <a:lnTo>
                  <a:pt x="150853" y="2208084"/>
                </a:lnTo>
                <a:lnTo>
                  <a:pt x="155699" y="2187575"/>
                </a:lnTo>
                <a:lnTo>
                  <a:pt x="139720" y="2145513"/>
                </a:lnTo>
                <a:lnTo>
                  <a:pt x="184177" y="2153377"/>
                </a:lnTo>
                <a:lnTo>
                  <a:pt x="196988" y="2113284"/>
                </a:lnTo>
                <a:lnTo>
                  <a:pt x="223329" y="2097357"/>
                </a:lnTo>
                <a:lnTo>
                  <a:pt x="230649" y="2062843"/>
                </a:lnTo>
                <a:lnTo>
                  <a:pt x="220566" y="2044255"/>
                </a:lnTo>
                <a:lnTo>
                  <a:pt x="262505" y="2038117"/>
                </a:lnTo>
                <a:lnTo>
                  <a:pt x="237598" y="2001750"/>
                </a:lnTo>
                <a:lnTo>
                  <a:pt x="233207" y="1959406"/>
                </a:lnTo>
                <a:lnTo>
                  <a:pt x="246632" y="1941341"/>
                </a:lnTo>
                <a:lnTo>
                  <a:pt x="208632" y="1924646"/>
                </a:lnTo>
                <a:lnTo>
                  <a:pt x="221617" y="1899509"/>
                </a:lnTo>
                <a:lnTo>
                  <a:pt x="210603" y="1878261"/>
                </a:lnTo>
                <a:lnTo>
                  <a:pt x="194928" y="1906425"/>
                </a:lnTo>
                <a:lnTo>
                  <a:pt x="152886" y="1906603"/>
                </a:lnTo>
                <a:lnTo>
                  <a:pt x="142936" y="1885067"/>
                </a:lnTo>
                <a:lnTo>
                  <a:pt x="89496" y="1861481"/>
                </a:lnTo>
                <a:lnTo>
                  <a:pt x="82161" y="1801382"/>
                </a:lnTo>
                <a:lnTo>
                  <a:pt x="54828" y="1784375"/>
                </a:lnTo>
                <a:lnTo>
                  <a:pt x="64130" y="1779761"/>
                </a:lnTo>
                <a:lnTo>
                  <a:pt x="56256" y="1750582"/>
                </a:lnTo>
                <a:lnTo>
                  <a:pt x="94983" y="1730692"/>
                </a:lnTo>
                <a:lnTo>
                  <a:pt x="98887" y="1713500"/>
                </a:lnTo>
                <a:lnTo>
                  <a:pt x="106991" y="1722795"/>
                </a:lnTo>
                <a:lnTo>
                  <a:pt x="165926" y="1680195"/>
                </a:lnTo>
                <a:lnTo>
                  <a:pt x="203524" y="1691349"/>
                </a:lnTo>
                <a:lnTo>
                  <a:pt x="195485" y="1676466"/>
                </a:lnTo>
                <a:lnTo>
                  <a:pt x="212245" y="1652505"/>
                </a:lnTo>
                <a:lnTo>
                  <a:pt x="219341" y="1579311"/>
                </a:lnTo>
                <a:lnTo>
                  <a:pt x="188547" y="1556164"/>
                </a:lnTo>
                <a:lnTo>
                  <a:pt x="155586" y="1511093"/>
                </a:lnTo>
                <a:lnTo>
                  <a:pt x="155764" y="1493511"/>
                </a:lnTo>
                <a:lnTo>
                  <a:pt x="179531" y="1464231"/>
                </a:lnTo>
                <a:lnTo>
                  <a:pt x="224577" y="1468378"/>
                </a:lnTo>
                <a:lnTo>
                  <a:pt x="229305" y="1438990"/>
                </a:lnTo>
                <a:lnTo>
                  <a:pt x="249700" y="1434183"/>
                </a:lnTo>
                <a:lnTo>
                  <a:pt x="221535" y="1394580"/>
                </a:lnTo>
                <a:lnTo>
                  <a:pt x="180422" y="1370799"/>
                </a:lnTo>
                <a:lnTo>
                  <a:pt x="168290" y="1349789"/>
                </a:lnTo>
                <a:lnTo>
                  <a:pt x="171817" y="1318683"/>
                </a:lnTo>
                <a:close/>
                <a:moveTo>
                  <a:pt x="691458" y="1216606"/>
                </a:moveTo>
                <a:lnTo>
                  <a:pt x="682613" y="1230538"/>
                </a:lnTo>
                <a:lnTo>
                  <a:pt x="661202" y="1228709"/>
                </a:lnTo>
                <a:lnTo>
                  <a:pt x="691458" y="1216606"/>
                </a:lnTo>
                <a:close/>
                <a:moveTo>
                  <a:pt x="1270915" y="875676"/>
                </a:moveTo>
                <a:lnTo>
                  <a:pt x="1264879" y="889113"/>
                </a:lnTo>
                <a:lnTo>
                  <a:pt x="1247574" y="890079"/>
                </a:lnTo>
                <a:lnTo>
                  <a:pt x="1270915" y="875676"/>
                </a:lnTo>
                <a:close/>
                <a:moveTo>
                  <a:pt x="1174568" y="856454"/>
                </a:moveTo>
                <a:lnTo>
                  <a:pt x="1171515" y="847130"/>
                </a:lnTo>
                <a:lnTo>
                  <a:pt x="1174568" y="856454"/>
                </a:lnTo>
                <a:close/>
                <a:moveTo>
                  <a:pt x="1167109" y="838831"/>
                </a:moveTo>
                <a:lnTo>
                  <a:pt x="1158701" y="852739"/>
                </a:lnTo>
                <a:lnTo>
                  <a:pt x="1137641" y="846682"/>
                </a:lnTo>
                <a:lnTo>
                  <a:pt x="1167109" y="838831"/>
                </a:lnTo>
                <a:close/>
                <a:moveTo>
                  <a:pt x="1244367" y="832276"/>
                </a:moveTo>
                <a:lnTo>
                  <a:pt x="1249318" y="840361"/>
                </a:lnTo>
                <a:lnTo>
                  <a:pt x="1235015" y="832825"/>
                </a:lnTo>
                <a:lnTo>
                  <a:pt x="1244367" y="832276"/>
                </a:lnTo>
                <a:close/>
                <a:moveTo>
                  <a:pt x="1259342" y="847130"/>
                </a:moveTo>
                <a:lnTo>
                  <a:pt x="1250150" y="854658"/>
                </a:lnTo>
                <a:lnTo>
                  <a:pt x="1258025" y="830585"/>
                </a:lnTo>
                <a:lnTo>
                  <a:pt x="1268428" y="838966"/>
                </a:lnTo>
                <a:lnTo>
                  <a:pt x="1259342" y="847130"/>
                </a:lnTo>
                <a:close/>
                <a:moveTo>
                  <a:pt x="1131054" y="782333"/>
                </a:moveTo>
                <a:lnTo>
                  <a:pt x="1116856" y="782312"/>
                </a:lnTo>
                <a:lnTo>
                  <a:pt x="1131054" y="782333"/>
                </a:lnTo>
                <a:close/>
                <a:moveTo>
                  <a:pt x="1184675" y="774099"/>
                </a:moveTo>
                <a:lnTo>
                  <a:pt x="1163123" y="777209"/>
                </a:lnTo>
                <a:lnTo>
                  <a:pt x="1178372" y="765761"/>
                </a:lnTo>
                <a:lnTo>
                  <a:pt x="1184675" y="774099"/>
                </a:lnTo>
                <a:close/>
                <a:moveTo>
                  <a:pt x="2006858" y="1226044"/>
                </a:moveTo>
                <a:lnTo>
                  <a:pt x="1947457" y="1253767"/>
                </a:lnTo>
                <a:lnTo>
                  <a:pt x="1932674" y="1232318"/>
                </a:lnTo>
                <a:lnTo>
                  <a:pt x="1954014" y="1191025"/>
                </a:lnTo>
                <a:lnTo>
                  <a:pt x="2007354" y="1201250"/>
                </a:lnTo>
                <a:lnTo>
                  <a:pt x="2012942" y="1178980"/>
                </a:lnTo>
                <a:lnTo>
                  <a:pt x="2034331" y="1171750"/>
                </a:lnTo>
                <a:lnTo>
                  <a:pt x="2018308" y="1187296"/>
                </a:lnTo>
                <a:lnTo>
                  <a:pt x="2026113" y="1206736"/>
                </a:lnTo>
                <a:lnTo>
                  <a:pt x="2006858" y="1226044"/>
                </a:lnTo>
                <a:close/>
                <a:moveTo>
                  <a:pt x="1139597" y="531076"/>
                </a:moveTo>
                <a:lnTo>
                  <a:pt x="1128347" y="523583"/>
                </a:lnTo>
                <a:lnTo>
                  <a:pt x="1139597" y="531076"/>
                </a:lnTo>
                <a:close/>
                <a:moveTo>
                  <a:pt x="1094052" y="375496"/>
                </a:moveTo>
                <a:lnTo>
                  <a:pt x="1104692" y="381842"/>
                </a:lnTo>
                <a:lnTo>
                  <a:pt x="1094052" y="375496"/>
                </a:lnTo>
                <a:close/>
                <a:moveTo>
                  <a:pt x="1121233" y="331026"/>
                </a:moveTo>
                <a:lnTo>
                  <a:pt x="1104566" y="329920"/>
                </a:lnTo>
                <a:lnTo>
                  <a:pt x="1121233" y="331026"/>
                </a:lnTo>
                <a:close/>
                <a:moveTo>
                  <a:pt x="1093624" y="322919"/>
                </a:moveTo>
                <a:lnTo>
                  <a:pt x="1089875" y="333278"/>
                </a:lnTo>
                <a:lnTo>
                  <a:pt x="1071650" y="325447"/>
                </a:lnTo>
                <a:lnTo>
                  <a:pt x="1093624" y="322919"/>
                </a:lnTo>
                <a:close/>
                <a:moveTo>
                  <a:pt x="1055982" y="313422"/>
                </a:moveTo>
                <a:lnTo>
                  <a:pt x="1033928" y="298637"/>
                </a:lnTo>
                <a:lnTo>
                  <a:pt x="1055982" y="313422"/>
                </a:lnTo>
                <a:close/>
                <a:moveTo>
                  <a:pt x="1418907" y="306851"/>
                </a:moveTo>
                <a:lnTo>
                  <a:pt x="1408456" y="320109"/>
                </a:lnTo>
                <a:lnTo>
                  <a:pt x="1408571" y="305740"/>
                </a:lnTo>
                <a:lnTo>
                  <a:pt x="1418907" y="306851"/>
                </a:lnTo>
                <a:close/>
                <a:moveTo>
                  <a:pt x="1183923" y="245286"/>
                </a:moveTo>
                <a:lnTo>
                  <a:pt x="1167337" y="251948"/>
                </a:lnTo>
                <a:lnTo>
                  <a:pt x="1183923" y="245286"/>
                </a:lnTo>
                <a:close/>
                <a:moveTo>
                  <a:pt x="251164" y="1272615"/>
                </a:moveTo>
                <a:lnTo>
                  <a:pt x="238571" y="1280506"/>
                </a:lnTo>
                <a:lnTo>
                  <a:pt x="200730" y="1247780"/>
                </a:lnTo>
                <a:lnTo>
                  <a:pt x="247355" y="1210230"/>
                </a:lnTo>
                <a:lnTo>
                  <a:pt x="258159" y="1245893"/>
                </a:lnTo>
                <a:lnTo>
                  <a:pt x="251164" y="1272615"/>
                </a:lnTo>
                <a:close/>
                <a:moveTo>
                  <a:pt x="567237" y="1132850"/>
                </a:moveTo>
                <a:lnTo>
                  <a:pt x="565998" y="1143717"/>
                </a:lnTo>
                <a:lnTo>
                  <a:pt x="541854" y="1128997"/>
                </a:lnTo>
                <a:lnTo>
                  <a:pt x="567237" y="1132850"/>
                </a:lnTo>
                <a:close/>
                <a:moveTo>
                  <a:pt x="526972" y="1104950"/>
                </a:moveTo>
                <a:lnTo>
                  <a:pt x="519243" y="1118063"/>
                </a:lnTo>
                <a:lnTo>
                  <a:pt x="489110" y="1100232"/>
                </a:lnTo>
                <a:lnTo>
                  <a:pt x="526972" y="1104950"/>
                </a:lnTo>
                <a:close/>
                <a:moveTo>
                  <a:pt x="479203" y="1085359"/>
                </a:moveTo>
                <a:lnTo>
                  <a:pt x="477185" y="1104087"/>
                </a:lnTo>
                <a:lnTo>
                  <a:pt x="463569" y="1092208"/>
                </a:lnTo>
                <a:lnTo>
                  <a:pt x="479203" y="1085359"/>
                </a:lnTo>
                <a:close/>
                <a:moveTo>
                  <a:pt x="613083" y="1057393"/>
                </a:moveTo>
                <a:lnTo>
                  <a:pt x="594156" y="1061593"/>
                </a:lnTo>
                <a:lnTo>
                  <a:pt x="601719" y="1074159"/>
                </a:lnTo>
                <a:lnTo>
                  <a:pt x="586036" y="1062610"/>
                </a:lnTo>
                <a:lnTo>
                  <a:pt x="613083" y="1057393"/>
                </a:lnTo>
                <a:close/>
                <a:moveTo>
                  <a:pt x="650253" y="1053525"/>
                </a:moveTo>
                <a:lnTo>
                  <a:pt x="644314" y="1071525"/>
                </a:lnTo>
                <a:lnTo>
                  <a:pt x="631564" y="1066641"/>
                </a:lnTo>
                <a:lnTo>
                  <a:pt x="631093" y="1051730"/>
                </a:lnTo>
                <a:lnTo>
                  <a:pt x="650253" y="1053525"/>
                </a:lnTo>
                <a:close/>
                <a:moveTo>
                  <a:pt x="677553" y="1062671"/>
                </a:moveTo>
                <a:lnTo>
                  <a:pt x="678978" y="1073852"/>
                </a:lnTo>
                <a:lnTo>
                  <a:pt x="652742" y="1072140"/>
                </a:lnTo>
                <a:lnTo>
                  <a:pt x="663936" y="1056454"/>
                </a:lnTo>
                <a:lnTo>
                  <a:pt x="677553" y="1062671"/>
                </a:lnTo>
                <a:close/>
                <a:moveTo>
                  <a:pt x="348059" y="969433"/>
                </a:moveTo>
                <a:lnTo>
                  <a:pt x="337461" y="981375"/>
                </a:lnTo>
                <a:lnTo>
                  <a:pt x="324873" y="961069"/>
                </a:lnTo>
                <a:lnTo>
                  <a:pt x="332482" y="966541"/>
                </a:lnTo>
                <a:lnTo>
                  <a:pt x="332311" y="954306"/>
                </a:lnTo>
                <a:lnTo>
                  <a:pt x="348059" y="969433"/>
                </a:lnTo>
                <a:close/>
                <a:moveTo>
                  <a:pt x="640415" y="1021463"/>
                </a:moveTo>
                <a:lnTo>
                  <a:pt x="656705" y="1013001"/>
                </a:lnTo>
                <a:lnTo>
                  <a:pt x="664536" y="1029096"/>
                </a:lnTo>
                <a:lnTo>
                  <a:pt x="640415" y="1021463"/>
                </a:lnTo>
                <a:close/>
                <a:moveTo>
                  <a:pt x="741129" y="999388"/>
                </a:moveTo>
                <a:lnTo>
                  <a:pt x="739131" y="1016481"/>
                </a:lnTo>
                <a:lnTo>
                  <a:pt x="720519" y="1011948"/>
                </a:lnTo>
                <a:lnTo>
                  <a:pt x="729949" y="1027043"/>
                </a:lnTo>
                <a:lnTo>
                  <a:pt x="696560" y="1005809"/>
                </a:lnTo>
                <a:lnTo>
                  <a:pt x="741129" y="999388"/>
                </a:lnTo>
                <a:close/>
                <a:moveTo>
                  <a:pt x="515608" y="880636"/>
                </a:moveTo>
                <a:lnTo>
                  <a:pt x="495653" y="910096"/>
                </a:lnTo>
                <a:lnTo>
                  <a:pt x="494791" y="885484"/>
                </a:lnTo>
                <a:lnTo>
                  <a:pt x="484051" y="889358"/>
                </a:lnTo>
                <a:lnTo>
                  <a:pt x="478247" y="872809"/>
                </a:lnTo>
                <a:lnTo>
                  <a:pt x="495538" y="859848"/>
                </a:lnTo>
                <a:lnTo>
                  <a:pt x="491276" y="872831"/>
                </a:lnTo>
                <a:lnTo>
                  <a:pt x="501636" y="873743"/>
                </a:lnTo>
                <a:lnTo>
                  <a:pt x="503939" y="857058"/>
                </a:lnTo>
                <a:lnTo>
                  <a:pt x="518530" y="856230"/>
                </a:lnTo>
                <a:lnTo>
                  <a:pt x="507479" y="866480"/>
                </a:lnTo>
                <a:lnTo>
                  <a:pt x="515608" y="880636"/>
                </a:lnTo>
                <a:close/>
                <a:moveTo>
                  <a:pt x="531697" y="795494"/>
                </a:moveTo>
                <a:lnTo>
                  <a:pt x="506927" y="781481"/>
                </a:lnTo>
                <a:lnTo>
                  <a:pt x="531697" y="795494"/>
                </a:lnTo>
                <a:close/>
                <a:moveTo>
                  <a:pt x="590718" y="799222"/>
                </a:moveTo>
                <a:lnTo>
                  <a:pt x="542471" y="783960"/>
                </a:lnTo>
                <a:lnTo>
                  <a:pt x="590718" y="799222"/>
                </a:lnTo>
                <a:close/>
                <a:moveTo>
                  <a:pt x="1247114" y="844795"/>
                </a:moveTo>
                <a:lnTo>
                  <a:pt x="1243835" y="862934"/>
                </a:lnTo>
                <a:lnTo>
                  <a:pt x="1237544" y="843542"/>
                </a:lnTo>
                <a:lnTo>
                  <a:pt x="1227159" y="854083"/>
                </a:lnTo>
                <a:lnTo>
                  <a:pt x="1231083" y="870971"/>
                </a:lnTo>
                <a:lnTo>
                  <a:pt x="1179459" y="848834"/>
                </a:lnTo>
                <a:lnTo>
                  <a:pt x="1184346" y="837475"/>
                </a:lnTo>
                <a:lnTo>
                  <a:pt x="1247114" y="844795"/>
                </a:lnTo>
                <a:close/>
                <a:moveTo>
                  <a:pt x="2051911" y="769938"/>
                </a:moveTo>
                <a:lnTo>
                  <a:pt x="2047963" y="757021"/>
                </a:lnTo>
                <a:lnTo>
                  <a:pt x="2051911" y="769938"/>
                </a:lnTo>
                <a:close/>
                <a:moveTo>
                  <a:pt x="1981363" y="742981"/>
                </a:moveTo>
                <a:lnTo>
                  <a:pt x="2007603" y="734762"/>
                </a:lnTo>
                <a:lnTo>
                  <a:pt x="2016455" y="763038"/>
                </a:lnTo>
                <a:lnTo>
                  <a:pt x="1981363" y="742981"/>
                </a:lnTo>
                <a:close/>
                <a:moveTo>
                  <a:pt x="1242379" y="774229"/>
                </a:moveTo>
                <a:lnTo>
                  <a:pt x="1213881" y="785029"/>
                </a:lnTo>
                <a:lnTo>
                  <a:pt x="1242379" y="774229"/>
                </a:lnTo>
                <a:close/>
                <a:moveTo>
                  <a:pt x="1203065" y="774202"/>
                </a:moveTo>
                <a:lnTo>
                  <a:pt x="1192249" y="768978"/>
                </a:lnTo>
                <a:lnTo>
                  <a:pt x="1203065" y="774202"/>
                </a:lnTo>
                <a:close/>
                <a:moveTo>
                  <a:pt x="1290030" y="783156"/>
                </a:moveTo>
                <a:lnTo>
                  <a:pt x="1293903" y="793793"/>
                </a:lnTo>
                <a:lnTo>
                  <a:pt x="1282049" y="789570"/>
                </a:lnTo>
                <a:lnTo>
                  <a:pt x="1287677" y="771769"/>
                </a:lnTo>
                <a:lnTo>
                  <a:pt x="1290030" y="783156"/>
                </a:lnTo>
                <a:close/>
                <a:moveTo>
                  <a:pt x="1249314" y="690376"/>
                </a:moveTo>
                <a:lnTo>
                  <a:pt x="1233797" y="724662"/>
                </a:lnTo>
                <a:lnTo>
                  <a:pt x="1187914" y="721598"/>
                </a:lnTo>
                <a:lnTo>
                  <a:pt x="1249314" y="690376"/>
                </a:lnTo>
                <a:close/>
                <a:moveTo>
                  <a:pt x="1678427" y="670903"/>
                </a:moveTo>
                <a:lnTo>
                  <a:pt x="1688786" y="668888"/>
                </a:lnTo>
                <a:lnTo>
                  <a:pt x="1678427" y="670903"/>
                </a:lnTo>
                <a:close/>
                <a:moveTo>
                  <a:pt x="934903" y="646127"/>
                </a:moveTo>
                <a:lnTo>
                  <a:pt x="934701" y="665195"/>
                </a:lnTo>
                <a:lnTo>
                  <a:pt x="913742" y="664771"/>
                </a:lnTo>
                <a:lnTo>
                  <a:pt x="915996" y="640268"/>
                </a:lnTo>
                <a:lnTo>
                  <a:pt x="934903" y="646127"/>
                </a:lnTo>
                <a:close/>
                <a:moveTo>
                  <a:pt x="1767892" y="654066"/>
                </a:moveTo>
                <a:lnTo>
                  <a:pt x="1744703" y="672095"/>
                </a:lnTo>
                <a:lnTo>
                  <a:pt x="1751279" y="650836"/>
                </a:lnTo>
                <a:lnTo>
                  <a:pt x="1767892" y="654066"/>
                </a:lnTo>
                <a:close/>
                <a:moveTo>
                  <a:pt x="1725375" y="639657"/>
                </a:moveTo>
                <a:lnTo>
                  <a:pt x="1710854" y="650079"/>
                </a:lnTo>
                <a:lnTo>
                  <a:pt x="1725375" y="639657"/>
                </a:lnTo>
                <a:close/>
                <a:moveTo>
                  <a:pt x="1751349" y="525562"/>
                </a:moveTo>
                <a:lnTo>
                  <a:pt x="1741664" y="540054"/>
                </a:lnTo>
                <a:lnTo>
                  <a:pt x="1693755" y="532552"/>
                </a:lnTo>
                <a:lnTo>
                  <a:pt x="1734308" y="518920"/>
                </a:lnTo>
                <a:lnTo>
                  <a:pt x="1751349" y="525562"/>
                </a:lnTo>
                <a:close/>
                <a:moveTo>
                  <a:pt x="1697942" y="512619"/>
                </a:moveTo>
                <a:lnTo>
                  <a:pt x="1674693" y="520275"/>
                </a:lnTo>
                <a:lnTo>
                  <a:pt x="1693886" y="498953"/>
                </a:lnTo>
                <a:lnTo>
                  <a:pt x="1707313" y="503038"/>
                </a:lnTo>
                <a:lnTo>
                  <a:pt x="1697942" y="512619"/>
                </a:lnTo>
                <a:close/>
                <a:moveTo>
                  <a:pt x="1644838" y="465338"/>
                </a:moveTo>
                <a:lnTo>
                  <a:pt x="1620462" y="506034"/>
                </a:lnTo>
                <a:lnTo>
                  <a:pt x="1543489" y="523073"/>
                </a:lnTo>
                <a:lnTo>
                  <a:pt x="1528415" y="538261"/>
                </a:lnTo>
                <a:lnTo>
                  <a:pt x="1525691" y="528705"/>
                </a:lnTo>
                <a:lnTo>
                  <a:pt x="1464187" y="535498"/>
                </a:lnTo>
                <a:lnTo>
                  <a:pt x="1412415" y="572783"/>
                </a:lnTo>
                <a:lnTo>
                  <a:pt x="1382635" y="572964"/>
                </a:lnTo>
                <a:lnTo>
                  <a:pt x="1378168" y="559887"/>
                </a:lnTo>
                <a:lnTo>
                  <a:pt x="1412924" y="512349"/>
                </a:lnTo>
                <a:lnTo>
                  <a:pt x="1427270" y="448430"/>
                </a:lnTo>
                <a:lnTo>
                  <a:pt x="1460741" y="446595"/>
                </a:lnTo>
                <a:lnTo>
                  <a:pt x="1444095" y="430963"/>
                </a:lnTo>
                <a:lnTo>
                  <a:pt x="1454141" y="404897"/>
                </a:lnTo>
                <a:lnTo>
                  <a:pt x="1479588" y="411260"/>
                </a:lnTo>
                <a:lnTo>
                  <a:pt x="1452424" y="400125"/>
                </a:lnTo>
                <a:lnTo>
                  <a:pt x="1454558" y="389298"/>
                </a:lnTo>
                <a:lnTo>
                  <a:pt x="1479082" y="353530"/>
                </a:lnTo>
                <a:lnTo>
                  <a:pt x="1504569" y="371471"/>
                </a:lnTo>
                <a:lnTo>
                  <a:pt x="1505949" y="342346"/>
                </a:lnTo>
                <a:lnTo>
                  <a:pt x="1541944" y="359615"/>
                </a:lnTo>
                <a:lnTo>
                  <a:pt x="1512375" y="435707"/>
                </a:lnTo>
                <a:lnTo>
                  <a:pt x="1533948" y="398429"/>
                </a:lnTo>
                <a:lnTo>
                  <a:pt x="1562655" y="379731"/>
                </a:lnTo>
                <a:lnTo>
                  <a:pt x="1599500" y="408995"/>
                </a:lnTo>
                <a:lnTo>
                  <a:pt x="1606721" y="438206"/>
                </a:lnTo>
                <a:lnTo>
                  <a:pt x="1613573" y="425597"/>
                </a:lnTo>
                <a:lnTo>
                  <a:pt x="1631789" y="431107"/>
                </a:lnTo>
                <a:lnTo>
                  <a:pt x="1644838" y="465338"/>
                </a:lnTo>
                <a:close/>
                <a:moveTo>
                  <a:pt x="506151" y="180076"/>
                </a:moveTo>
                <a:lnTo>
                  <a:pt x="468258" y="173921"/>
                </a:lnTo>
                <a:lnTo>
                  <a:pt x="452152" y="140693"/>
                </a:lnTo>
                <a:lnTo>
                  <a:pt x="506151" y="180076"/>
                </a:lnTo>
                <a:close/>
                <a:moveTo>
                  <a:pt x="1154705" y="256892"/>
                </a:moveTo>
                <a:lnTo>
                  <a:pt x="1158404" y="268767"/>
                </a:lnTo>
                <a:lnTo>
                  <a:pt x="1128314" y="286963"/>
                </a:lnTo>
                <a:lnTo>
                  <a:pt x="1081926" y="287290"/>
                </a:lnTo>
                <a:lnTo>
                  <a:pt x="1099462" y="277594"/>
                </a:lnTo>
                <a:lnTo>
                  <a:pt x="1050911" y="257481"/>
                </a:lnTo>
                <a:lnTo>
                  <a:pt x="1061267" y="248615"/>
                </a:lnTo>
                <a:lnTo>
                  <a:pt x="1046861" y="225308"/>
                </a:lnTo>
                <a:lnTo>
                  <a:pt x="1154705" y="256892"/>
                </a:lnTo>
                <a:close/>
                <a:moveTo>
                  <a:pt x="1405934" y="403676"/>
                </a:moveTo>
                <a:lnTo>
                  <a:pt x="1407588" y="418386"/>
                </a:lnTo>
                <a:lnTo>
                  <a:pt x="1385353" y="437376"/>
                </a:lnTo>
                <a:lnTo>
                  <a:pt x="1301465" y="436243"/>
                </a:lnTo>
                <a:lnTo>
                  <a:pt x="1275231" y="408532"/>
                </a:lnTo>
                <a:lnTo>
                  <a:pt x="1228760" y="404563"/>
                </a:lnTo>
                <a:lnTo>
                  <a:pt x="1220217" y="386569"/>
                </a:lnTo>
                <a:lnTo>
                  <a:pt x="1192802" y="391513"/>
                </a:lnTo>
                <a:lnTo>
                  <a:pt x="1174412" y="362099"/>
                </a:lnTo>
                <a:lnTo>
                  <a:pt x="1176437" y="327125"/>
                </a:lnTo>
                <a:lnTo>
                  <a:pt x="1150887" y="327799"/>
                </a:lnTo>
                <a:lnTo>
                  <a:pt x="1163443" y="323751"/>
                </a:lnTo>
                <a:lnTo>
                  <a:pt x="1151766" y="315356"/>
                </a:lnTo>
                <a:lnTo>
                  <a:pt x="1160449" y="306866"/>
                </a:lnTo>
                <a:lnTo>
                  <a:pt x="1131622" y="329121"/>
                </a:lnTo>
                <a:lnTo>
                  <a:pt x="1134597" y="317140"/>
                </a:lnTo>
                <a:lnTo>
                  <a:pt x="1117787" y="309909"/>
                </a:lnTo>
                <a:lnTo>
                  <a:pt x="1135144" y="312235"/>
                </a:lnTo>
                <a:lnTo>
                  <a:pt x="1195920" y="277953"/>
                </a:lnTo>
                <a:lnTo>
                  <a:pt x="1178173" y="264175"/>
                </a:lnTo>
                <a:lnTo>
                  <a:pt x="1209666" y="236157"/>
                </a:lnTo>
                <a:lnTo>
                  <a:pt x="1220338" y="249190"/>
                </a:lnTo>
                <a:lnTo>
                  <a:pt x="1231614" y="236669"/>
                </a:lnTo>
                <a:lnTo>
                  <a:pt x="1320847" y="235554"/>
                </a:lnTo>
                <a:lnTo>
                  <a:pt x="1334390" y="249651"/>
                </a:lnTo>
                <a:lnTo>
                  <a:pt x="1298571" y="301504"/>
                </a:lnTo>
                <a:lnTo>
                  <a:pt x="1327161" y="272271"/>
                </a:lnTo>
                <a:lnTo>
                  <a:pt x="1345252" y="276375"/>
                </a:lnTo>
                <a:lnTo>
                  <a:pt x="1351392" y="250670"/>
                </a:lnTo>
                <a:lnTo>
                  <a:pt x="1378717" y="251473"/>
                </a:lnTo>
                <a:lnTo>
                  <a:pt x="1413872" y="291342"/>
                </a:lnTo>
                <a:lnTo>
                  <a:pt x="1403309" y="297463"/>
                </a:lnTo>
                <a:lnTo>
                  <a:pt x="1396876" y="362230"/>
                </a:lnTo>
                <a:lnTo>
                  <a:pt x="1388202" y="372032"/>
                </a:lnTo>
                <a:lnTo>
                  <a:pt x="1370551" y="364456"/>
                </a:lnTo>
                <a:lnTo>
                  <a:pt x="1405934" y="403676"/>
                </a:lnTo>
                <a:close/>
                <a:moveTo>
                  <a:pt x="654149" y="4988"/>
                </a:moveTo>
                <a:lnTo>
                  <a:pt x="675739" y="16520"/>
                </a:lnTo>
                <a:lnTo>
                  <a:pt x="668477" y="26114"/>
                </a:lnTo>
                <a:lnTo>
                  <a:pt x="618831" y="16204"/>
                </a:lnTo>
                <a:lnTo>
                  <a:pt x="631960" y="0"/>
                </a:lnTo>
                <a:lnTo>
                  <a:pt x="654149" y="4988"/>
                </a:lnTo>
                <a:close/>
                <a:moveTo>
                  <a:pt x="1093280" y="73336"/>
                </a:moveTo>
                <a:lnTo>
                  <a:pt x="1078042" y="85060"/>
                </a:lnTo>
                <a:lnTo>
                  <a:pt x="1032014" y="62132"/>
                </a:lnTo>
                <a:lnTo>
                  <a:pt x="1093280" y="73336"/>
                </a:lnTo>
                <a:close/>
                <a:moveTo>
                  <a:pt x="1324002" y="149828"/>
                </a:moveTo>
                <a:lnTo>
                  <a:pt x="1332607" y="153022"/>
                </a:lnTo>
                <a:lnTo>
                  <a:pt x="1322547" y="160931"/>
                </a:lnTo>
                <a:lnTo>
                  <a:pt x="1299821" y="159754"/>
                </a:lnTo>
                <a:lnTo>
                  <a:pt x="1294695" y="179673"/>
                </a:lnTo>
                <a:lnTo>
                  <a:pt x="1309256" y="209125"/>
                </a:lnTo>
                <a:lnTo>
                  <a:pt x="1299448" y="222380"/>
                </a:lnTo>
                <a:lnTo>
                  <a:pt x="1193207" y="230966"/>
                </a:lnTo>
                <a:lnTo>
                  <a:pt x="1160442" y="248002"/>
                </a:lnTo>
                <a:lnTo>
                  <a:pt x="1096288" y="215261"/>
                </a:lnTo>
                <a:lnTo>
                  <a:pt x="1128758" y="218871"/>
                </a:lnTo>
                <a:lnTo>
                  <a:pt x="1099922" y="198403"/>
                </a:lnTo>
                <a:lnTo>
                  <a:pt x="1144825" y="200355"/>
                </a:lnTo>
                <a:lnTo>
                  <a:pt x="1073435" y="192264"/>
                </a:lnTo>
                <a:lnTo>
                  <a:pt x="1084182" y="182509"/>
                </a:lnTo>
                <a:lnTo>
                  <a:pt x="1121930" y="185971"/>
                </a:lnTo>
                <a:lnTo>
                  <a:pt x="1094264" y="172759"/>
                </a:lnTo>
                <a:lnTo>
                  <a:pt x="1129385" y="168545"/>
                </a:lnTo>
                <a:lnTo>
                  <a:pt x="1152786" y="130572"/>
                </a:lnTo>
                <a:lnTo>
                  <a:pt x="1124009" y="133859"/>
                </a:lnTo>
                <a:lnTo>
                  <a:pt x="1131357" y="116700"/>
                </a:lnTo>
                <a:lnTo>
                  <a:pt x="1150039" y="111261"/>
                </a:lnTo>
                <a:lnTo>
                  <a:pt x="1147341" y="101818"/>
                </a:lnTo>
                <a:lnTo>
                  <a:pt x="1243809" y="78316"/>
                </a:lnTo>
                <a:lnTo>
                  <a:pt x="1227708" y="70179"/>
                </a:lnTo>
                <a:lnTo>
                  <a:pt x="1252985" y="69451"/>
                </a:lnTo>
                <a:lnTo>
                  <a:pt x="1287671" y="118779"/>
                </a:lnTo>
                <a:lnTo>
                  <a:pt x="1324706" y="137363"/>
                </a:lnTo>
                <a:lnTo>
                  <a:pt x="1324002" y="149828"/>
                </a:lnTo>
                <a:close/>
                <a:moveTo>
                  <a:pt x="1050425" y="604791"/>
                </a:moveTo>
                <a:lnTo>
                  <a:pt x="1041532" y="603944"/>
                </a:lnTo>
                <a:lnTo>
                  <a:pt x="1050425" y="604791"/>
                </a:lnTo>
                <a:close/>
                <a:moveTo>
                  <a:pt x="373995" y="1668500"/>
                </a:moveTo>
                <a:lnTo>
                  <a:pt x="381071" y="1682773"/>
                </a:lnTo>
                <a:lnTo>
                  <a:pt x="358467" y="1731578"/>
                </a:lnTo>
                <a:lnTo>
                  <a:pt x="341367" y="1742444"/>
                </a:lnTo>
                <a:lnTo>
                  <a:pt x="373995" y="1668500"/>
                </a:lnTo>
                <a:close/>
                <a:moveTo>
                  <a:pt x="1298731" y="766030"/>
                </a:moveTo>
                <a:lnTo>
                  <a:pt x="1275652" y="765576"/>
                </a:lnTo>
                <a:lnTo>
                  <a:pt x="1298731" y="766030"/>
                </a:lnTo>
                <a:close/>
                <a:moveTo>
                  <a:pt x="901874" y="663908"/>
                </a:moveTo>
                <a:lnTo>
                  <a:pt x="887089" y="687192"/>
                </a:lnTo>
                <a:lnTo>
                  <a:pt x="882591" y="670719"/>
                </a:lnTo>
                <a:lnTo>
                  <a:pt x="901874" y="663908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p"/>
          <p:cNvSpPr/>
          <p:nvPr/>
        </p:nvSpPr>
        <p:spPr>
          <a:xfrm>
            <a:off x="5005781" y="3723469"/>
            <a:ext cx="1824538" cy="2657349"/>
          </a:xfrm>
          <a:custGeom>
            <a:avLst/>
            <a:gdLst/>
            <a:ahLst/>
            <a:cxnLst/>
            <a:rect l="0" t="0" r="r" b="b"/>
            <a:pathLst>
              <a:path w="1824538" h="2657349">
                <a:moveTo>
                  <a:pt x="1824538" y="1234291"/>
                </a:moveTo>
                <a:lnTo>
                  <a:pt x="1738945" y="1257548"/>
                </a:lnTo>
                <a:lnTo>
                  <a:pt x="1824538" y="1234291"/>
                </a:lnTo>
                <a:close/>
                <a:moveTo>
                  <a:pt x="1710635" y="1337371"/>
                </a:moveTo>
                <a:lnTo>
                  <a:pt x="1722402" y="1345240"/>
                </a:lnTo>
                <a:lnTo>
                  <a:pt x="1679606" y="1355900"/>
                </a:lnTo>
                <a:lnTo>
                  <a:pt x="1599381" y="1347771"/>
                </a:lnTo>
                <a:lnTo>
                  <a:pt x="1573257" y="1361205"/>
                </a:lnTo>
                <a:lnTo>
                  <a:pt x="1574363" y="1337329"/>
                </a:lnTo>
                <a:lnTo>
                  <a:pt x="1597892" y="1313695"/>
                </a:lnTo>
                <a:lnTo>
                  <a:pt x="1625271" y="1332682"/>
                </a:lnTo>
                <a:lnTo>
                  <a:pt x="1710635" y="1337371"/>
                </a:lnTo>
                <a:close/>
                <a:moveTo>
                  <a:pt x="953873" y="1054276"/>
                </a:moveTo>
                <a:lnTo>
                  <a:pt x="966614" y="1072088"/>
                </a:lnTo>
                <a:lnTo>
                  <a:pt x="947206" y="1112198"/>
                </a:lnTo>
                <a:lnTo>
                  <a:pt x="949143" y="1151806"/>
                </a:lnTo>
                <a:lnTo>
                  <a:pt x="965782" y="1206369"/>
                </a:lnTo>
                <a:lnTo>
                  <a:pt x="945809" y="1200399"/>
                </a:lnTo>
                <a:lnTo>
                  <a:pt x="948273" y="1179091"/>
                </a:lnTo>
                <a:lnTo>
                  <a:pt x="907315" y="1113372"/>
                </a:lnTo>
                <a:lnTo>
                  <a:pt x="894567" y="1127033"/>
                </a:lnTo>
                <a:lnTo>
                  <a:pt x="909866" y="1072046"/>
                </a:lnTo>
                <a:lnTo>
                  <a:pt x="905955" y="1037353"/>
                </a:lnTo>
                <a:lnTo>
                  <a:pt x="953873" y="1054276"/>
                </a:lnTo>
                <a:close/>
                <a:moveTo>
                  <a:pt x="964644" y="25297"/>
                </a:moveTo>
                <a:lnTo>
                  <a:pt x="945020" y="52391"/>
                </a:lnTo>
                <a:lnTo>
                  <a:pt x="956478" y="55062"/>
                </a:lnTo>
                <a:lnTo>
                  <a:pt x="965694" y="89590"/>
                </a:lnTo>
                <a:lnTo>
                  <a:pt x="938799" y="101074"/>
                </a:lnTo>
                <a:lnTo>
                  <a:pt x="967946" y="122855"/>
                </a:lnTo>
                <a:lnTo>
                  <a:pt x="979198" y="164047"/>
                </a:lnTo>
                <a:lnTo>
                  <a:pt x="957213" y="175293"/>
                </a:lnTo>
                <a:lnTo>
                  <a:pt x="956345" y="193008"/>
                </a:lnTo>
                <a:lnTo>
                  <a:pt x="978342" y="183342"/>
                </a:lnTo>
                <a:lnTo>
                  <a:pt x="988802" y="192720"/>
                </a:lnTo>
                <a:lnTo>
                  <a:pt x="969994" y="205278"/>
                </a:lnTo>
                <a:lnTo>
                  <a:pt x="985903" y="204010"/>
                </a:lnTo>
                <a:lnTo>
                  <a:pt x="992428" y="219697"/>
                </a:lnTo>
                <a:lnTo>
                  <a:pt x="975995" y="241866"/>
                </a:lnTo>
                <a:lnTo>
                  <a:pt x="991213" y="240533"/>
                </a:lnTo>
                <a:lnTo>
                  <a:pt x="988382" y="256370"/>
                </a:lnTo>
                <a:lnTo>
                  <a:pt x="1007141" y="245090"/>
                </a:lnTo>
                <a:lnTo>
                  <a:pt x="1004570" y="265363"/>
                </a:lnTo>
                <a:lnTo>
                  <a:pt x="979593" y="277297"/>
                </a:lnTo>
                <a:lnTo>
                  <a:pt x="1008232" y="273745"/>
                </a:lnTo>
                <a:lnTo>
                  <a:pt x="1020191" y="296163"/>
                </a:lnTo>
                <a:lnTo>
                  <a:pt x="1001313" y="294743"/>
                </a:lnTo>
                <a:lnTo>
                  <a:pt x="1017912" y="304924"/>
                </a:lnTo>
                <a:lnTo>
                  <a:pt x="1006384" y="340897"/>
                </a:lnTo>
                <a:lnTo>
                  <a:pt x="1020660" y="339128"/>
                </a:lnTo>
                <a:lnTo>
                  <a:pt x="1019714" y="361281"/>
                </a:lnTo>
                <a:lnTo>
                  <a:pt x="1004000" y="354061"/>
                </a:lnTo>
                <a:lnTo>
                  <a:pt x="1025471" y="368835"/>
                </a:lnTo>
                <a:lnTo>
                  <a:pt x="1030338" y="391724"/>
                </a:lnTo>
                <a:lnTo>
                  <a:pt x="1015589" y="427994"/>
                </a:lnTo>
                <a:lnTo>
                  <a:pt x="1030296" y="440114"/>
                </a:lnTo>
                <a:lnTo>
                  <a:pt x="1017441" y="453755"/>
                </a:lnTo>
                <a:lnTo>
                  <a:pt x="1043164" y="453471"/>
                </a:lnTo>
                <a:lnTo>
                  <a:pt x="1045303" y="471623"/>
                </a:lnTo>
                <a:lnTo>
                  <a:pt x="1089638" y="508638"/>
                </a:lnTo>
                <a:lnTo>
                  <a:pt x="1090506" y="523660"/>
                </a:lnTo>
                <a:lnTo>
                  <a:pt x="1050206" y="534814"/>
                </a:lnTo>
                <a:lnTo>
                  <a:pt x="1024367" y="529114"/>
                </a:lnTo>
                <a:lnTo>
                  <a:pt x="1027122" y="516826"/>
                </a:lnTo>
                <a:lnTo>
                  <a:pt x="1009884" y="529807"/>
                </a:lnTo>
                <a:lnTo>
                  <a:pt x="984585" y="521067"/>
                </a:lnTo>
                <a:lnTo>
                  <a:pt x="928354" y="537510"/>
                </a:lnTo>
                <a:lnTo>
                  <a:pt x="935794" y="547170"/>
                </a:lnTo>
                <a:lnTo>
                  <a:pt x="870575" y="655486"/>
                </a:lnTo>
                <a:lnTo>
                  <a:pt x="878695" y="679706"/>
                </a:lnTo>
                <a:lnTo>
                  <a:pt x="862015" y="696561"/>
                </a:lnTo>
                <a:lnTo>
                  <a:pt x="874029" y="700309"/>
                </a:lnTo>
                <a:lnTo>
                  <a:pt x="872870" y="719316"/>
                </a:lnTo>
                <a:lnTo>
                  <a:pt x="853245" y="724576"/>
                </a:lnTo>
                <a:lnTo>
                  <a:pt x="869783" y="732979"/>
                </a:lnTo>
                <a:lnTo>
                  <a:pt x="905671" y="845601"/>
                </a:lnTo>
                <a:lnTo>
                  <a:pt x="899120" y="856294"/>
                </a:lnTo>
                <a:lnTo>
                  <a:pt x="886186" y="848243"/>
                </a:lnTo>
                <a:lnTo>
                  <a:pt x="809346" y="766291"/>
                </a:lnTo>
                <a:lnTo>
                  <a:pt x="800102" y="799441"/>
                </a:lnTo>
                <a:lnTo>
                  <a:pt x="807829" y="812735"/>
                </a:lnTo>
                <a:lnTo>
                  <a:pt x="807616" y="782761"/>
                </a:lnTo>
                <a:lnTo>
                  <a:pt x="811304" y="844929"/>
                </a:lnTo>
                <a:lnTo>
                  <a:pt x="798526" y="861148"/>
                </a:lnTo>
                <a:lnTo>
                  <a:pt x="811862" y="894501"/>
                </a:lnTo>
                <a:lnTo>
                  <a:pt x="798800" y="889556"/>
                </a:lnTo>
                <a:lnTo>
                  <a:pt x="793964" y="907675"/>
                </a:lnTo>
                <a:lnTo>
                  <a:pt x="827068" y="907070"/>
                </a:lnTo>
                <a:lnTo>
                  <a:pt x="838208" y="957043"/>
                </a:lnTo>
                <a:lnTo>
                  <a:pt x="770548" y="948421"/>
                </a:lnTo>
                <a:lnTo>
                  <a:pt x="776219" y="994459"/>
                </a:lnTo>
                <a:lnTo>
                  <a:pt x="793260" y="998539"/>
                </a:lnTo>
                <a:lnTo>
                  <a:pt x="777184" y="1003838"/>
                </a:lnTo>
                <a:lnTo>
                  <a:pt x="772462" y="981870"/>
                </a:lnTo>
                <a:lnTo>
                  <a:pt x="733916" y="1019271"/>
                </a:lnTo>
                <a:lnTo>
                  <a:pt x="747701" y="1023193"/>
                </a:lnTo>
                <a:lnTo>
                  <a:pt x="751159" y="1013107"/>
                </a:lnTo>
                <a:lnTo>
                  <a:pt x="752056" y="1063220"/>
                </a:lnTo>
                <a:lnTo>
                  <a:pt x="782858" y="1082787"/>
                </a:lnTo>
                <a:lnTo>
                  <a:pt x="782132" y="1106585"/>
                </a:lnTo>
                <a:lnTo>
                  <a:pt x="829866" y="1126688"/>
                </a:lnTo>
                <a:lnTo>
                  <a:pt x="824039" y="1151124"/>
                </a:lnTo>
                <a:lnTo>
                  <a:pt x="857847" y="1153427"/>
                </a:lnTo>
                <a:lnTo>
                  <a:pt x="859365" y="1166054"/>
                </a:lnTo>
                <a:lnTo>
                  <a:pt x="838128" y="1160776"/>
                </a:lnTo>
                <a:lnTo>
                  <a:pt x="828677" y="1176294"/>
                </a:lnTo>
                <a:lnTo>
                  <a:pt x="863707" y="1180614"/>
                </a:lnTo>
                <a:lnTo>
                  <a:pt x="862022" y="1201920"/>
                </a:lnTo>
                <a:lnTo>
                  <a:pt x="851960" y="1192958"/>
                </a:lnTo>
                <a:lnTo>
                  <a:pt x="855290" y="1220823"/>
                </a:lnTo>
                <a:lnTo>
                  <a:pt x="867909" y="1217126"/>
                </a:lnTo>
                <a:lnTo>
                  <a:pt x="872124" y="1266110"/>
                </a:lnTo>
                <a:lnTo>
                  <a:pt x="931470" y="1361803"/>
                </a:lnTo>
                <a:lnTo>
                  <a:pt x="966895" y="1378226"/>
                </a:lnTo>
                <a:lnTo>
                  <a:pt x="1003601" y="1360319"/>
                </a:lnTo>
                <a:lnTo>
                  <a:pt x="1011732" y="1379001"/>
                </a:lnTo>
                <a:lnTo>
                  <a:pt x="1012000" y="1358552"/>
                </a:lnTo>
                <a:lnTo>
                  <a:pt x="985509" y="1337413"/>
                </a:lnTo>
                <a:lnTo>
                  <a:pt x="990037" y="1321242"/>
                </a:lnTo>
                <a:lnTo>
                  <a:pt x="1044284" y="1297351"/>
                </a:lnTo>
                <a:lnTo>
                  <a:pt x="1066335" y="1300239"/>
                </a:lnTo>
                <a:lnTo>
                  <a:pt x="1088277" y="1347886"/>
                </a:lnTo>
                <a:lnTo>
                  <a:pt x="1088958" y="1382414"/>
                </a:lnTo>
                <a:lnTo>
                  <a:pt x="1174455" y="1449028"/>
                </a:lnTo>
                <a:lnTo>
                  <a:pt x="1194421" y="1440870"/>
                </a:lnTo>
                <a:lnTo>
                  <a:pt x="1206457" y="1415629"/>
                </a:lnTo>
                <a:lnTo>
                  <a:pt x="1296496" y="1466435"/>
                </a:lnTo>
                <a:lnTo>
                  <a:pt x="1292370" y="1495060"/>
                </a:lnTo>
                <a:lnTo>
                  <a:pt x="1303285" y="1511782"/>
                </a:lnTo>
                <a:lnTo>
                  <a:pt x="1239686" y="1527308"/>
                </a:lnTo>
                <a:lnTo>
                  <a:pt x="1237633" y="1458322"/>
                </a:lnTo>
                <a:lnTo>
                  <a:pt x="1222286" y="1455074"/>
                </a:lnTo>
                <a:lnTo>
                  <a:pt x="1232192" y="1476507"/>
                </a:lnTo>
                <a:lnTo>
                  <a:pt x="1209676" y="1488410"/>
                </a:lnTo>
                <a:lnTo>
                  <a:pt x="1207910" y="1521413"/>
                </a:lnTo>
                <a:lnTo>
                  <a:pt x="1235982" y="1519910"/>
                </a:lnTo>
                <a:lnTo>
                  <a:pt x="1232022" y="1585975"/>
                </a:lnTo>
                <a:lnTo>
                  <a:pt x="1288935" y="1668372"/>
                </a:lnTo>
                <a:lnTo>
                  <a:pt x="1347087" y="1707147"/>
                </a:lnTo>
                <a:lnTo>
                  <a:pt x="1415407" y="1714802"/>
                </a:lnTo>
                <a:lnTo>
                  <a:pt x="1430249" y="1731908"/>
                </a:lnTo>
                <a:lnTo>
                  <a:pt x="1439292" y="1790921"/>
                </a:lnTo>
                <a:lnTo>
                  <a:pt x="1414908" y="1827794"/>
                </a:lnTo>
                <a:lnTo>
                  <a:pt x="1388653" y="1828948"/>
                </a:lnTo>
                <a:lnTo>
                  <a:pt x="1370361" y="1870318"/>
                </a:lnTo>
                <a:lnTo>
                  <a:pt x="1375549" y="1969682"/>
                </a:lnTo>
                <a:lnTo>
                  <a:pt x="1433191" y="2050118"/>
                </a:lnTo>
                <a:lnTo>
                  <a:pt x="1449738" y="2050107"/>
                </a:lnTo>
                <a:lnTo>
                  <a:pt x="1443090" y="2042352"/>
                </a:lnTo>
                <a:lnTo>
                  <a:pt x="1466376" y="2057284"/>
                </a:lnTo>
                <a:lnTo>
                  <a:pt x="1451765" y="2069322"/>
                </a:lnTo>
                <a:lnTo>
                  <a:pt x="1530394" y="2095848"/>
                </a:lnTo>
                <a:lnTo>
                  <a:pt x="1495021" y="2107870"/>
                </a:lnTo>
                <a:lnTo>
                  <a:pt x="1487462" y="2093956"/>
                </a:lnTo>
                <a:lnTo>
                  <a:pt x="1461726" y="2167611"/>
                </a:lnTo>
                <a:lnTo>
                  <a:pt x="1463369" y="2235250"/>
                </a:lnTo>
                <a:lnTo>
                  <a:pt x="1430950" y="2224649"/>
                </a:lnTo>
                <a:lnTo>
                  <a:pt x="1425012" y="2242027"/>
                </a:lnTo>
                <a:lnTo>
                  <a:pt x="1439658" y="2254965"/>
                </a:lnTo>
                <a:lnTo>
                  <a:pt x="1457855" y="2239548"/>
                </a:lnTo>
                <a:lnTo>
                  <a:pt x="1464077" y="2266522"/>
                </a:lnTo>
                <a:lnTo>
                  <a:pt x="1487281" y="2276863"/>
                </a:lnTo>
                <a:lnTo>
                  <a:pt x="1475154" y="2287641"/>
                </a:lnTo>
                <a:lnTo>
                  <a:pt x="1507170" y="2298989"/>
                </a:lnTo>
                <a:lnTo>
                  <a:pt x="1509777" y="2317450"/>
                </a:lnTo>
                <a:lnTo>
                  <a:pt x="1517547" y="2305961"/>
                </a:lnTo>
                <a:lnTo>
                  <a:pt x="1533715" y="2317688"/>
                </a:lnTo>
                <a:lnTo>
                  <a:pt x="1533530" y="2342530"/>
                </a:lnTo>
                <a:lnTo>
                  <a:pt x="1562068" y="2382646"/>
                </a:lnTo>
                <a:lnTo>
                  <a:pt x="1580933" y="2455622"/>
                </a:lnTo>
                <a:lnTo>
                  <a:pt x="1572500" y="2505837"/>
                </a:lnTo>
                <a:lnTo>
                  <a:pt x="1585057" y="2526360"/>
                </a:lnTo>
                <a:lnTo>
                  <a:pt x="1590954" y="2657349"/>
                </a:lnTo>
                <a:lnTo>
                  <a:pt x="1568849" y="2622930"/>
                </a:lnTo>
                <a:lnTo>
                  <a:pt x="1518391" y="2614395"/>
                </a:lnTo>
                <a:lnTo>
                  <a:pt x="1388424" y="2508942"/>
                </a:lnTo>
                <a:lnTo>
                  <a:pt x="1333725" y="2482872"/>
                </a:lnTo>
                <a:lnTo>
                  <a:pt x="1351832" y="2485722"/>
                </a:lnTo>
                <a:lnTo>
                  <a:pt x="1348654" y="2471497"/>
                </a:lnTo>
                <a:lnTo>
                  <a:pt x="1323107" y="2475644"/>
                </a:lnTo>
                <a:lnTo>
                  <a:pt x="1265502" y="2446105"/>
                </a:lnTo>
                <a:lnTo>
                  <a:pt x="905523" y="2194050"/>
                </a:lnTo>
                <a:lnTo>
                  <a:pt x="812776" y="2088095"/>
                </a:lnTo>
                <a:lnTo>
                  <a:pt x="751614" y="1994963"/>
                </a:lnTo>
                <a:lnTo>
                  <a:pt x="735187" y="1955237"/>
                </a:lnTo>
                <a:lnTo>
                  <a:pt x="746827" y="1974407"/>
                </a:lnTo>
                <a:lnTo>
                  <a:pt x="742062" y="1915754"/>
                </a:lnTo>
                <a:lnTo>
                  <a:pt x="726139" y="1888950"/>
                </a:lnTo>
                <a:lnTo>
                  <a:pt x="743327" y="1886778"/>
                </a:lnTo>
                <a:lnTo>
                  <a:pt x="715584" y="1822502"/>
                </a:lnTo>
                <a:lnTo>
                  <a:pt x="651235" y="1787792"/>
                </a:lnTo>
                <a:lnTo>
                  <a:pt x="651498" y="1764255"/>
                </a:lnTo>
                <a:lnTo>
                  <a:pt x="680496" y="1755993"/>
                </a:lnTo>
                <a:lnTo>
                  <a:pt x="690691" y="1735165"/>
                </a:lnTo>
                <a:lnTo>
                  <a:pt x="670886" y="1695554"/>
                </a:lnTo>
                <a:lnTo>
                  <a:pt x="708273" y="1652619"/>
                </a:lnTo>
                <a:lnTo>
                  <a:pt x="725692" y="1653048"/>
                </a:lnTo>
                <a:lnTo>
                  <a:pt x="705955" y="1647764"/>
                </a:lnTo>
                <a:lnTo>
                  <a:pt x="698368" y="1526199"/>
                </a:lnTo>
                <a:lnTo>
                  <a:pt x="709285" y="1524780"/>
                </a:lnTo>
                <a:lnTo>
                  <a:pt x="696066" y="1519096"/>
                </a:lnTo>
                <a:lnTo>
                  <a:pt x="680078" y="1439350"/>
                </a:lnTo>
                <a:lnTo>
                  <a:pt x="654099" y="1408564"/>
                </a:lnTo>
                <a:lnTo>
                  <a:pt x="647821" y="1338641"/>
                </a:lnTo>
                <a:lnTo>
                  <a:pt x="629679" y="1304557"/>
                </a:lnTo>
                <a:lnTo>
                  <a:pt x="640592" y="1271587"/>
                </a:lnTo>
                <a:lnTo>
                  <a:pt x="615166" y="1128295"/>
                </a:lnTo>
                <a:lnTo>
                  <a:pt x="586085" y="1100991"/>
                </a:lnTo>
                <a:lnTo>
                  <a:pt x="597099" y="1016566"/>
                </a:lnTo>
                <a:lnTo>
                  <a:pt x="589016" y="992103"/>
                </a:lnTo>
                <a:lnTo>
                  <a:pt x="604307" y="957784"/>
                </a:lnTo>
                <a:lnTo>
                  <a:pt x="616129" y="967685"/>
                </a:lnTo>
                <a:lnTo>
                  <a:pt x="606252" y="946788"/>
                </a:lnTo>
                <a:lnTo>
                  <a:pt x="616255" y="921667"/>
                </a:lnTo>
                <a:lnTo>
                  <a:pt x="611184" y="912839"/>
                </a:lnTo>
                <a:lnTo>
                  <a:pt x="583568" y="924338"/>
                </a:lnTo>
                <a:lnTo>
                  <a:pt x="560312" y="847748"/>
                </a:lnTo>
                <a:lnTo>
                  <a:pt x="543158" y="843607"/>
                </a:lnTo>
                <a:lnTo>
                  <a:pt x="531417" y="856916"/>
                </a:lnTo>
                <a:lnTo>
                  <a:pt x="506918" y="826546"/>
                </a:lnTo>
                <a:lnTo>
                  <a:pt x="510577" y="809889"/>
                </a:lnTo>
                <a:lnTo>
                  <a:pt x="427853" y="741092"/>
                </a:lnTo>
                <a:lnTo>
                  <a:pt x="419991" y="692133"/>
                </a:lnTo>
                <a:lnTo>
                  <a:pt x="464173" y="651576"/>
                </a:lnTo>
                <a:lnTo>
                  <a:pt x="476833" y="652974"/>
                </a:lnTo>
                <a:lnTo>
                  <a:pt x="448915" y="651472"/>
                </a:lnTo>
                <a:lnTo>
                  <a:pt x="473283" y="613704"/>
                </a:lnTo>
                <a:lnTo>
                  <a:pt x="442978" y="648734"/>
                </a:lnTo>
                <a:lnTo>
                  <a:pt x="379573" y="672734"/>
                </a:lnTo>
                <a:lnTo>
                  <a:pt x="368608" y="721108"/>
                </a:lnTo>
                <a:lnTo>
                  <a:pt x="344264" y="756882"/>
                </a:lnTo>
                <a:lnTo>
                  <a:pt x="353920" y="788572"/>
                </a:lnTo>
                <a:lnTo>
                  <a:pt x="379700" y="786327"/>
                </a:lnTo>
                <a:lnTo>
                  <a:pt x="380521" y="816582"/>
                </a:lnTo>
                <a:lnTo>
                  <a:pt x="409525" y="827322"/>
                </a:lnTo>
                <a:lnTo>
                  <a:pt x="437954" y="871997"/>
                </a:lnTo>
                <a:lnTo>
                  <a:pt x="477266" y="863275"/>
                </a:lnTo>
                <a:lnTo>
                  <a:pt x="482077" y="900658"/>
                </a:lnTo>
                <a:lnTo>
                  <a:pt x="444370" y="891858"/>
                </a:lnTo>
                <a:lnTo>
                  <a:pt x="440163" y="912340"/>
                </a:lnTo>
                <a:lnTo>
                  <a:pt x="457838" y="909023"/>
                </a:lnTo>
                <a:lnTo>
                  <a:pt x="434334" y="920227"/>
                </a:lnTo>
                <a:lnTo>
                  <a:pt x="383145" y="902963"/>
                </a:lnTo>
                <a:lnTo>
                  <a:pt x="387806" y="885286"/>
                </a:lnTo>
                <a:lnTo>
                  <a:pt x="371408" y="870014"/>
                </a:lnTo>
                <a:lnTo>
                  <a:pt x="338259" y="884632"/>
                </a:lnTo>
                <a:lnTo>
                  <a:pt x="352385" y="834361"/>
                </a:lnTo>
                <a:lnTo>
                  <a:pt x="295193" y="781577"/>
                </a:lnTo>
                <a:lnTo>
                  <a:pt x="233761" y="792981"/>
                </a:lnTo>
                <a:lnTo>
                  <a:pt x="214296" y="774541"/>
                </a:lnTo>
                <a:lnTo>
                  <a:pt x="221082" y="731174"/>
                </a:lnTo>
                <a:lnTo>
                  <a:pt x="188603" y="716187"/>
                </a:lnTo>
                <a:lnTo>
                  <a:pt x="185583" y="683835"/>
                </a:lnTo>
                <a:lnTo>
                  <a:pt x="167333" y="668884"/>
                </a:lnTo>
                <a:lnTo>
                  <a:pt x="129447" y="666507"/>
                </a:lnTo>
                <a:lnTo>
                  <a:pt x="117797" y="636578"/>
                </a:lnTo>
                <a:lnTo>
                  <a:pt x="81701" y="623762"/>
                </a:lnTo>
                <a:lnTo>
                  <a:pt x="93534" y="596120"/>
                </a:lnTo>
                <a:lnTo>
                  <a:pt x="78213" y="553642"/>
                </a:lnTo>
                <a:lnTo>
                  <a:pt x="39680" y="553921"/>
                </a:lnTo>
                <a:lnTo>
                  <a:pt x="19404" y="530008"/>
                </a:lnTo>
                <a:lnTo>
                  <a:pt x="443" y="529907"/>
                </a:lnTo>
                <a:lnTo>
                  <a:pt x="8556" y="513474"/>
                </a:lnTo>
                <a:lnTo>
                  <a:pt x="0" y="490017"/>
                </a:lnTo>
                <a:lnTo>
                  <a:pt x="26206" y="474893"/>
                </a:lnTo>
                <a:lnTo>
                  <a:pt x="30499" y="447421"/>
                </a:lnTo>
                <a:lnTo>
                  <a:pt x="101983" y="426434"/>
                </a:lnTo>
                <a:lnTo>
                  <a:pt x="82640" y="403467"/>
                </a:lnTo>
                <a:lnTo>
                  <a:pt x="91992" y="387501"/>
                </a:lnTo>
                <a:lnTo>
                  <a:pt x="109856" y="390682"/>
                </a:lnTo>
                <a:lnTo>
                  <a:pt x="125573" y="370392"/>
                </a:lnTo>
                <a:lnTo>
                  <a:pt x="164291" y="378995"/>
                </a:lnTo>
                <a:lnTo>
                  <a:pt x="169554" y="353337"/>
                </a:lnTo>
                <a:lnTo>
                  <a:pt x="209265" y="319606"/>
                </a:lnTo>
                <a:lnTo>
                  <a:pt x="214147" y="281869"/>
                </a:lnTo>
                <a:lnTo>
                  <a:pt x="278665" y="278520"/>
                </a:lnTo>
                <a:lnTo>
                  <a:pt x="300678" y="262983"/>
                </a:lnTo>
                <a:lnTo>
                  <a:pt x="299854" y="243698"/>
                </a:lnTo>
                <a:lnTo>
                  <a:pt x="316126" y="227866"/>
                </a:lnTo>
                <a:lnTo>
                  <a:pt x="377081" y="231753"/>
                </a:lnTo>
                <a:lnTo>
                  <a:pt x="410737" y="205504"/>
                </a:lnTo>
                <a:lnTo>
                  <a:pt x="466944" y="216424"/>
                </a:lnTo>
                <a:lnTo>
                  <a:pt x="508398" y="352527"/>
                </a:lnTo>
                <a:lnTo>
                  <a:pt x="550016" y="332966"/>
                </a:lnTo>
                <a:lnTo>
                  <a:pt x="554366" y="315844"/>
                </a:lnTo>
                <a:lnTo>
                  <a:pt x="635926" y="294978"/>
                </a:lnTo>
                <a:lnTo>
                  <a:pt x="645265" y="277294"/>
                </a:lnTo>
                <a:lnTo>
                  <a:pt x="659724" y="295075"/>
                </a:lnTo>
                <a:lnTo>
                  <a:pt x="714118" y="299184"/>
                </a:lnTo>
                <a:lnTo>
                  <a:pt x="744832" y="258851"/>
                </a:lnTo>
                <a:lnTo>
                  <a:pt x="741100" y="221192"/>
                </a:lnTo>
                <a:lnTo>
                  <a:pt x="761649" y="206550"/>
                </a:lnTo>
                <a:lnTo>
                  <a:pt x="760571" y="150112"/>
                </a:lnTo>
                <a:lnTo>
                  <a:pt x="815388" y="102574"/>
                </a:lnTo>
                <a:lnTo>
                  <a:pt x="815860" y="22018"/>
                </a:lnTo>
                <a:lnTo>
                  <a:pt x="838628" y="16229"/>
                </a:lnTo>
                <a:lnTo>
                  <a:pt x="845754" y="0"/>
                </a:lnTo>
                <a:lnTo>
                  <a:pt x="907436" y="29465"/>
                </a:lnTo>
                <a:lnTo>
                  <a:pt x="914800" y="11157"/>
                </a:lnTo>
                <a:lnTo>
                  <a:pt x="964644" y="25297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p"/>
          <p:cNvSpPr/>
          <p:nvPr/>
        </p:nvSpPr>
        <p:spPr>
          <a:xfrm>
            <a:off x="249529" y="6454504"/>
            <a:ext cx="2291645" cy="2470133"/>
          </a:xfrm>
          <a:custGeom>
            <a:avLst/>
            <a:gdLst/>
            <a:ahLst/>
            <a:cxnLst/>
            <a:rect l="0" t="0" r="r" b="b"/>
            <a:pathLst>
              <a:path w="2291645" h="2470133">
                <a:moveTo>
                  <a:pt x="638285" y="1123180"/>
                </a:moveTo>
                <a:lnTo>
                  <a:pt x="676303" y="1109157"/>
                </a:lnTo>
                <a:lnTo>
                  <a:pt x="706309" y="1071166"/>
                </a:lnTo>
                <a:lnTo>
                  <a:pt x="696436" y="994381"/>
                </a:lnTo>
                <a:lnTo>
                  <a:pt x="748815" y="958484"/>
                </a:lnTo>
                <a:lnTo>
                  <a:pt x="779328" y="968574"/>
                </a:lnTo>
                <a:lnTo>
                  <a:pt x="772383" y="983954"/>
                </a:lnTo>
                <a:lnTo>
                  <a:pt x="807403" y="1030297"/>
                </a:lnTo>
                <a:lnTo>
                  <a:pt x="836227" y="1031726"/>
                </a:lnTo>
                <a:lnTo>
                  <a:pt x="835400" y="1062541"/>
                </a:lnTo>
                <a:lnTo>
                  <a:pt x="868556" y="1056323"/>
                </a:lnTo>
                <a:lnTo>
                  <a:pt x="893095" y="1083744"/>
                </a:lnTo>
                <a:lnTo>
                  <a:pt x="928977" y="1063303"/>
                </a:lnTo>
                <a:lnTo>
                  <a:pt x="922155" y="1033157"/>
                </a:lnTo>
                <a:lnTo>
                  <a:pt x="970826" y="986948"/>
                </a:lnTo>
                <a:lnTo>
                  <a:pt x="954557" y="925300"/>
                </a:lnTo>
                <a:lnTo>
                  <a:pt x="931013" y="920650"/>
                </a:lnTo>
                <a:lnTo>
                  <a:pt x="911360" y="879763"/>
                </a:lnTo>
                <a:lnTo>
                  <a:pt x="930262" y="851608"/>
                </a:lnTo>
                <a:lnTo>
                  <a:pt x="973034" y="846327"/>
                </a:lnTo>
                <a:lnTo>
                  <a:pt x="965888" y="771656"/>
                </a:lnTo>
                <a:lnTo>
                  <a:pt x="911570" y="766001"/>
                </a:lnTo>
                <a:lnTo>
                  <a:pt x="889891" y="748710"/>
                </a:lnTo>
                <a:lnTo>
                  <a:pt x="873984" y="705823"/>
                </a:lnTo>
                <a:lnTo>
                  <a:pt x="879269" y="684274"/>
                </a:lnTo>
                <a:lnTo>
                  <a:pt x="865990" y="669179"/>
                </a:lnTo>
                <a:lnTo>
                  <a:pt x="880445" y="658678"/>
                </a:lnTo>
                <a:lnTo>
                  <a:pt x="876908" y="624671"/>
                </a:lnTo>
                <a:lnTo>
                  <a:pt x="910265" y="602189"/>
                </a:lnTo>
                <a:lnTo>
                  <a:pt x="888773" y="572814"/>
                </a:lnTo>
                <a:lnTo>
                  <a:pt x="928602" y="556557"/>
                </a:lnTo>
                <a:lnTo>
                  <a:pt x="937702" y="534676"/>
                </a:lnTo>
                <a:lnTo>
                  <a:pt x="974169" y="515150"/>
                </a:lnTo>
                <a:lnTo>
                  <a:pt x="985091" y="501828"/>
                </a:lnTo>
                <a:lnTo>
                  <a:pt x="978866" y="475182"/>
                </a:lnTo>
                <a:lnTo>
                  <a:pt x="1019092" y="434307"/>
                </a:lnTo>
                <a:lnTo>
                  <a:pt x="1018908" y="396946"/>
                </a:lnTo>
                <a:lnTo>
                  <a:pt x="1008239" y="392304"/>
                </a:lnTo>
                <a:lnTo>
                  <a:pt x="1042088" y="326474"/>
                </a:lnTo>
                <a:lnTo>
                  <a:pt x="1016100" y="315386"/>
                </a:lnTo>
                <a:lnTo>
                  <a:pt x="977585" y="247464"/>
                </a:lnTo>
                <a:lnTo>
                  <a:pt x="999938" y="235395"/>
                </a:lnTo>
                <a:lnTo>
                  <a:pt x="999169" y="197048"/>
                </a:lnTo>
                <a:lnTo>
                  <a:pt x="1018967" y="199292"/>
                </a:lnTo>
                <a:lnTo>
                  <a:pt x="1022464" y="185949"/>
                </a:lnTo>
                <a:lnTo>
                  <a:pt x="1002010" y="164226"/>
                </a:lnTo>
                <a:lnTo>
                  <a:pt x="1018868" y="98038"/>
                </a:lnTo>
                <a:lnTo>
                  <a:pt x="1009472" y="72185"/>
                </a:lnTo>
                <a:lnTo>
                  <a:pt x="1040484" y="87533"/>
                </a:lnTo>
                <a:lnTo>
                  <a:pt x="1056947" y="74078"/>
                </a:lnTo>
                <a:lnTo>
                  <a:pt x="1065309" y="88880"/>
                </a:lnTo>
                <a:lnTo>
                  <a:pt x="1080859" y="88461"/>
                </a:lnTo>
                <a:lnTo>
                  <a:pt x="1087580" y="63396"/>
                </a:lnTo>
                <a:lnTo>
                  <a:pt x="1134360" y="56641"/>
                </a:lnTo>
                <a:lnTo>
                  <a:pt x="1125727" y="17394"/>
                </a:lnTo>
                <a:lnTo>
                  <a:pt x="1110390" y="17169"/>
                </a:lnTo>
                <a:lnTo>
                  <a:pt x="1135094" y="0"/>
                </a:lnTo>
                <a:lnTo>
                  <a:pt x="1150589" y="10043"/>
                </a:lnTo>
                <a:lnTo>
                  <a:pt x="1150263" y="32357"/>
                </a:lnTo>
                <a:lnTo>
                  <a:pt x="1178059" y="76367"/>
                </a:lnTo>
                <a:lnTo>
                  <a:pt x="1170202" y="91115"/>
                </a:lnTo>
                <a:lnTo>
                  <a:pt x="1141319" y="90307"/>
                </a:lnTo>
                <a:lnTo>
                  <a:pt x="1132437" y="134327"/>
                </a:lnTo>
                <a:lnTo>
                  <a:pt x="1207871" y="129909"/>
                </a:lnTo>
                <a:lnTo>
                  <a:pt x="1239188" y="162634"/>
                </a:lnTo>
                <a:lnTo>
                  <a:pt x="1258814" y="238839"/>
                </a:lnTo>
                <a:lnTo>
                  <a:pt x="1276146" y="256136"/>
                </a:lnTo>
                <a:lnTo>
                  <a:pt x="1252106" y="316123"/>
                </a:lnTo>
                <a:lnTo>
                  <a:pt x="1273524" y="334200"/>
                </a:lnTo>
                <a:lnTo>
                  <a:pt x="1309438" y="329149"/>
                </a:lnTo>
                <a:lnTo>
                  <a:pt x="1320143" y="351134"/>
                </a:lnTo>
                <a:lnTo>
                  <a:pt x="1323540" y="373321"/>
                </a:lnTo>
                <a:lnTo>
                  <a:pt x="1296997" y="432096"/>
                </a:lnTo>
                <a:lnTo>
                  <a:pt x="1302895" y="459797"/>
                </a:lnTo>
                <a:lnTo>
                  <a:pt x="1329463" y="490675"/>
                </a:lnTo>
                <a:lnTo>
                  <a:pt x="1328251" y="529795"/>
                </a:lnTo>
                <a:lnTo>
                  <a:pt x="1354955" y="536146"/>
                </a:lnTo>
                <a:lnTo>
                  <a:pt x="1367702" y="555828"/>
                </a:lnTo>
                <a:lnTo>
                  <a:pt x="1393145" y="551189"/>
                </a:lnTo>
                <a:lnTo>
                  <a:pt x="1398191" y="563178"/>
                </a:lnTo>
                <a:lnTo>
                  <a:pt x="1380852" y="615860"/>
                </a:lnTo>
                <a:lnTo>
                  <a:pt x="1387255" y="639003"/>
                </a:lnTo>
                <a:lnTo>
                  <a:pt x="1368384" y="647269"/>
                </a:lnTo>
                <a:lnTo>
                  <a:pt x="1376866" y="661126"/>
                </a:lnTo>
                <a:lnTo>
                  <a:pt x="1352136" y="732713"/>
                </a:lnTo>
                <a:lnTo>
                  <a:pt x="1360282" y="768708"/>
                </a:lnTo>
                <a:lnTo>
                  <a:pt x="1343272" y="821394"/>
                </a:lnTo>
                <a:lnTo>
                  <a:pt x="1348833" y="842375"/>
                </a:lnTo>
                <a:lnTo>
                  <a:pt x="1329488" y="879150"/>
                </a:lnTo>
                <a:lnTo>
                  <a:pt x="1332385" y="905024"/>
                </a:lnTo>
                <a:lnTo>
                  <a:pt x="1356354" y="907784"/>
                </a:lnTo>
                <a:lnTo>
                  <a:pt x="1374555" y="947789"/>
                </a:lnTo>
                <a:lnTo>
                  <a:pt x="1393572" y="960189"/>
                </a:lnTo>
                <a:lnTo>
                  <a:pt x="1436219" y="953309"/>
                </a:lnTo>
                <a:lnTo>
                  <a:pt x="1457747" y="935947"/>
                </a:lnTo>
                <a:lnTo>
                  <a:pt x="1467458" y="897078"/>
                </a:lnTo>
                <a:lnTo>
                  <a:pt x="1513901" y="902605"/>
                </a:lnTo>
                <a:lnTo>
                  <a:pt x="1538805" y="883441"/>
                </a:lnTo>
                <a:lnTo>
                  <a:pt x="1556166" y="891711"/>
                </a:lnTo>
                <a:lnTo>
                  <a:pt x="1582270" y="874638"/>
                </a:lnTo>
                <a:lnTo>
                  <a:pt x="1605066" y="827764"/>
                </a:lnTo>
                <a:lnTo>
                  <a:pt x="1613815" y="863907"/>
                </a:lnTo>
                <a:lnTo>
                  <a:pt x="1644656" y="856310"/>
                </a:lnTo>
                <a:lnTo>
                  <a:pt x="1634365" y="893248"/>
                </a:lnTo>
                <a:lnTo>
                  <a:pt x="1647776" y="938924"/>
                </a:lnTo>
                <a:lnTo>
                  <a:pt x="1647257" y="901830"/>
                </a:lnTo>
                <a:lnTo>
                  <a:pt x="1708513" y="873061"/>
                </a:lnTo>
                <a:lnTo>
                  <a:pt x="1722867" y="850351"/>
                </a:lnTo>
                <a:lnTo>
                  <a:pt x="1723697" y="792646"/>
                </a:lnTo>
                <a:lnTo>
                  <a:pt x="1769609" y="747414"/>
                </a:lnTo>
                <a:lnTo>
                  <a:pt x="1795574" y="694886"/>
                </a:lnTo>
                <a:lnTo>
                  <a:pt x="1798318" y="652715"/>
                </a:lnTo>
                <a:lnTo>
                  <a:pt x="1811029" y="656101"/>
                </a:lnTo>
                <a:lnTo>
                  <a:pt x="1837128" y="600681"/>
                </a:lnTo>
                <a:lnTo>
                  <a:pt x="1875413" y="576972"/>
                </a:lnTo>
                <a:lnTo>
                  <a:pt x="1912805" y="590564"/>
                </a:lnTo>
                <a:lnTo>
                  <a:pt x="1961364" y="588625"/>
                </a:lnTo>
                <a:lnTo>
                  <a:pt x="2016207" y="635938"/>
                </a:lnTo>
                <a:lnTo>
                  <a:pt x="2038498" y="633341"/>
                </a:lnTo>
                <a:lnTo>
                  <a:pt x="2022667" y="657678"/>
                </a:lnTo>
                <a:lnTo>
                  <a:pt x="2042574" y="673471"/>
                </a:lnTo>
                <a:lnTo>
                  <a:pt x="2039686" y="715184"/>
                </a:lnTo>
                <a:lnTo>
                  <a:pt x="2055665" y="722482"/>
                </a:lnTo>
                <a:lnTo>
                  <a:pt x="2091271" y="724468"/>
                </a:lnTo>
                <a:lnTo>
                  <a:pt x="2102531" y="708569"/>
                </a:lnTo>
                <a:lnTo>
                  <a:pt x="2118499" y="723040"/>
                </a:lnTo>
                <a:lnTo>
                  <a:pt x="2127432" y="693530"/>
                </a:lnTo>
                <a:lnTo>
                  <a:pt x="2146253" y="683231"/>
                </a:lnTo>
                <a:lnTo>
                  <a:pt x="2197917" y="706582"/>
                </a:lnTo>
                <a:lnTo>
                  <a:pt x="2212884" y="725966"/>
                </a:lnTo>
                <a:lnTo>
                  <a:pt x="2203716" y="747801"/>
                </a:lnTo>
                <a:lnTo>
                  <a:pt x="2211839" y="770146"/>
                </a:lnTo>
                <a:lnTo>
                  <a:pt x="2227566" y="776274"/>
                </a:lnTo>
                <a:lnTo>
                  <a:pt x="2227272" y="797415"/>
                </a:lnTo>
                <a:lnTo>
                  <a:pt x="2241969" y="811616"/>
                </a:lnTo>
                <a:lnTo>
                  <a:pt x="2241442" y="850572"/>
                </a:lnTo>
                <a:lnTo>
                  <a:pt x="2279496" y="862586"/>
                </a:lnTo>
                <a:lnTo>
                  <a:pt x="2290298" y="899115"/>
                </a:lnTo>
                <a:lnTo>
                  <a:pt x="2291645" y="909890"/>
                </a:lnTo>
                <a:lnTo>
                  <a:pt x="2250873" y="930916"/>
                </a:lnTo>
                <a:lnTo>
                  <a:pt x="2197764" y="905532"/>
                </a:lnTo>
                <a:lnTo>
                  <a:pt x="2189170" y="915964"/>
                </a:lnTo>
                <a:lnTo>
                  <a:pt x="2150435" y="915291"/>
                </a:lnTo>
                <a:lnTo>
                  <a:pt x="2136048" y="934180"/>
                </a:lnTo>
                <a:lnTo>
                  <a:pt x="2151811" y="956802"/>
                </a:lnTo>
                <a:lnTo>
                  <a:pt x="2137532" y="970821"/>
                </a:lnTo>
                <a:lnTo>
                  <a:pt x="2148056" y="1010507"/>
                </a:lnTo>
                <a:lnTo>
                  <a:pt x="2122166" y="1036687"/>
                </a:lnTo>
                <a:lnTo>
                  <a:pt x="2180893" y="1126948"/>
                </a:lnTo>
                <a:lnTo>
                  <a:pt x="2193613" y="1110836"/>
                </a:lnTo>
                <a:lnTo>
                  <a:pt x="2213914" y="1110900"/>
                </a:lnTo>
                <a:lnTo>
                  <a:pt x="2202140" y="1141529"/>
                </a:lnTo>
                <a:lnTo>
                  <a:pt x="2217270" y="1170604"/>
                </a:lnTo>
                <a:lnTo>
                  <a:pt x="2213422" y="1195896"/>
                </a:lnTo>
                <a:lnTo>
                  <a:pt x="2199076" y="1204398"/>
                </a:lnTo>
                <a:lnTo>
                  <a:pt x="2185506" y="1185653"/>
                </a:lnTo>
                <a:lnTo>
                  <a:pt x="2172823" y="1215524"/>
                </a:lnTo>
                <a:lnTo>
                  <a:pt x="2144745" y="1237932"/>
                </a:lnTo>
                <a:lnTo>
                  <a:pt x="2095796" y="1226642"/>
                </a:lnTo>
                <a:lnTo>
                  <a:pt x="2073907" y="1238606"/>
                </a:lnTo>
                <a:lnTo>
                  <a:pt x="2027227" y="1220943"/>
                </a:lnTo>
                <a:lnTo>
                  <a:pt x="2070482" y="1175084"/>
                </a:lnTo>
                <a:lnTo>
                  <a:pt x="2040560" y="1164319"/>
                </a:lnTo>
                <a:lnTo>
                  <a:pt x="1996173" y="1202721"/>
                </a:lnTo>
                <a:lnTo>
                  <a:pt x="1959855" y="1206918"/>
                </a:lnTo>
                <a:lnTo>
                  <a:pt x="1946792" y="1289620"/>
                </a:lnTo>
                <a:lnTo>
                  <a:pt x="1884887" y="1306467"/>
                </a:lnTo>
                <a:lnTo>
                  <a:pt x="1866311" y="1339900"/>
                </a:lnTo>
                <a:lnTo>
                  <a:pt x="1822550" y="1319781"/>
                </a:lnTo>
                <a:lnTo>
                  <a:pt x="1810187" y="1332249"/>
                </a:lnTo>
                <a:lnTo>
                  <a:pt x="1760856" y="1329481"/>
                </a:lnTo>
                <a:lnTo>
                  <a:pt x="1728454" y="1284988"/>
                </a:lnTo>
                <a:lnTo>
                  <a:pt x="1711571" y="1306275"/>
                </a:lnTo>
                <a:lnTo>
                  <a:pt x="1674491" y="1297822"/>
                </a:lnTo>
                <a:lnTo>
                  <a:pt x="1646432" y="1309600"/>
                </a:lnTo>
                <a:lnTo>
                  <a:pt x="1617741" y="1277118"/>
                </a:lnTo>
                <a:lnTo>
                  <a:pt x="1605643" y="1280077"/>
                </a:lnTo>
                <a:lnTo>
                  <a:pt x="1603005" y="1318603"/>
                </a:lnTo>
                <a:lnTo>
                  <a:pt x="1585081" y="1337622"/>
                </a:lnTo>
                <a:lnTo>
                  <a:pt x="1542388" y="1333503"/>
                </a:lnTo>
                <a:lnTo>
                  <a:pt x="1528525" y="1343941"/>
                </a:lnTo>
                <a:lnTo>
                  <a:pt x="1464622" y="1327408"/>
                </a:lnTo>
                <a:lnTo>
                  <a:pt x="1449027" y="1379652"/>
                </a:lnTo>
                <a:lnTo>
                  <a:pt x="1412571" y="1379044"/>
                </a:lnTo>
                <a:lnTo>
                  <a:pt x="1345089" y="1416580"/>
                </a:lnTo>
                <a:lnTo>
                  <a:pt x="1339730" y="1473029"/>
                </a:lnTo>
                <a:lnTo>
                  <a:pt x="1362933" y="1475221"/>
                </a:lnTo>
                <a:lnTo>
                  <a:pt x="1387738" y="1512725"/>
                </a:lnTo>
                <a:lnTo>
                  <a:pt x="1416485" y="1522244"/>
                </a:lnTo>
                <a:lnTo>
                  <a:pt x="1410136" y="1533437"/>
                </a:lnTo>
                <a:lnTo>
                  <a:pt x="1386960" y="1531246"/>
                </a:lnTo>
                <a:lnTo>
                  <a:pt x="1366656" y="1599482"/>
                </a:lnTo>
                <a:lnTo>
                  <a:pt x="1390996" y="1720636"/>
                </a:lnTo>
                <a:lnTo>
                  <a:pt x="1378470" y="1793961"/>
                </a:lnTo>
                <a:lnTo>
                  <a:pt x="1431156" y="1798707"/>
                </a:lnTo>
                <a:lnTo>
                  <a:pt x="1355106" y="2046565"/>
                </a:lnTo>
                <a:lnTo>
                  <a:pt x="1162611" y="2209827"/>
                </a:lnTo>
                <a:lnTo>
                  <a:pt x="1089236" y="2322455"/>
                </a:lnTo>
                <a:lnTo>
                  <a:pt x="999929" y="2373738"/>
                </a:lnTo>
                <a:lnTo>
                  <a:pt x="999722" y="2439289"/>
                </a:lnTo>
                <a:lnTo>
                  <a:pt x="953717" y="2439910"/>
                </a:lnTo>
                <a:lnTo>
                  <a:pt x="909211" y="2470133"/>
                </a:lnTo>
                <a:lnTo>
                  <a:pt x="904365" y="2417690"/>
                </a:lnTo>
                <a:lnTo>
                  <a:pt x="878308" y="2407601"/>
                </a:lnTo>
                <a:lnTo>
                  <a:pt x="850954" y="2417320"/>
                </a:lnTo>
                <a:lnTo>
                  <a:pt x="831736" y="2385546"/>
                </a:lnTo>
                <a:lnTo>
                  <a:pt x="834110" y="2349896"/>
                </a:lnTo>
                <a:lnTo>
                  <a:pt x="781554" y="2317740"/>
                </a:lnTo>
                <a:lnTo>
                  <a:pt x="754124" y="2274796"/>
                </a:lnTo>
                <a:lnTo>
                  <a:pt x="712491" y="2267085"/>
                </a:lnTo>
                <a:lnTo>
                  <a:pt x="688685" y="2277922"/>
                </a:lnTo>
                <a:lnTo>
                  <a:pt x="630171" y="2205680"/>
                </a:lnTo>
                <a:lnTo>
                  <a:pt x="563139" y="2173650"/>
                </a:lnTo>
                <a:lnTo>
                  <a:pt x="510317" y="2118457"/>
                </a:lnTo>
                <a:lnTo>
                  <a:pt x="495205" y="2067869"/>
                </a:lnTo>
                <a:lnTo>
                  <a:pt x="452147" y="2082224"/>
                </a:lnTo>
                <a:lnTo>
                  <a:pt x="453027" y="2099503"/>
                </a:lnTo>
                <a:lnTo>
                  <a:pt x="432251" y="2112811"/>
                </a:lnTo>
                <a:lnTo>
                  <a:pt x="396805" y="2116765"/>
                </a:lnTo>
                <a:lnTo>
                  <a:pt x="383142" y="2145396"/>
                </a:lnTo>
                <a:lnTo>
                  <a:pt x="354411" y="2130094"/>
                </a:lnTo>
                <a:lnTo>
                  <a:pt x="362896" y="2118569"/>
                </a:lnTo>
                <a:lnTo>
                  <a:pt x="349010" y="2108746"/>
                </a:lnTo>
                <a:lnTo>
                  <a:pt x="283483" y="2117961"/>
                </a:lnTo>
                <a:lnTo>
                  <a:pt x="277613" y="2093607"/>
                </a:lnTo>
                <a:lnTo>
                  <a:pt x="249257" y="2087402"/>
                </a:lnTo>
                <a:lnTo>
                  <a:pt x="241758" y="2067712"/>
                </a:lnTo>
                <a:lnTo>
                  <a:pt x="203210" y="2063619"/>
                </a:lnTo>
                <a:lnTo>
                  <a:pt x="174277" y="2021151"/>
                </a:lnTo>
                <a:lnTo>
                  <a:pt x="125838" y="1994480"/>
                </a:lnTo>
                <a:lnTo>
                  <a:pt x="91695" y="2007469"/>
                </a:lnTo>
                <a:lnTo>
                  <a:pt x="38925" y="1939733"/>
                </a:lnTo>
                <a:lnTo>
                  <a:pt x="40387" y="1923462"/>
                </a:lnTo>
                <a:lnTo>
                  <a:pt x="0" y="1891074"/>
                </a:lnTo>
                <a:lnTo>
                  <a:pt x="7396" y="1865738"/>
                </a:lnTo>
                <a:lnTo>
                  <a:pt x="28682" y="1865640"/>
                </a:lnTo>
                <a:lnTo>
                  <a:pt x="46645" y="1833681"/>
                </a:lnTo>
                <a:lnTo>
                  <a:pt x="100305" y="1846797"/>
                </a:lnTo>
                <a:lnTo>
                  <a:pt x="118954" y="1773262"/>
                </a:lnTo>
                <a:lnTo>
                  <a:pt x="106301" y="1753357"/>
                </a:lnTo>
                <a:lnTo>
                  <a:pt x="121240" y="1710353"/>
                </a:lnTo>
                <a:lnTo>
                  <a:pt x="143991" y="1698267"/>
                </a:lnTo>
                <a:lnTo>
                  <a:pt x="132133" y="1616066"/>
                </a:lnTo>
                <a:lnTo>
                  <a:pt x="152792" y="1599937"/>
                </a:lnTo>
                <a:lnTo>
                  <a:pt x="171729" y="1556014"/>
                </a:lnTo>
                <a:lnTo>
                  <a:pt x="194595" y="1566335"/>
                </a:lnTo>
                <a:lnTo>
                  <a:pt x="218983" y="1540506"/>
                </a:lnTo>
                <a:lnTo>
                  <a:pt x="219004" y="1505643"/>
                </a:lnTo>
                <a:lnTo>
                  <a:pt x="250699" y="1501415"/>
                </a:lnTo>
                <a:lnTo>
                  <a:pt x="251370" y="1476598"/>
                </a:lnTo>
                <a:lnTo>
                  <a:pt x="238741" y="1473340"/>
                </a:lnTo>
                <a:lnTo>
                  <a:pt x="242464" y="1432631"/>
                </a:lnTo>
                <a:lnTo>
                  <a:pt x="213603" y="1425949"/>
                </a:lnTo>
                <a:lnTo>
                  <a:pt x="227976" y="1399871"/>
                </a:lnTo>
                <a:lnTo>
                  <a:pt x="201468" y="1381344"/>
                </a:lnTo>
                <a:lnTo>
                  <a:pt x="264293" y="1241638"/>
                </a:lnTo>
                <a:lnTo>
                  <a:pt x="343632" y="1247025"/>
                </a:lnTo>
                <a:lnTo>
                  <a:pt x="364633" y="1260286"/>
                </a:lnTo>
                <a:lnTo>
                  <a:pt x="409941" y="1246806"/>
                </a:lnTo>
                <a:lnTo>
                  <a:pt x="437668" y="1193665"/>
                </a:lnTo>
                <a:lnTo>
                  <a:pt x="470766" y="1195052"/>
                </a:lnTo>
                <a:lnTo>
                  <a:pt x="506484" y="1293090"/>
                </a:lnTo>
                <a:lnTo>
                  <a:pt x="540697" y="1320119"/>
                </a:lnTo>
                <a:lnTo>
                  <a:pt x="561141" y="1302201"/>
                </a:lnTo>
                <a:lnTo>
                  <a:pt x="545315" y="1269942"/>
                </a:lnTo>
                <a:lnTo>
                  <a:pt x="545954" y="1230796"/>
                </a:lnTo>
                <a:lnTo>
                  <a:pt x="566418" y="1228878"/>
                </a:lnTo>
                <a:lnTo>
                  <a:pt x="575063" y="1186651"/>
                </a:lnTo>
                <a:lnTo>
                  <a:pt x="592141" y="1167707"/>
                </a:lnTo>
                <a:lnTo>
                  <a:pt x="614690" y="1166119"/>
                </a:lnTo>
                <a:lnTo>
                  <a:pt x="638285" y="1123180"/>
                </a:lnTo>
                <a:close/>
              </a:path>
            </a:pathLst>
          </a:custGeom>
          <a:solidFill>
            <a:srgbClr val="322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ap-line"/>
          <p:cNvSpPr/>
          <p:nvPr/>
        </p:nvSpPr>
        <p:spPr>
          <a:xfrm>
            <a:off x="561715" y="7616001"/>
            <a:ext cx="1931336" cy="1487561"/>
          </a:xfrm>
          <a:custGeom>
            <a:avLst/>
            <a:gdLst/>
            <a:ahLst/>
            <a:cxnLst/>
            <a:rect l="0" t="0" r="r" b="b"/>
            <a:pathLst>
              <a:path w="1931336" h="1487561">
                <a:moveTo>
                  <a:pt x="155043" y="1210315"/>
                </a:moveTo>
                <a:lnTo>
                  <a:pt x="121232" y="1182744"/>
                </a:lnTo>
                <a:lnTo>
                  <a:pt x="40149" y="1149131"/>
                </a:lnTo>
                <a:lnTo>
                  <a:pt x="18676" y="1108863"/>
                </a:lnTo>
                <a:lnTo>
                  <a:pt x="1302" y="1110658"/>
                </a:lnTo>
                <a:lnTo>
                  <a:pt x="0" y="1080758"/>
                </a:lnTo>
                <a:lnTo>
                  <a:pt x="35019" y="1036745"/>
                </a:lnTo>
                <a:lnTo>
                  <a:pt x="26226" y="1005163"/>
                </a:lnTo>
                <a:lnTo>
                  <a:pt x="36220" y="988796"/>
                </a:lnTo>
                <a:lnTo>
                  <a:pt x="65948" y="1002418"/>
                </a:lnTo>
                <a:lnTo>
                  <a:pt x="84619" y="955267"/>
                </a:lnTo>
                <a:lnTo>
                  <a:pt x="120065" y="951313"/>
                </a:lnTo>
                <a:lnTo>
                  <a:pt x="140841" y="938006"/>
                </a:lnTo>
                <a:lnTo>
                  <a:pt x="139961" y="920726"/>
                </a:lnTo>
                <a:lnTo>
                  <a:pt x="181630" y="906061"/>
                </a:lnTo>
                <a:lnTo>
                  <a:pt x="198131" y="956960"/>
                </a:lnTo>
                <a:lnTo>
                  <a:pt x="250953" y="1012153"/>
                </a:lnTo>
                <a:lnTo>
                  <a:pt x="317985" y="1044182"/>
                </a:lnTo>
                <a:lnTo>
                  <a:pt x="376499" y="1116425"/>
                </a:lnTo>
                <a:lnTo>
                  <a:pt x="400305" y="1105587"/>
                </a:lnTo>
                <a:lnTo>
                  <a:pt x="441938" y="1113298"/>
                </a:lnTo>
                <a:lnTo>
                  <a:pt x="469368" y="1156243"/>
                </a:lnTo>
                <a:lnTo>
                  <a:pt x="521924" y="1188399"/>
                </a:lnTo>
                <a:lnTo>
                  <a:pt x="519550" y="1224049"/>
                </a:lnTo>
                <a:lnTo>
                  <a:pt x="538768" y="1255822"/>
                </a:lnTo>
                <a:lnTo>
                  <a:pt x="566122" y="1246104"/>
                </a:lnTo>
                <a:lnTo>
                  <a:pt x="592179" y="1256192"/>
                </a:lnTo>
                <a:lnTo>
                  <a:pt x="597025" y="1308636"/>
                </a:lnTo>
                <a:lnTo>
                  <a:pt x="641531" y="1278412"/>
                </a:lnTo>
                <a:lnTo>
                  <a:pt x="687536" y="1277791"/>
                </a:lnTo>
                <a:lnTo>
                  <a:pt x="687743" y="1212240"/>
                </a:lnTo>
                <a:lnTo>
                  <a:pt x="777050" y="1160957"/>
                </a:lnTo>
                <a:lnTo>
                  <a:pt x="850425" y="1048330"/>
                </a:lnTo>
                <a:lnTo>
                  <a:pt x="1042920" y="885067"/>
                </a:lnTo>
                <a:lnTo>
                  <a:pt x="1118970" y="637210"/>
                </a:lnTo>
                <a:lnTo>
                  <a:pt x="1066284" y="632464"/>
                </a:lnTo>
                <a:lnTo>
                  <a:pt x="1078810" y="559139"/>
                </a:lnTo>
                <a:lnTo>
                  <a:pt x="1054469" y="437985"/>
                </a:lnTo>
                <a:lnTo>
                  <a:pt x="1074774" y="369748"/>
                </a:lnTo>
                <a:lnTo>
                  <a:pt x="1097950" y="371939"/>
                </a:lnTo>
                <a:lnTo>
                  <a:pt x="1104196" y="359603"/>
                </a:lnTo>
                <a:lnTo>
                  <a:pt x="1075552" y="351228"/>
                </a:lnTo>
                <a:lnTo>
                  <a:pt x="1050747" y="313723"/>
                </a:lnTo>
                <a:lnTo>
                  <a:pt x="1027544" y="311531"/>
                </a:lnTo>
                <a:lnTo>
                  <a:pt x="1032315" y="255763"/>
                </a:lnTo>
                <a:lnTo>
                  <a:pt x="1100385" y="217547"/>
                </a:lnTo>
                <a:lnTo>
                  <a:pt x="1136841" y="218154"/>
                </a:lnTo>
                <a:lnTo>
                  <a:pt x="1152436" y="165911"/>
                </a:lnTo>
                <a:lnTo>
                  <a:pt x="1216339" y="182443"/>
                </a:lnTo>
                <a:lnTo>
                  <a:pt x="1230202" y="172005"/>
                </a:lnTo>
                <a:lnTo>
                  <a:pt x="1272895" y="176125"/>
                </a:lnTo>
                <a:lnTo>
                  <a:pt x="1290819" y="157105"/>
                </a:lnTo>
                <a:lnTo>
                  <a:pt x="1293456" y="118579"/>
                </a:lnTo>
                <a:lnTo>
                  <a:pt x="1305555" y="115620"/>
                </a:lnTo>
                <a:lnTo>
                  <a:pt x="1334246" y="148102"/>
                </a:lnTo>
                <a:lnTo>
                  <a:pt x="1362305" y="136324"/>
                </a:lnTo>
                <a:lnTo>
                  <a:pt x="1399385" y="144777"/>
                </a:lnTo>
                <a:lnTo>
                  <a:pt x="1416268" y="123491"/>
                </a:lnTo>
                <a:lnTo>
                  <a:pt x="1448670" y="167983"/>
                </a:lnTo>
                <a:lnTo>
                  <a:pt x="1498001" y="170751"/>
                </a:lnTo>
                <a:lnTo>
                  <a:pt x="1510364" y="158284"/>
                </a:lnTo>
                <a:lnTo>
                  <a:pt x="1554125" y="178402"/>
                </a:lnTo>
                <a:lnTo>
                  <a:pt x="1572701" y="144970"/>
                </a:lnTo>
                <a:lnTo>
                  <a:pt x="1634606" y="128122"/>
                </a:lnTo>
                <a:lnTo>
                  <a:pt x="1647669" y="45420"/>
                </a:lnTo>
                <a:lnTo>
                  <a:pt x="1704851" y="29892"/>
                </a:lnTo>
                <a:lnTo>
                  <a:pt x="1717834" y="5377"/>
                </a:lnTo>
                <a:lnTo>
                  <a:pt x="1743990" y="0"/>
                </a:lnTo>
                <a:lnTo>
                  <a:pt x="1758296" y="13587"/>
                </a:lnTo>
                <a:lnTo>
                  <a:pt x="1707641" y="66872"/>
                </a:lnTo>
                <a:lnTo>
                  <a:pt x="1701667" y="124057"/>
                </a:lnTo>
                <a:lnTo>
                  <a:pt x="1728453" y="126533"/>
                </a:lnTo>
                <a:lnTo>
                  <a:pt x="1745085" y="147269"/>
                </a:lnTo>
                <a:lnTo>
                  <a:pt x="1739882" y="175098"/>
                </a:lnTo>
                <a:lnTo>
                  <a:pt x="1761072" y="198280"/>
                </a:lnTo>
                <a:lnTo>
                  <a:pt x="1757983" y="218662"/>
                </a:lnTo>
                <a:lnTo>
                  <a:pt x="1776929" y="238565"/>
                </a:lnTo>
                <a:lnTo>
                  <a:pt x="1804797" y="333868"/>
                </a:lnTo>
                <a:lnTo>
                  <a:pt x="1850826" y="324912"/>
                </a:lnTo>
                <a:lnTo>
                  <a:pt x="1864909" y="349021"/>
                </a:lnTo>
                <a:lnTo>
                  <a:pt x="1902012" y="361595"/>
                </a:lnTo>
                <a:lnTo>
                  <a:pt x="1920882" y="388770"/>
                </a:lnTo>
                <a:lnTo>
                  <a:pt x="1931336" y="414975"/>
                </a:lnTo>
                <a:lnTo>
                  <a:pt x="1922126" y="467167"/>
                </a:lnTo>
                <a:lnTo>
                  <a:pt x="1813802" y="516910"/>
                </a:lnTo>
                <a:lnTo>
                  <a:pt x="1760783" y="609493"/>
                </a:lnTo>
                <a:lnTo>
                  <a:pt x="1653637" y="702680"/>
                </a:lnTo>
                <a:lnTo>
                  <a:pt x="1666649" y="750525"/>
                </a:lnTo>
                <a:lnTo>
                  <a:pt x="1687275" y="773768"/>
                </a:lnTo>
                <a:lnTo>
                  <a:pt x="1712169" y="776800"/>
                </a:lnTo>
                <a:lnTo>
                  <a:pt x="1709177" y="799412"/>
                </a:lnTo>
                <a:lnTo>
                  <a:pt x="1730779" y="796453"/>
                </a:lnTo>
                <a:lnTo>
                  <a:pt x="1733158" y="814097"/>
                </a:lnTo>
                <a:lnTo>
                  <a:pt x="1720528" y="867312"/>
                </a:lnTo>
                <a:lnTo>
                  <a:pt x="1672499" y="924483"/>
                </a:lnTo>
                <a:lnTo>
                  <a:pt x="1637042" y="927625"/>
                </a:lnTo>
                <a:lnTo>
                  <a:pt x="1604845" y="959964"/>
                </a:lnTo>
                <a:lnTo>
                  <a:pt x="1561732" y="966286"/>
                </a:lnTo>
                <a:lnTo>
                  <a:pt x="1550920" y="994365"/>
                </a:lnTo>
                <a:lnTo>
                  <a:pt x="1511170" y="988078"/>
                </a:lnTo>
                <a:lnTo>
                  <a:pt x="1469453" y="1062013"/>
                </a:lnTo>
                <a:lnTo>
                  <a:pt x="1412750" y="1096252"/>
                </a:lnTo>
                <a:lnTo>
                  <a:pt x="1378438" y="1155897"/>
                </a:lnTo>
                <a:lnTo>
                  <a:pt x="1303971" y="1146491"/>
                </a:lnTo>
                <a:lnTo>
                  <a:pt x="1233097" y="1205804"/>
                </a:lnTo>
                <a:lnTo>
                  <a:pt x="1195786" y="1182233"/>
                </a:lnTo>
                <a:lnTo>
                  <a:pt x="1182341" y="1196347"/>
                </a:lnTo>
                <a:lnTo>
                  <a:pt x="1140741" y="1189517"/>
                </a:lnTo>
                <a:lnTo>
                  <a:pt x="1119045" y="1236676"/>
                </a:lnTo>
                <a:lnTo>
                  <a:pt x="1147468" y="1262230"/>
                </a:lnTo>
                <a:lnTo>
                  <a:pt x="1121922" y="1277504"/>
                </a:lnTo>
                <a:lnTo>
                  <a:pt x="1116500" y="1315770"/>
                </a:lnTo>
                <a:lnTo>
                  <a:pt x="1097269" y="1334813"/>
                </a:lnTo>
                <a:lnTo>
                  <a:pt x="1174124" y="1373361"/>
                </a:lnTo>
                <a:lnTo>
                  <a:pt x="1120513" y="1396113"/>
                </a:lnTo>
                <a:lnTo>
                  <a:pt x="1114376" y="1413573"/>
                </a:lnTo>
                <a:lnTo>
                  <a:pt x="1097392" y="1412529"/>
                </a:lnTo>
                <a:lnTo>
                  <a:pt x="1075635" y="1448947"/>
                </a:lnTo>
                <a:lnTo>
                  <a:pt x="1076228" y="1483124"/>
                </a:lnTo>
                <a:lnTo>
                  <a:pt x="1009976" y="1483269"/>
                </a:lnTo>
                <a:lnTo>
                  <a:pt x="940677" y="1430925"/>
                </a:lnTo>
                <a:lnTo>
                  <a:pt x="890114" y="1442141"/>
                </a:lnTo>
                <a:lnTo>
                  <a:pt x="860376" y="1424952"/>
                </a:lnTo>
                <a:lnTo>
                  <a:pt x="782022" y="1417309"/>
                </a:lnTo>
                <a:lnTo>
                  <a:pt x="675590" y="1457447"/>
                </a:lnTo>
                <a:lnTo>
                  <a:pt x="643721" y="1487561"/>
                </a:lnTo>
                <a:lnTo>
                  <a:pt x="546655" y="1485094"/>
                </a:lnTo>
                <a:lnTo>
                  <a:pt x="533293" y="1466081"/>
                </a:lnTo>
                <a:lnTo>
                  <a:pt x="495947" y="1464439"/>
                </a:lnTo>
                <a:lnTo>
                  <a:pt x="425303" y="1421228"/>
                </a:lnTo>
                <a:lnTo>
                  <a:pt x="427436" y="1392575"/>
                </a:lnTo>
                <a:lnTo>
                  <a:pt x="413758" y="1378263"/>
                </a:lnTo>
                <a:lnTo>
                  <a:pt x="403796" y="1323440"/>
                </a:lnTo>
                <a:lnTo>
                  <a:pt x="406794" y="1281565"/>
                </a:lnTo>
                <a:lnTo>
                  <a:pt x="353021" y="1259715"/>
                </a:lnTo>
                <a:lnTo>
                  <a:pt x="309979" y="1260712"/>
                </a:lnTo>
                <a:lnTo>
                  <a:pt x="212864" y="1210987"/>
                </a:lnTo>
                <a:lnTo>
                  <a:pt x="155043" y="1210315"/>
                </a:lnTo>
                <a:lnTo>
                  <a:pt x="155043" y="121031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p-line"/>
          <p:cNvSpPr/>
          <p:nvPr/>
        </p:nvSpPr>
        <p:spPr>
          <a:xfrm>
            <a:off x="41174" y="8752764"/>
            <a:ext cx="554400" cy="437053"/>
          </a:xfrm>
          <a:custGeom>
            <a:avLst/>
            <a:gdLst/>
            <a:ahLst/>
            <a:cxnLst/>
            <a:rect l="0" t="0" r="r" b="b"/>
            <a:pathLst>
              <a:path w="554400" h="437053">
                <a:moveTo>
                  <a:pt x="554400" y="0"/>
                </a:moveTo>
                <a:lnTo>
                  <a:pt x="524390" y="55883"/>
                </a:lnTo>
                <a:lnTo>
                  <a:pt x="483895" y="73684"/>
                </a:lnTo>
                <a:lnTo>
                  <a:pt x="469915" y="118241"/>
                </a:lnTo>
                <a:lnTo>
                  <a:pt x="449015" y="120972"/>
                </a:lnTo>
                <a:lnTo>
                  <a:pt x="419414" y="204299"/>
                </a:lnTo>
                <a:lnTo>
                  <a:pt x="439328" y="233375"/>
                </a:lnTo>
                <a:lnTo>
                  <a:pt x="444428" y="274841"/>
                </a:lnTo>
                <a:lnTo>
                  <a:pt x="473897" y="294878"/>
                </a:lnTo>
                <a:lnTo>
                  <a:pt x="469139" y="338045"/>
                </a:lnTo>
                <a:lnTo>
                  <a:pt x="442369" y="385368"/>
                </a:lnTo>
                <a:lnTo>
                  <a:pt x="415813" y="402936"/>
                </a:lnTo>
                <a:lnTo>
                  <a:pt x="384342" y="403069"/>
                </a:lnTo>
                <a:lnTo>
                  <a:pt x="380867" y="420270"/>
                </a:lnTo>
                <a:lnTo>
                  <a:pt x="351331" y="437053"/>
                </a:lnTo>
                <a:lnTo>
                  <a:pt x="312808" y="405742"/>
                </a:lnTo>
                <a:lnTo>
                  <a:pt x="281143" y="399275"/>
                </a:lnTo>
                <a:lnTo>
                  <a:pt x="266691" y="408924"/>
                </a:lnTo>
                <a:lnTo>
                  <a:pt x="205011" y="379528"/>
                </a:lnTo>
                <a:lnTo>
                  <a:pt x="191299" y="389844"/>
                </a:lnTo>
                <a:lnTo>
                  <a:pt x="178110" y="373982"/>
                </a:lnTo>
                <a:lnTo>
                  <a:pt x="137576" y="396010"/>
                </a:lnTo>
                <a:lnTo>
                  <a:pt x="87778" y="381698"/>
                </a:lnTo>
                <a:lnTo>
                  <a:pt x="70730" y="361910"/>
                </a:lnTo>
                <a:lnTo>
                  <a:pt x="32579" y="363792"/>
                </a:lnTo>
                <a:lnTo>
                  <a:pt x="6128" y="323964"/>
                </a:lnTo>
                <a:lnTo>
                  <a:pt x="0" y="26169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ap-line"/>
          <p:cNvSpPr/>
          <p:nvPr/>
        </p:nvSpPr>
        <p:spPr>
          <a:xfrm>
            <a:off x="1693" y="8448983"/>
            <a:ext cx="630978" cy="303781"/>
          </a:xfrm>
          <a:custGeom>
            <a:avLst/>
            <a:gdLst/>
            <a:ahLst/>
            <a:cxnLst/>
            <a:rect l="0" t="0" r="r" b="b"/>
            <a:pathLst>
              <a:path w="630978" h="303781">
                <a:moveTo>
                  <a:pt x="0" y="253130"/>
                </a:moveTo>
                <a:lnTo>
                  <a:pt x="62879" y="144043"/>
                </a:lnTo>
                <a:lnTo>
                  <a:pt x="104304" y="134679"/>
                </a:lnTo>
                <a:lnTo>
                  <a:pt x="129966" y="76043"/>
                </a:lnTo>
                <a:lnTo>
                  <a:pt x="119375" y="60715"/>
                </a:lnTo>
                <a:lnTo>
                  <a:pt x="192882" y="40055"/>
                </a:lnTo>
                <a:lnTo>
                  <a:pt x="208195" y="56774"/>
                </a:lnTo>
                <a:lnTo>
                  <a:pt x="249526" y="31957"/>
                </a:lnTo>
                <a:lnTo>
                  <a:pt x="285393" y="47082"/>
                </a:lnTo>
                <a:lnTo>
                  <a:pt x="304672" y="17458"/>
                </a:lnTo>
                <a:lnTo>
                  <a:pt x="324577" y="38081"/>
                </a:lnTo>
                <a:lnTo>
                  <a:pt x="347862" y="31642"/>
                </a:lnTo>
                <a:lnTo>
                  <a:pt x="356344" y="4827"/>
                </a:lnTo>
                <a:lnTo>
                  <a:pt x="373675" y="0"/>
                </a:lnTo>
                <a:lnTo>
                  <a:pt x="422709" y="27058"/>
                </a:lnTo>
                <a:lnTo>
                  <a:pt x="451046" y="69139"/>
                </a:lnTo>
                <a:lnTo>
                  <a:pt x="489594" y="73232"/>
                </a:lnTo>
                <a:lnTo>
                  <a:pt x="497093" y="92923"/>
                </a:lnTo>
                <a:lnTo>
                  <a:pt x="525450" y="99127"/>
                </a:lnTo>
                <a:lnTo>
                  <a:pt x="526449" y="121284"/>
                </a:lnTo>
                <a:lnTo>
                  <a:pt x="596846" y="114266"/>
                </a:lnTo>
                <a:lnTo>
                  <a:pt x="610732" y="124090"/>
                </a:lnTo>
                <a:lnTo>
                  <a:pt x="602247" y="135614"/>
                </a:lnTo>
                <a:lnTo>
                  <a:pt x="630978" y="150917"/>
                </a:lnTo>
                <a:lnTo>
                  <a:pt x="625970" y="169436"/>
                </a:lnTo>
                <a:lnTo>
                  <a:pt x="595178" y="156978"/>
                </a:lnTo>
                <a:lnTo>
                  <a:pt x="586248" y="172181"/>
                </a:lnTo>
                <a:lnTo>
                  <a:pt x="595042" y="203763"/>
                </a:lnTo>
                <a:lnTo>
                  <a:pt x="560022" y="247776"/>
                </a:lnTo>
                <a:lnTo>
                  <a:pt x="561324" y="277676"/>
                </a:lnTo>
                <a:lnTo>
                  <a:pt x="578699" y="275881"/>
                </a:lnTo>
                <a:lnTo>
                  <a:pt x="593881" y="303781"/>
                </a:lnTo>
                <a:lnTo>
                  <a:pt x="593881" y="30378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p-line"/>
          <p:cNvSpPr/>
          <p:nvPr/>
        </p:nvSpPr>
        <p:spPr>
          <a:xfrm>
            <a:off x="1637135" y="7361961"/>
            <a:ext cx="1456847" cy="1845446"/>
          </a:xfrm>
          <a:custGeom>
            <a:avLst/>
            <a:gdLst/>
            <a:ahLst/>
            <a:cxnLst/>
            <a:rect l="0" t="0" r="r" b="b"/>
            <a:pathLst>
              <a:path w="1456847" h="1845446">
                <a:moveTo>
                  <a:pt x="782040" y="1558541"/>
                </a:moveTo>
                <a:lnTo>
                  <a:pt x="758743" y="1555474"/>
                </a:lnTo>
                <a:lnTo>
                  <a:pt x="686194" y="1618906"/>
                </a:lnTo>
                <a:lnTo>
                  <a:pt x="647548" y="1667541"/>
                </a:lnTo>
                <a:lnTo>
                  <a:pt x="640472" y="1707552"/>
                </a:lnTo>
                <a:lnTo>
                  <a:pt x="610213" y="1731105"/>
                </a:lnTo>
                <a:lnTo>
                  <a:pt x="573112" y="1731948"/>
                </a:lnTo>
                <a:lnTo>
                  <a:pt x="524565" y="1763661"/>
                </a:lnTo>
                <a:lnTo>
                  <a:pt x="443678" y="1786510"/>
                </a:lnTo>
                <a:lnTo>
                  <a:pt x="372693" y="1841012"/>
                </a:lnTo>
                <a:lnTo>
                  <a:pt x="331641" y="1827474"/>
                </a:lnTo>
                <a:lnTo>
                  <a:pt x="311084" y="1845446"/>
                </a:lnTo>
                <a:lnTo>
                  <a:pt x="199089" y="1828801"/>
                </a:lnTo>
                <a:lnTo>
                  <a:pt x="109543" y="1842677"/>
                </a:lnTo>
                <a:lnTo>
                  <a:pt x="28847" y="1789011"/>
                </a:lnTo>
                <a:lnTo>
                  <a:pt x="26863" y="1742294"/>
                </a:lnTo>
                <a:lnTo>
                  <a:pt x="808" y="1737164"/>
                </a:lnTo>
                <a:lnTo>
                  <a:pt x="0" y="1703913"/>
                </a:lnTo>
                <a:lnTo>
                  <a:pt x="21973" y="1666569"/>
                </a:lnTo>
                <a:lnTo>
                  <a:pt x="38956" y="1667613"/>
                </a:lnTo>
                <a:lnTo>
                  <a:pt x="45093" y="1650153"/>
                </a:lnTo>
                <a:lnTo>
                  <a:pt x="98704" y="1627402"/>
                </a:lnTo>
                <a:lnTo>
                  <a:pt x="21849" y="1588853"/>
                </a:lnTo>
                <a:lnTo>
                  <a:pt x="41080" y="1569811"/>
                </a:lnTo>
                <a:lnTo>
                  <a:pt x="46502" y="1531545"/>
                </a:lnTo>
                <a:lnTo>
                  <a:pt x="72048" y="1516271"/>
                </a:lnTo>
                <a:lnTo>
                  <a:pt x="43625" y="1490717"/>
                </a:lnTo>
                <a:lnTo>
                  <a:pt x="65936" y="1442921"/>
                </a:lnTo>
                <a:lnTo>
                  <a:pt x="106921" y="1450388"/>
                </a:lnTo>
                <a:lnTo>
                  <a:pt x="120366" y="1436273"/>
                </a:lnTo>
                <a:lnTo>
                  <a:pt x="157677" y="1459844"/>
                </a:lnTo>
                <a:lnTo>
                  <a:pt x="228551" y="1400532"/>
                </a:lnTo>
                <a:lnTo>
                  <a:pt x="304685" y="1409055"/>
                </a:lnTo>
                <a:lnTo>
                  <a:pt x="337330" y="1350293"/>
                </a:lnTo>
                <a:lnTo>
                  <a:pt x="394033" y="1316054"/>
                </a:lnTo>
                <a:lnTo>
                  <a:pt x="435750" y="1242118"/>
                </a:lnTo>
                <a:lnTo>
                  <a:pt x="475500" y="1248406"/>
                </a:lnTo>
                <a:lnTo>
                  <a:pt x="486312" y="1220327"/>
                </a:lnTo>
                <a:lnTo>
                  <a:pt x="529425" y="1214005"/>
                </a:lnTo>
                <a:lnTo>
                  <a:pt x="561622" y="1181665"/>
                </a:lnTo>
                <a:lnTo>
                  <a:pt x="597079" y="1178523"/>
                </a:lnTo>
                <a:lnTo>
                  <a:pt x="645109" y="1121352"/>
                </a:lnTo>
                <a:lnTo>
                  <a:pt x="655359" y="1050494"/>
                </a:lnTo>
                <a:lnTo>
                  <a:pt x="634316" y="1053994"/>
                </a:lnTo>
                <a:lnTo>
                  <a:pt x="636749" y="1030840"/>
                </a:lnTo>
                <a:lnTo>
                  <a:pt x="611855" y="1027808"/>
                </a:lnTo>
                <a:lnTo>
                  <a:pt x="591229" y="1004565"/>
                </a:lnTo>
                <a:lnTo>
                  <a:pt x="577542" y="957974"/>
                </a:lnTo>
                <a:lnTo>
                  <a:pt x="685363" y="863533"/>
                </a:lnTo>
                <a:lnTo>
                  <a:pt x="738382" y="770950"/>
                </a:lnTo>
                <a:lnTo>
                  <a:pt x="845165" y="723728"/>
                </a:lnTo>
                <a:lnTo>
                  <a:pt x="855916" y="669016"/>
                </a:lnTo>
                <a:lnTo>
                  <a:pt x="826592" y="615635"/>
                </a:lnTo>
                <a:lnTo>
                  <a:pt x="789489" y="603062"/>
                </a:lnTo>
                <a:lnTo>
                  <a:pt x="775406" y="578952"/>
                </a:lnTo>
                <a:lnTo>
                  <a:pt x="728803" y="587179"/>
                </a:lnTo>
                <a:lnTo>
                  <a:pt x="701509" y="492605"/>
                </a:lnTo>
                <a:lnTo>
                  <a:pt x="682564" y="472703"/>
                </a:lnTo>
                <a:lnTo>
                  <a:pt x="685652" y="452320"/>
                </a:lnTo>
                <a:lnTo>
                  <a:pt x="664463" y="429139"/>
                </a:lnTo>
                <a:lnTo>
                  <a:pt x="669665" y="401310"/>
                </a:lnTo>
                <a:lnTo>
                  <a:pt x="653033" y="380574"/>
                </a:lnTo>
                <a:lnTo>
                  <a:pt x="626247" y="378098"/>
                </a:lnTo>
                <a:lnTo>
                  <a:pt x="637075" y="351971"/>
                </a:lnTo>
                <a:lnTo>
                  <a:pt x="631015" y="323314"/>
                </a:lnTo>
                <a:lnTo>
                  <a:pt x="639621" y="313486"/>
                </a:lnTo>
                <a:lnTo>
                  <a:pt x="686301" y="331149"/>
                </a:lnTo>
                <a:lnTo>
                  <a:pt x="708190" y="319185"/>
                </a:lnTo>
                <a:lnTo>
                  <a:pt x="756206" y="330740"/>
                </a:lnTo>
                <a:lnTo>
                  <a:pt x="785217" y="308067"/>
                </a:lnTo>
                <a:lnTo>
                  <a:pt x="797900" y="278196"/>
                </a:lnTo>
                <a:lnTo>
                  <a:pt x="811470" y="296941"/>
                </a:lnTo>
                <a:lnTo>
                  <a:pt x="825816" y="288439"/>
                </a:lnTo>
                <a:lnTo>
                  <a:pt x="829179" y="256338"/>
                </a:lnTo>
                <a:lnTo>
                  <a:pt x="814534" y="234072"/>
                </a:lnTo>
                <a:lnTo>
                  <a:pt x="826308" y="203443"/>
                </a:lnTo>
                <a:lnTo>
                  <a:pt x="806007" y="203379"/>
                </a:lnTo>
                <a:lnTo>
                  <a:pt x="793287" y="219491"/>
                </a:lnTo>
                <a:lnTo>
                  <a:pt x="734560" y="129230"/>
                </a:lnTo>
                <a:lnTo>
                  <a:pt x="760450" y="103050"/>
                </a:lnTo>
                <a:lnTo>
                  <a:pt x="749926" y="63363"/>
                </a:lnTo>
                <a:lnTo>
                  <a:pt x="764206" y="49345"/>
                </a:lnTo>
                <a:lnTo>
                  <a:pt x="747645" y="28948"/>
                </a:lnTo>
                <a:lnTo>
                  <a:pt x="776433" y="2306"/>
                </a:lnTo>
                <a:lnTo>
                  <a:pt x="823965" y="0"/>
                </a:lnTo>
                <a:lnTo>
                  <a:pt x="861969" y="23615"/>
                </a:lnTo>
                <a:lnTo>
                  <a:pt x="904039" y="2433"/>
                </a:lnTo>
                <a:lnTo>
                  <a:pt x="922872" y="90188"/>
                </a:lnTo>
                <a:lnTo>
                  <a:pt x="935772" y="95437"/>
                </a:lnTo>
                <a:lnTo>
                  <a:pt x="942830" y="124529"/>
                </a:lnTo>
                <a:lnTo>
                  <a:pt x="955785" y="105932"/>
                </a:lnTo>
                <a:lnTo>
                  <a:pt x="973489" y="105415"/>
                </a:lnTo>
                <a:lnTo>
                  <a:pt x="972993" y="135385"/>
                </a:lnTo>
                <a:lnTo>
                  <a:pt x="1013703" y="174388"/>
                </a:lnTo>
                <a:lnTo>
                  <a:pt x="1015299" y="202508"/>
                </a:lnTo>
                <a:lnTo>
                  <a:pt x="1048924" y="217932"/>
                </a:lnTo>
                <a:lnTo>
                  <a:pt x="1033499" y="246684"/>
                </a:lnTo>
                <a:lnTo>
                  <a:pt x="1056713" y="255146"/>
                </a:lnTo>
                <a:lnTo>
                  <a:pt x="1055924" y="272415"/>
                </a:lnTo>
                <a:lnTo>
                  <a:pt x="1076189" y="286574"/>
                </a:lnTo>
                <a:lnTo>
                  <a:pt x="1107819" y="283844"/>
                </a:lnTo>
                <a:lnTo>
                  <a:pt x="1144564" y="307975"/>
                </a:lnTo>
                <a:lnTo>
                  <a:pt x="1105210" y="346644"/>
                </a:lnTo>
                <a:lnTo>
                  <a:pt x="1124729" y="385175"/>
                </a:lnTo>
                <a:lnTo>
                  <a:pt x="1153556" y="384921"/>
                </a:lnTo>
                <a:lnTo>
                  <a:pt x="1193240" y="344170"/>
                </a:lnTo>
                <a:lnTo>
                  <a:pt x="1224194" y="333152"/>
                </a:lnTo>
                <a:lnTo>
                  <a:pt x="1250483" y="365037"/>
                </a:lnTo>
                <a:lnTo>
                  <a:pt x="1268684" y="417953"/>
                </a:lnTo>
                <a:lnTo>
                  <a:pt x="1287181" y="412696"/>
                </a:lnTo>
                <a:lnTo>
                  <a:pt x="1305520" y="385054"/>
                </a:lnTo>
                <a:lnTo>
                  <a:pt x="1331880" y="403123"/>
                </a:lnTo>
                <a:lnTo>
                  <a:pt x="1356641" y="489204"/>
                </a:lnTo>
                <a:lnTo>
                  <a:pt x="1341818" y="543592"/>
                </a:lnTo>
                <a:lnTo>
                  <a:pt x="1362978" y="524823"/>
                </a:lnTo>
                <a:lnTo>
                  <a:pt x="1379054" y="563660"/>
                </a:lnTo>
                <a:lnTo>
                  <a:pt x="1409109" y="582330"/>
                </a:lnTo>
                <a:lnTo>
                  <a:pt x="1388869" y="600630"/>
                </a:lnTo>
                <a:lnTo>
                  <a:pt x="1366977" y="598909"/>
                </a:lnTo>
                <a:lnTo>
                  <a:pt x="1386784" y="645228"/>
                </a:lnTo>
                <a:lnTo>
                  <a:pt x="1378178" y="660168"/>
                </a:lnTo>
                <a:lnTo>
                  <a:pt x="1423439" y="695848"/>
                </a:lnTo>
                <a:lnTo>
                  <a:pt x="1456847" y="761399"/>
                </a:lnTo>
                <a:lnTo>
                  <a:pt x="1379809" y="816611"/>
                </a:lnTo>
                <a:lnTo>
                  <a:pt x="1342410" y="829213"/>
                </a:lnTo>
                <a:lnTo>
                  <a:pt x="1284367" y="946587"/>
                </a:lnTo>
                <a:lnTo>
                  <a:pt x="1298524" y="975284"/>
                </a:lnTo>
                <a:lnTo>
                  <a:pt x="1336000" y="954265"/>
                </a:lnTo>
                <a:lnTo>
                  <a:pt x="1370247" y="962328"/>
                </a:lnTo>
                <a:lnTo>
                  <a:pt x="1370567" y="1000094"/>
                </a:lnTo>
                <a:lnTo>
                  <a:pt x="1399796" y="1035320"/>
                </a:lnTo>
                <a:lnTo>
                  <a:pt x="1396983" y="1076227"/>
                </a:lnTo>
                <a:lnTo>
                  <a:pt x="1350908" y="1139022"/>
                </a:lnTo>
                <a:lnTo>
                  <a:pt x="1342545" y="1255015"/>
                </a:lnTo>
                <a:lnTo>
                  <a:pt x="1326416" y="1291900"/>
                </a:lnTo>
                <a:lnTo>
                  <a:pt x="1332789" y="1322275"/>
                </a:lnTo>
                <a:lnTo>
                  <a:pt x="1310047" y="1395090"/>
                </a:lnTo>
                <a:lnTo>
                  <a:pt x="1339513" y="1400534"/>
                </a:lnTo>
                <a:lnTo>
                  <a:pt x="1346643" y="1435943"/>
                </a:lnTo>
                <a:lnTo>
                  <a:pt x="1337495" y="1459519"/>
                </a:lnTo>
                <a:lnTo>
                  <a:pt x="1275884" y="1488741"/>
                </a:lnTo>
                <a:lnTo>
                  <a:pt x="1196255" y="1595272"/>
                </a:lnTo>
                <a:lnTo>
                  <a:pt x="1105926" y="1588151"/>
                </a:lnTo>
                <a:lnTo>
                  <a:pt x="993225" y="1551620"/>
                </a:lnTo>
                <a:lnTo>
                  <a:pt x="940867" y="1589919"/>
                </a:lnTo>
                <a:lnTo>
                  <a:pt x="902080" y="1596447"/>
                </a:lnTo>
                <a:lnTo>
                  <a:pt x="814470" y="1551046"/>
                </a:lnTo>
                <a:lnTo>
                  <a:pt x="782040" y="1558541"/>
                </a:lnTo>
                <a:lnTo>
                  <a:pt x="782040" y="155854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p-line"/>
          <p:cNvSpPr/>
          <p:nvPr/>
        </p:nvSpPr>
        <p:spPr>
          <a:xfrm>
            <a:off x="2670634" y="7302543"/>
            <a:ext cx="1778883" cy="1242054"/>
          </a:xfrm>
          <a:custGeom>
            <a:avLst/>
            <a:gdLst/>
            <a:ahLst/>
            <a:cxnLst/>
            <a:rect l="0" t="0" r="r" b="b"/>
            <a:pathLst>
              <a:path w="1778883" h="1242054">
                <a:moveTo>
                  <a:pt x="568952" y="752836"/>
                </a:moveTo>
                <a:lnTo>
                  <a:pt x="544678" y="751430"/>
                </a:lnTo>
                <a:lnTo>
                  <a:pt x="507397" y="783357"/>
                </a:lnTo>
                <a:lnTo>
                  <a:pt x="449753" y="798939"/>
                </a:lnTo>
                <a:lnTo>
                  <a:pt x="423348" y="820816"/>
                </a:lnTo>
                <a:lnTo>
                  <a:pt x="389940" y="755266"/>
                </a:lnTo>
                <a:lnTo>
                  <a:pt x="344679" y="719586"/>
                </a:lnTo>
                <a:lnTo>
                  <a:pt x="353285" y="704646"/>
                </a:lnTo>
                <a:lnTo>
                  <a:pt x="333478" y="658327"/>
                </a:lnTo>
                <a:lnTo>
                  <a:pt x="355369" y="660048"/>
                </a:lnTo>
                <a:lnTo>
                  <a:pt x="375610" y="641747"/>
                </a:lnTo>
                <a:lnTo>
                  <a:pt x="345555" y="623078"/>
                </a:lnTo>
                <a:lnTo>
                  <a:pt x="329479" y="584241"/>
                </a:lnTo>
                <a:lnTo>
                  <a:pt x="308318" y="603009"/>
                </a:lnTo>
                <a:lnTo>
                  <a:pt x="323142" y="548622"/>
                </a:lnTo>
                <a:lnTo>
                  <a:pt x="297574" y="461491"/>
                </a:lnTo>
                <a:lnTo>
                  <a:pt x="269031" y="445182"/>
                </a:lnTo>
                <a:lnTo>
                  <a:pt x="253682" y="472114"/>
                </a:lnTo>
                <a:lnTo>
                  <a:pt x="235185" y="477371"/>
                </a:lnTo>
                <a:lnTo>
                  <a:pt x="216984" y="424455"/>
                </a:lnTo>
                <a:lnTo>
                  <a:pt x="190695" y="392570"/>
                </a:lnTo>
                <a:lnTo>
                  <a:pt x="97638" y="449400"/>
                </a:lnTo>
                <a:lnTo>
                  <a:pt x="71711" y="406061"/>
                </a:lnTo>
                <a:lnTo>
                  <a:pt x="111065" y="367393"/>
                </a:lnTo>
                <a:lnTo>
                  <a:pt x="74320" y="343262"/>
                </a:lnTo>
                <a:lnTo>
                  <a:pt x="42690" y="345992"/>
                </a:lnTo>
                <a:lnTo>
                  <a:pt x="22425" y="331833"/>
                </a:lnTo>
                <a:lnTo>
                  <a:pt x="23214" y="314564"/>
                </a:lnTo>
                <a:lnTo>
                  <a:pt x="0" y="306102"/>
                </a:lnTo>
                <a:lnTo>
                  <a:pt x="46593" y="246299"/>
                </a:lnTo>
                <a:lnTo>
                  <a:pt x="80161" y="229704"/>
                </a:lnTo>
                <a:lnTo>
                  <a:pt x="156429" y="216830"/>
                </a:lnTo>
                <a:lnTo>
                  <a:pt x="186727" y="251678"/>
                </a:lnTo>
                <a:lnTo>
                  <a:pt x="240701" y="234745"/>
                </a:lnTo>
                <a:lnTo>
                  <a:pt x="296782" y="264407"/>
                </a:lnTo>
                <a:lnTo>
                  <a:pt x="314709" y="256573"/>
                </a:lnTo>
                <a:lnTo>
                  <a:pt x="318928" y="236028"/>
                </a:lnTo>
                <a:lnTo>
                  <a:pt x="367963" y="252423"/>
                </a:lnTo>
                <a:lnTo>
                  <a:pt x="427321" y="238096"/>
                </a:lnTo>
                <a:lnTo>
                  <a:pt x="519513" y="305043"/>
                </a:lnTo>
                <a:lnTo>
                  <a:pt x="534486" y="293732"/>
                </a:lnTo>
                <a:lnTo>
                  <a:pt x="566889" y="296919"/>
                </a:lnTo>
                <a:lnTo>
                  <a:pt x="591237" y="276862"/>
                </a:lnTo>
                <a:lnTo>
                  <a:pt x="629724" y="290440"/>
                </a:lnTo>
                <a:lnTo>
                  <a:pt x="652447" y="269607"/>
                </a:lnTo>
                <a:lnTo>
                  <a:pt x="680526" y="274518"/>
                </a:lnTo>
                <a:lnTo>
                  <a:pt x="689803" y="296673"/>
                </a:lnTo>
                <a:lnTo>
                  <a:pt x="726745" y="287808"/>
                </a:lnTo>
                <a:lnTo>
                  <a:pt x="737907" y="263298"/>
                </a:lnTo>
                <a:lnTo>
                  <a:pt x="752760" y="268520"/>
                </a:lnTo>
                <a:lnTo>
                  <a:pt x="790345" y="233782"/>
                </a:lnTo>
                <a:lnTo>
                  <a:pt x="828121" y="245631"/>
                </a:lnTo>
                <a:lnTo>
                  <a:pt x="837351" y="215242"/>
                </a:lnTo>
                <a:lnTo>
                  <a:pt x="864169" y="215521"/>
                </a:lnTo>
                <a:lnTo>
                  <a:pt x="890861" y="195819"/>
                </a:lnTo>
                <a:lnTo>
                  <a:pt x="927965" y="209233"/>
                </a:lnTo>
                <a:lnTo>
                  <a:pt x="975659" y="198245"/>
                </a:lnTo>
                <a:lnTo>
                  <a:pt x="983217" y="181980"/>
                </a:lnTo>
                <a:lnTo>
                  <a:pt x="969201" y="163106"/>
                </a:lnTo>
                <a:lnTo>
                  <a:pt x="1018838" y="121289"/>
                </a:lnTo>
                <a:lnTo>
                  <a:pt x="1058424" y="114289"/>
                </a:lnTo>
                <a:lnTo>
                  <a:pt x="1118868" y="77784"/>
                </a:lnTo>
                <a:lnTo>
                  <a:pt x="1166109" y="77272"/>
                </a:lnTo>
                <a:lnTo>
                  <a:pt x="1292670" y="0"/>
                </a:lnTo>
                <a:lnTo>
                  <a:pt x="1317062" y="24750"/>
                </a:lnTo>
                <a:lnTo>
                  <a:pt x="1357103" y="31118"/>
                </a:lnTo>
                <a:lnTo>
                  <a:pt x="1333367" y="43999"/>
                </a:lnTo>
                <a:lnTo>
                  <a:pt x="1340518" y="74894"/>
                </a:lnTo>
                <a:lnTo>
                  <a:pt x="1317962" y="88807"/>
                </a:lnTo>
                <a:lnTo>
                  <a:pt x="1331635" y="108349"/>
                </a:lnTo>
                <a:lnTo>
                  <a:pt x="1302942" y="127052"/>
                </a:lnTo>
                <a:lnTo>
                  <a:pt x="1307759" y="156324"/>
                </a:lnTo>
                <a:lnTo>
                  <a:pt x="1257175" y="239737"/>
                </a:lnTo>
                <a:lnTo>
                  <a:pt x="1272544" y="293464"/>
                </a:lnTo>
                <a:lnTo>
                  <a:pt x="1240321" y="316622"/>
                </a:lnTo>
                <a:lnTo>
                  <a:pt x="1236809" y="394704"/>
                </a:lnTo>
                <a:lnTo>
                  <a:pt x="1299390" y="393513"/>
                </a:lnTo>
                <a:lnTo>
                  <a:pt x="1312866" y="377574"/>
                </a:lnTo>
                <a:lnTo>
                  <a:pt x="1349564" y="372122"/>
                </a:lnTo>
                <a:lnTo>
                  <a:pt x="1396774" y="439038"/>
                </a:lnTo>
                <a:lnTo>
                  <a:pt x="1396009" y="459084"/>
                </a:lnTo>
                <a:lnTo>
                  <a:pt x="1434991" y="436507"/>
                </a:lnTo>
                <a:lnTo>
                  <a:pt x="1447884" y="451882"/>
                </a:lnTo>
                <a:lnTo>
                  <a:pt x="1460203" y="426007"/>
                </a:lnTo>
                <a:lnTo>
                  <a:pt x="1557435" y="360986"/>
                </a:lnTo>
                <a:lnTo>
                  <a:pt x="1551777" y="335843"/>
                </a:lnTo>
                <a:lnTo>
                  <a:pt x="1575877" y="297604"/>
                </a:lnTo>
                <a:lnTo>
                  <a:pt x="1628012" y="293079"/>
                </a:lnTo>
                <a:lnTo>
                  <a:pt x="1660689" y="256536"/>
                </a:lnTo>
                <a:lnTo>
                  <a:pt x="1663467" y="233786"/>
                </a:lnTo>
                <a:lnTo>
                  <a:pt x="1715477" y="245767"/>
                </a:lnTo>
                <a:lnTo>
                  <a:pt x="1713623" y="265171"/>
                </a:lnTo>
                <a:lnTo>
                  <a:pt x="1735172" y="271465"/>
                </a:lnTo>
                <a:lnTo>
                  <a:pt x="1734998" y="338396"/>
                </a:lnTo>
                <a:lnTo>
                  <a:pt x="1754317" y="373132"/>
                </a:lnTo>
                <a:lnTo>
                  <a:pt x="1772916" y="377476"/>
                </a:lnTo>
                <a:lnTo>
                  <a:pt x="1778883" y="422396"/>
                </a:lnTo>
                <a:lnTo>
                  <a:pt x="1695777" y="448674"/>
                </a:lnTo>
                <a:lnTo>
                  <a:pt x="1626901" y="451756"/>
                </a:lnTo>
                <a:lnTo>
                  <a:pt x="1639625" y="493536"/>
                </a:lnTo>
                <a:lnTo>
                  <a:pt x="1673287" y="511071"/>
                </a:lnTo>
                <a:lnTo>
                  <a:pt x="1670407" y="528704"/>
                </a:lnTo>
                <a:lnTo>
                  <a:pt x="1621505" y="560064"/>
                </a:lnTo>
                <a:lnTo>
                  <a:pt x="1605255" y="590154"/>
                </a:lnTo>
                <a:lnTo>
                  <a:pt x="1609306" y="613301"/>
                </a:lnTo>
                <a:lnTo>
                  <a:pt x="1596974" y="617515"/>
                </a:lnTo>
                <a:lnTo>
                  <a:pt x="1607808" y="632622"/>
                </a:lnTo>
                <a:lnTo>
                  <a:pt x="1598722" y="652042"/>
                </a:lnTo>
                <a:lnTo>
                  <a:pt x="1519276" y="715400"/>
                </a:lnTo>
                <a:lnTo>
                  <a:pt x="1555402" y="765132"/>
                </a:lnTo>
                <a:lnTo>
                  <a:pt x="1536143" y="769978"/>
                </a:lnTo>
                <a:lnTo>
                  <a:pt x="1519131" y="805769"/>
                </a:lnTo>
                <a:lnTo>
                  <a:pt x="1522667" y="848361"/>
                </a:lnTo>
                <a:lnTo>
                  <a:pt x="1510388" y="861400"/>
                </a:lnTo>
                <a:lnTo>
                  <a:pt x="1525888" y="877897"/>
                </a:lnTo>
                <a:lnTo>
                  <a:pt x="1523001" y="924118"/>
                </a:lnTo>
                <a:lnTo>
                  <a:pt x="1536604" y="929733"/>
                </a:lnTo>
                <a:lnTo>
                  <a:pt x="1534314" y="916968"/>
                </a:lnTo>
                <a:lnTo>
                  <a:pt x="1552675" y="907949"/>
                </a:lnTo>
                <a:lnTo>
                  <a:pt x="1568871" y="920035"/>
                </a:lnTo>
                <a:lnTo>
                  <a:pt x="1561515" y="942741"/>
                </a:lnTo>
                <a:lnTo>
                  <a:pt x="1573430" y="953750"/>
                </a:lnTo>
                <a:lnTo>
                  <a:pt x="1591537" y="937051"/>
                </a:lnTo>
                <a:lnTo>
                  <a:pt x="1605038" y="950358"/>
                </a:lnTo>
                <a:lnTo>
                  <a:pt x="1615651" y="938631"/>
                </a:lnTo>
                <a:lnTo>
                  <a:pt x="1645688" y="960545"/>
                </a:lnTo>
                <a:lnTo>
                  <a:pt x="1646853" y="1001914"/>
                </a:lnTo>
                <a:lnTo>
                  <a:pt x="1674320" y="1003024"/>
                </a:lnTo>
                <a:lnTo>
                  <a:pt x="1686883" y="1031559"/>
                </a:lnTo>
                <a:lnTo>
                  <a:pt x="1676002" y="1044689"/>
                </a:lnTo>
                <a:lnTo>
                  <a:pt x="1699225" y="1052113"/>
                </a:lnTo>
                <a:lnTo>
                  <a:pt x="1714681" y="1083356"/>
                </a:lnTo>
                <a:lnTo>
                  <a:pt x="1718172" y="1118247"/>
                </a:lnTo>
                <a:lnTo>
                  <a:pt x="1693215" y="1131135"/>
                </a:lnTo>
                <a:lnTo>
                  <a:pt x="1695257" y="1185236"/>
                </a:lnTo>
                <a:lnTo>
                  <a:pt x="1677507" y="1191609"/>
                </a:lnTo>
                <a:lnTo>
                  <a:pt x="1656269" y="1228460"/>
                </a:lnTo>
                <a:lnTo>
                  <a:pt x="1623245" y="1242054"/>
                </a:lnTo>
                <a:lnTo>
                  <a:pt x="1574945" y="1232184"/>
                </a:lnTo>
                <a:lnTo>
                  <a:pt x="1495149" y="1189197"/>
                </a:lnTo>
                <a:lnTo>
                  <a:pt x="1483688" y="1193733"/>
                </a:lnTo>
                <a:lnTo>
                  <a:pt x="1486008" y="1209651"/>
                </a:lnTo>
                <a:lnTo>
                  <a:pt x="1457340" y="1220593"/>
                </a:lnTo>
                <a:lnTo>
                  <a:pt x="1440674" y="1210159"/>
                </a:lnTo>
                <a:lnTo>
                  <a:pt x="1412260" y="1217044"/>
                </a:lnTo>
                <a:lnTo>
                  <a:pt x="1409696" y="1199178"/>
                </a:lnTo>
                <a:lnTo>
                  <a:pt x="1391956" y="1197821"/>
                </a:lnTo>
                <a:lnTo>
                  <a:pt x="1333439" y="1237862"/>
                </a:lnTo>
                <a:lnTo>
                  <a:pt x="1281808" y="1236449"/>
                </a:lnTo>
                <a:lnTo>
                  <a:pt x="1248513" y="1218377"/>
                </a:lnTo>
                <a:lnTo>
                  <a:pt x="1229479" y="1149115"/>
                </a:lnTo>
                <a:lnTo>
                  <a:pt x="1192502" y="1140991"/>
                </a:lnTo>
                <a:lnTo>
                  <a:pt x="1157315" y="1071258"/>
                </a:lnTo>
                <a:lnTo>
                  <a:pt x="1096648" y="1034228"/>
                </a:lnTo>
                <a:lnTo>
                  <a:pt x="1084454" y="990299"/>
                </a:lnTo>
                <a:lnTo>
                  <a:pt x="1070728" y="1004702"/>
                </a:lnTo>
                <a:lnTo>
                  <a:pt x="1070945" y="979497"/>
                </a:lnTo>
                <a:lnTo>
                  <a:pt x="1033057" y="958168"/>
                </a:lnTo>
                <a:lnTo>
                  <a:pt x="1028870" y="933486"/>
                </a:lnTo>
                <a:lnTo>
                  <a:pt x="980069" y="898899"/>
                </a:lnTo>
                <a:lnTo>
                  <a:pt x="981210" y="868834"/>
                </a:lnTo>
                <a:lnTo>
                  <a:pt x="951276" y="867301"/>
                </a:lnTo>
                <a:lnTo>
                  <a:pt x="958825" y="849128"/>
                </a:lnTo>
                <a:lnTo>
                  <a:pt x="943041" y="847409"/>
                </a:lnTo>
                <a:lnTo>
                  <a:pt x="940708" y="833351"/>
                </a:lnTo>
                <a:lnTo>
                  <a:pt x="917137" y="814663"/>
                </a:lnTo>
                <a:lnTo>
                  <a:pt x="890387" y="814829"/>
                </a:lnTo>
                <a:lnTo>
                  <a:pt x="887403" y="778338"/>
                </a:lnTo>
                <a:lnTo>
                  <a:pt x="876615" y="784764"/>
                </a:lnTo>
                <a:lnTo>
                  <a:pt x="852411" y="766218"/>
                </a:lnTo>
                <a:lnTo>
                  <a:pt x="834160" y="777833"/>
                </a:lnTo>
                <a:lnTo>
                  <a:pt x="836550" y="757616"/>
                </a:lnTo>
                <a:lnTo>
                  <a:pt x="819480" y="748367"/>
                </a:lnTo>
                <a:lnTo>
                  <a:pt x="758827" y="743427"/>
                </a:lnTo>
                <a:lnTo>
                  <a:pt x="738198" y="753891"/>
                </a:lnTo>
                <a:lnTo>
                  <a:pt x="738832" y="770687"/>
                </a:lnTo>
                <a:lnTo>
                  <a:pt x="611531" y="743156"/>
                </a:lnTo>
                <a:lnTo>
                  <a:pt x="579785" y="740009"/>
                </a:lnTo>
                <a:lnTo>
                  <a:pt x="568952" y="752836"/>
                </a:lnTo>
                <a:lnTo>
                  <a:pt x="568952" y="75283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p-line"/>
          <p:cNvSpPr/>
          <p:nvPr/>
        </p:nvSpPr>
        <p:spPr>
          <a:xfrm>
            <a:off x="4334045" y="8320196"/>
            <a:ext cx="504308" cy="376476"/>
          </a:xfrm>
          <a:custGeom>
            <a:avLst/>
            <a:gdLst/>
            <a:ahLst/>
            <a:cxnLst/>
            <a:rect l="0" t="0" r="r" b="b"/>
            <a:pathLst>
              <a:path w="504308" h="376476">
                <a:moveTo>
                  <a:pt x="33807" y="267748"/>
                </a:moveTo>
                <a:lnTo>
                  <a:pt x="10556" y="250640"/>
                </a:lnTo>
                <a:lnTo>
                  <a:pt x="0" y="197537"/>
                </a:lnTo>
                <a:lnTo>
                  <a:pt x="31847" y="167583"/>
                </a:lnTo>
                <a:lnTo>
                  <a:pt x="31082" y="111059"/>
                </a:lnTo>
                <a:lnTo>
                  <a:pt x="65134" y="103187"/>
                </a:lnTo>
                <a:lnTo>
                  <a:pt x="91601" y="65276"/>
                </a:lnTo>
                <a:lnTo>
                  <a:pt x="119327" y="69559"/>
                </a:lnTo>
                <a:lnTo>
                  <a:pt x="112879" y="21421"/>
                </a:lnTo>
                <a:lnTo>
                  <a:pt x="150502" y="21222"/>
                </a:lnTo>
                <a:lnTo>
                  <a:pt x="158335" y="37992"/>
                </a:lnTo>
                <a:lnTo>
                  <a:pt x="194225" y="7794"/>
                </a:lnTo>
                <a:lnTo>
                  <a:pt x="208786" y="23685"/>
                </a:lnTo>
                <a:lnTo>
                  <a:pt x="252327" y="13100"/>
                </a:lnTo>
                <a:lnTo>
                  <a:pt x="298989" y="62350"/>
                </a:lnTo>
                <a:lnTo>
                  <a:pt x="352606" y="45994"/>
                </a:lnTo>
                <a:lnTo>
                  <a:pt x="380838" y="55603"/>
                </a:lnTo>
                <a:lnTo>
                  <a:pt x="412968" y="32733"/>
                </a:lnTo>
                <a:lnTo>
                  <a:pt x="420872" y="11962"/>
                </a:lnTo>
                <a:lnTo>
                  <a:pt x="452010" y="25181"/>
                </a:lnTo>
                <a:lnTo>
                  <a:pt x="497896" y="0"/>
                </a:lnTo>
                <a:lnTo>
                  <a:pt x="504308" y="31563"/>
                </a:lnTo>
                <a:lnTo>
                  <a:pt x="494471" y="48520"/>
                </a:lnTo>
                <a:lnTo>
                  <a:pt x="462419" y="58048"/>
                </a:lnTo>
                <a:lnTo>
                  <a:pt x="421624" y="98711"/>
                </a:lnTo>
                <a:lnTo>
                  <a:pt x="392331" y="131893"/>
                </a:lnTo>
                <a:lnTo>
                  <a:pt x="383830" y="167608"/>
                </a:lnTo>
                <a:lnTo>
                  <a:pt x="335417" y="191092"/>
                </a:lnTo>
                <a:lnTo>
                  <a:pt x="318477" y="235379"/>
                </a:lnTo>
                <a:lnTo>
                  <a:pt x="302741" y="240627"/>
                </a:lnTo>
                <a:lnTo>
                  <a:pt x="307686" y="287555"/>
                </a:lnTo>
                <a:lnTo>
                  <a:pt x="241862" y="330300"/>
                </a:lnTo>
                <a:lnTo>
                  <a:pt x="206435" y="349273"/>
                </a:lnTo>
                <a:lnTo>
                  <a:pt x="180156" y="345963"/>
                </a:lnTo>
                <a:lnTo>
                  <a:pt x="148114" y="375642"/>
                </a:lnTo>
                <a:lnTo>
                  <a:pt x="128607" y="376476"/>
                </a:lnTo>
                <a:lnTo>
                  <a:pt x="111291" y="351017"/>
                </a:lnTo>
                <a:lnTo>
                  <a:pt x="70832" y="334076"/>
                </a:lnTo>
                <a:lnTo>
                  <a:pt x="67249" y="284038"/>
                </a:lnTo>
                <a:lnTo>
                  <a:pt x="46405" y="259904"/>
                </a:lnTo>
                <a:lnTo>
                  <a:pt x="33807" y="267748"/>
                </a:lnTo>
                <a:lnTo>
                  <a:pt x="33807" y="26774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p-line"/>
          <p:cNvSpPr/>
          <p:nvPr/>
        </p:nvSpPr>
        <p:spPr>
          <a:xfrm>
            <a:off x="3658812" y="5627692"/>
            <a:ext cx="1729834" cy="3066589"/>
          </a:xfrm>
          <a:custGeom>
            <a:avLst/>
            <a:gdLst/>
            <a:ahLst/>
            <a:cxnLst/>
            <a:rect l="0" t="0" r="r" b="b"/>
            <a:pathLst>
              <a:path w="1729834" h="3066589">
                <a:moveTo>
                  <a:pt x="1142648" y="2763417"/>
                </a:moveTo>
                <a:lnTo>
                  <a:pt x="1127708" y="2762862"/>
                </a:lnTo>
                <a:lnTo>
                  <a:pt x="1137653" y="2750552"/>
                </a:lnTo>
                <a:lnTo>
                  <a:pt x="1167999" y="2742449"/>
                </a:lnTo>
                <a:lnTo>
                  <a:pt x="1179541" y="2724067"/>
                </a:lnTo>
                <a:lnTo>
                  <a:pt x="1170915" y="2690682"/>
                </a:lnTo>
                <a:lnTo>
                  <a:pt x="1127243" y="2717685"/>
                </a:lnTo>
                <a:lnTo>
                  <a:pt x="1096105" y="2704466"/>
                </a:lnTo>
                <a:lnTo>
                  <a:pt x="1088201" y="2725236"/>
                </a:lnTo>
                <a:lnTo>
                  <a:pt x="1056071" y="2748107"/>
                </a:lnTo>
                <a:lnTo>
                  <a:pt x="1027840" y="2738498"/>
                </a:lnTo>
                <a:lnTo>
                  <a:pt x="974222" y="2754854"/>
                </a:lnTo>
                <a:lnTo>
                  <a:pt x="927560" y="2705604"/>
                </a:lnTo>
                <a:lnTo>
                  <a:pt x="884019" y="2716189"/>
                </a:lnTo>
                <a:lnTo>
                  <a:pt x="869458" y="2700298"/>
                </a:lnTo>
                <a:lnTo>
                  <a:pt x="833568" y="2730495"/>
                </a:lnTo>
                <a:lnTo>
                  <a:pt x="825735" y="2713726"/>
                </a:lnTo>
                <a:lnTo>
                  <a:pt x="788112" y="2713925"/>
                </a:lnTo>
                <a:lnTo>
                  <a:pt x="794560" y="2762063"/>
                </a:lnTo>
                <a:lnTo>
                  <a:pt x="766834" y="2757780"/>
                </a:lnTo>
                <a:lnTo>
                  <a:pt x="738502" y="2796224"/>
                </a:lnTo>
                <a:lnTo>
                  <a:pt x="711048" y="2726963"/>
                </a:lnTo>
                <a:lnTo>
                  <a:pt x="687824" y="2719539"/>
                </a:lnTo>
                <a:lnTo>
                  <a:pt x="698706" y="2706409"/>
                </a:lnTo>
                <a:lnTo>
                  <a:pt x="686754" y="2678628"/>
                </a:lnTo>
                <a:lnTo>
                  <a:pt x="658041" y="2675540"/>
                </a:lnTo>
                <a:lnTo>
                  <a:pt x="662941" y="2640174"/>
                </a:lnTo>
                <a:lnTo>
                  <a:pt x="627474" y="2613482"/>
                </a:lnTo>
                <a:lnTo>
                  <a:pt x="616860" y="2625209"/>
                </a:lnTo>
                <a:lnTo>
                  <a:pt x="603360" y="2611901"/>
                </a:lnTo>
                <a:lnTo>
                  <a:pt x="585252" y="2628601"/>
                </a:lnTo>
                <a:lnTo>
                  <a:pt x="573338" y="2617591"/>
                </a:lnTo>
                <a:lnTo>
                  <a:pt x="580693" y="2594886"/>
                </a:lnTo>
                <a:lnTo>
                  <a:pt x="564498" y="2582799"/>
                </a:lnTo>
                <a:lnTo>
                  <a:pt x="546137" y="2591819"/>
                </a:lnTo>
                <a:lnTo>
                  <a:pt x="548427" y="2604583"/>
                </a:lnTo>
                <a:lnTo>
                  <a:pt x="534823" y="2598968"/>
                </a:lnTo>
                <a:lnTo>
                  <a:pt x="537710" y="2552748"/>
                </a:lnTo>
                <a:lnTo>
                  <a:pt x="522211" y="2536251"/>
                </a:lnTo>
                <a:lnTo>
                  <a:pt x="534490" y="2523211"/>
                </a:lnTo>
                <a:lnTo>
                  <a:pt x="530954" y="2480619"/>
                </a:lnTo>
                <a:lnTo>
                  <a:pt x="547966" y="2444828"/>
                </a:lnTo>
                <a:lnTo>
                  <a:pt x="567224" y="2439983"/>
                </a:lnTo>
                <a:lnTo>
                  <a:pt x="531099" y="2390251"/>
                </a:lnTo>
                <a:lnTo>
                  <a:pt x="611078" y="2326226"/>
                </a:lnTo>
                <a:lnTo>
                  <a:pt x="617529" y="2263252"/>
                </a:lnTo>
                <a:lnTo>
                  <a:pt x="686367" y="2190640"/>
                </a:lnTo>
                <a:lnTo>
                  <a:pt x="651448" y="2168386"/>
                </a:lnTo>
                <a:lnTo>
                  <a:pt x="637648" y="2128400"/>
                </a:lnTo>
                <a:lnTo>
                  <a:pt x="707600" y="2123524"/>
                </a:lnTo>
                <a:lnTo>
                  <a:pt x="790706" y="2097246"/>
                </a:lnTo>
                <a:lnTo>
                  <a:pt x="784739" y="2052327"/>
                </a:lnTo>
                <a:lnTo>
                  <a:pt x="766140" y="2047983"/>
                </a:lnTo>
                <a:lnTo>
                  <a:pt x="746820" y="2013247"/>
                </a:lnTo>
                <a:lnTo>
                  <a:pt x="746995" y="1946316"/>
                </a:lnTo>
                <a:lnTo>
                  <a:pt x="725446" y="1940021"/>
                </a:lnTo>
                <a:lnTo>
                  <a:pt x="727299" y="1920618"/>
                </a:lnTo>
                <a:lnTo>
                  <a:pt x="675290" y="1908637"/>
                </a:lnTo>
                <a:lnTo>
                  <a:pt x="672511" y="1931387"/>
                </a:lnTo>
                <a:lnTo>
                  <a:pt x="639835" y="1967929"/>
                </a:lnTo>
                <a:lnTo>
                  <a:pt x="587699" y="1972454"/>
                </a:lnTo>
                <a:lnTo>
                  <a:pt x="563600" y="2010693"/>
                </a:lnTo>
                <a:lnTo>
                  <a:pt x="569258" y="2035837"/>
                </a:lnTo>
                <a:lnTo>
                  <a:pt x="472026" y="2100858"/>
                </a:lnTo>
                <a:lnTo>
                  <a:pt x="459707" y="2126733"/>
                </a:lnTo>
                <a:lnTo>
                  <a:pt x="446814" y="2111358"/>
                </a:lnTo>
                <a:lnTo>
                  <a:pt x="407832" y="2133935"/>
                </a:lnTo>
                <a:lnTo>
                  <a:pt x="408596" y="2113888"/>
                </a:lnTo>
                <a:lnTo>
                  <a:pt x="361387" y="2046972"/>
                </a:lnTo>
                <a:lnTo>
                  <a:pt x="324689" y="2052424"/>
                </a:lnTo>
                <a:lnTo>
                  <a:pt x="311213" y="2068363"/>
                </a:lnTo>
                <a:lnTo>
                  <a:pt x="247665" y="2068786"/>
                </a:lnTo>
                <a:lnTo>
                  <a:pt x="252144" y="1991473"/>
                </a:lnTo>
                <a:lnTo>
                  <a:pt x="284367" y="1968314"/>
                </a:lnTo>
                <a:lnTo>
                  <a:pt x="268998" y="1914588"/>
                </a:lnTo>
                <a:lnTo>
                  <a:pt x="319582" y="1831175"/>
                </a:lnTo>
                <a:lnTo>
                  <a:pt x="314765" y="1801903"/>
                </a:lnTo>
                <a:lnTo>
                  <a:pt x="343458" y="1783200"/>
                </a:lnTo>
                <a:lnTo>
                  <a:pt x="329784" y="1763658"/>
                </a:lnTo>
                <a:lnTo>
                  <a:pt x="352340" y="1749744"/>
                </a:lnTo>
                <a:lnTo>
                  <a:pt x="345190" y="1718849"/>
                </a:lnTo>
                <a:lnTo>
                  <a:pt x="368961" y="1704877"/>
                </a:lnTo>
                <a:lnTo>
                  <a:pt x="347337" y="1706517"/>
                </a:lnTo>
                <a:lnTo>
                  <a:pt x="305498" y="1675042"/>
                </a:lnTo>
                <a:lnTo>
                  <a:pt x="290398" y="1677096"/>
                </a:lnTo>
                <a:lnTo>
                  <a:pt x="242794" y="1719962"/>
                </a:lnTo>
                <a:lnTo>
                  <a:pt x="176867" y="1752514"/>
                </a:lnTo>
                <a:lnTo>
                  <a:pt x="155616" y="1750015"/>
                </a:lnTo>
                <a:lnTo>
                  <a:pt x="132772" y="1717727"/>
                </a:lnTo>
                <a:lnTo>
                  <a:pt x="114372" y="1618875"/>
                </a:lnTo>
                <a:lnTo>
                  <a:pt x="123710" y="1596278"/>
                </a:lnTo>
                <a:lnTo>
                  <a:pt x="138645" y="1604541"/>
                </a:lnTo>
                <a:lnTo>
                  <a:pt x="136714" y="1578959"/>
                </a:lnTo>
                <a:lnTo>
                  <a:pt x="162752" y="1584682"/>
                </a:lnTo>
                <a:lnTo>
                  <a:pt x="143998" y="1553654"/>
                </a:lnTo>
                <a:lnTo>
                  <a:pt x="149587" y="1536554"/>
                </a:lnTo>
                <a:lnTo>
                  <a:pt x="91624" y="1492175"/>
                </a:lnTo>
                <a:lnTo>
                  <a:pt x="65874" y="1486786"/>
                </a:lnTo>
                <a:lnTo>
                  <a:pt x="61216" y="1495937"/>
                </a:lnTo>
                <a:lnTo>
                  <a:pt x="44842" y="1483261"/>
                </a:lnTo>
                <a:lnTo>
                  <a:pt x="52929" y="1463963"/>
                </a:lnTo>
                <a:lnTo>
                  <a:pt x="79629" y="1462905"/>
                </a:lnTo>
                <a:lnTo>
                  <a:pt x="69969" y="1402336"/>
                </a:lnTo>
                <a:lnTo>
                  <a:pt x="92482" y="1386270"/>
                </a:lnTo>
                <a:lnTo>
                  <a:pt x="92646" y="1369895"/>
                </a:lnTo>
                <a:lnTo>
                  <a:pt x="0" y="1312836"/>
                </a:lnTo>
                <a:lnTo>
                  <a:pt x="20670" y="1299834"/>
                </a:lnTo>
                <a:lnTo>
                  <a:pt x="62591" y="1310983"/>
                </a:lnTo>
                <a:lnTo>
                  <a:pt x="66370" y="1302906"/>
                </a:lnTo>
                <a:lnTo>
                  <a:pt x="50987" y="1296561"/>
                </a:lnTo>
                <a:lnTo>
                  <a:pt x="56232" y="1267168"/>
                </a:lnTo>
                <a:lnTo>
                  <a:pt x="29480" y="1229868"/>
                </a:lnTo>
                <a:lnTo>
                  <a:pt x="54909" y="1217810"/>
                </a:lnTo>
                <a:lnTo>
                  <a:pt x="35367" y="1142319"/>
                </a:lnTo>
                <a:lnTo>
                  <a:pt x="53866" y="1134930"/>
                </a:lnTo>
                <a:lnTo>
                  <a:pt x="36987" y="1096964"/>
                </a:lnTo>
                <a:lnTo>
                  <a:pt x="51436" y="1068283"/>
                </a:lnTo>
                <a:lnTo>
                  <a:pt x="80368" y="1033764"/>
                </a:lnTo>
                <a:lnTo>
                  <a:pt x="91330" y="1040921"/>
                </a:lnTo>
                <a:lnTo>
                  <a:pt x="124007" y="1018107"/>
                </a:lnTo>
                <a:lnTo>
                  <a:pt x="172930" y="1014123"/>
                </a:lnTo>
                <a:lnTo>
                  <a:pt x="183815" y="994439"/>
                </a:lnTo>
                <a:lnTo>
                  <a:pt x="202133" y="1002112"/>
                </a:lnTo>
                <a:lnTo>
                  <a:pt x="230401" y="988402"/>
                </a:lnTo>
                <a:lnTo>
                  <a:pt x="224578" y="933791"/>
                </a:lnTo>
                <a:lnTo>
                  <a:pt x="238526" y="895291"/>
                </a:lnTo>
                <a:lnTo>
                  <a:pt x="273680" y="896576"/>
                </a:lnTo>
                <a:lnTo>
                  <a:pt x="335559" y="875533"/>
                </a:lnTo>
                <a:lnTo>
                  <a:pt x="372631" y="809374"/>
                </a:lnTo>
                <a:lnTo>
                  <a:pt x="366495" y="772886"/>
                </a:lnTo>
                <a:lnTo>
                  <a:pt x="391067" y="745071"/>
                </a:lnTo>
                <a:lnTo>
                  <a:pt x="404790" y="760864"/>
                </a:lnTo>
                <a:lnTo>
                  <a:pt x="419263" y="745886"/>
                </a:lnTo>
                <a:lnTo>
                  <a:pt x="341129" y="623847"/>
                </a:lnTo>
                <a:lnTo>
                  <a:pt x="337347" y="584994"/>
                </a:lnTo>
                <a:lnTo>
                  <a:pt x="297281" y="564416"/>
                </a:lnTo>
                <a:lnTo>
                  <a:pt x="298621" y="539267"/>
                </a:lnTo>
                <a:lnTo>
                  <a:pt x="283644" y="524611"/>
                </a:lnTo>
                <a:lnTo>
                  <a:pt x="306172" y="491991"/>
                </a:lnTo>
                <a:lnTo>
                  <a:pt x="293507" y="467046"/>
                </a:lnTo>
                <a:lnTo>
                  <a:pt x="309849" y="462191"/>
                </a:lnTo>
                <a:lnTo>
                  <a:pt x="309882" y="433412"/>
                </a:lnTo>
                <a:lnTo>
                  <a:pt x="339578" y="406446"/>
                </a:lnTo>
                <a:lnTo>
                  <a:pt x="321161" y="308273"/>
                </a:lnTo>
                <a:lnTo>
                  <a:pt x="333821" y="282879"/>
                </a:lnTo>
                <a:lnTo>
                  <a:pt x="303999" y="228289"/>
                </a:lnTo>
                <a:lnTo>
                  <a:pt x="320372" y="209790"/>
                </a:lnTo>
                <a:lnTo>
                  <a:pt x="309896" y="182787"/>
                </a:lnTo>
                <a:lnTo>
                  <a:pt x="354054" y="189358"/>
                </a:lnTo>
                <a:lnTo>
                  <a:pt x="365747" y="175259"/>
                </a:lnTo>
                <a:lnTo>
                  <a:pt x="448964" y="209246"/>
                </a:lnTo>
                <a:lnTo>
                  <a:pt x="464923" y="184658"/>
                </a:lnTo>
                <a:lnTo>
                  <a:pt x="505796" y="204634"/>
                </a:lnTo>
                <a:lnTo>
                  <a:pt x="512114" y="178241"/>
                </a:lnTo>
                <a:lnTo>
                  <a:pt x="540766" y="170871"/>
                </a:lnTo>
                <a:lnTo>
                  <a:pt x="533846" y="127631"/>
                </a:lnTo>
                <a:lnTo>
                  <a:pt x="554269" y="133596"/>
                </a:lnTo>
                <a:lnTo>
                  <a:pt x="571321" y="120765"/>
                </a:lnTo>
                <a:lnTo>
                  <a:pt x="591111" y="141798"/>
                </a:lnTo>
                <a:lnTo>
                  <a:pt x="597246" y="109536"/>
                </a:lnTo>
                <a:lnTo>
                  <a:pt x="623703" y="143539"/>
                </a:lnTo>
                <a:lnTo>
                  <a:pt x="646359" y="131867"/>
                </a:lnTo>
                <a:lnTo>
                  <a:pt x="650713" y="50815"/>
                </a:lnTo>
                <a:lnTo>
                  <a:pt x="684992" y="47581"/>
                </a:lnTo>
                <a:lnTo>
                  <a:pt x="707569" y="31956"/>
                </a:lnTo>
                <a:lnTo>
                  <a:pt x="711651" y="4103"/>
                </a:lnTo>
                <a:lnTo>
                  <a:pt x="727130" y="0"/>
                </a:lnTo>
                <a:lnTo>
                  <a:pt x="818519" y="17786"/>
                </a:lnTo>
                <a:lnTo>
                  <a:pt x="845185" y="45512"/>
                </a:lnTo>
                <a:lnTo>
                  <a:pt x="859214" y="41391"/>
                </a:lnTo>
                <a:lnTo>
                  <a:pt x="903851" y="100741"/>
                </a:lnTo>
                <a:lnTo>
                  <a:pt x="895211" y="124751"/>
                </a:lnTo>
                <a:lnTo>
                  <a:pt x="920790" y="167804"/>
                </a:lnTo>
                <a:lnTo>
                  <a:pt x="888401" y="177027"/>
                </a:lnTo>
                <a:lnTo>
                  <a:pt x="878321" y="227877"/>
                </a:lnTo>
                <a:lnTo>
                  <a:pt x="887273" y="253104"/>
                </a:lnTo>
                <a:lnTo>
                  <a:pt x="932173" y="270256"/>
                </a:lnTo>
                <a:lnTo>
                  <a:pt x="964972" y="226398"/>
                </a:lnTo>
                <a:lnTo>
                  <a:pt x="986966" y="241884"/>
                </a:lnTo>
                <a:lnTo>
                  <a:pt x="1006213" y="233281"/>
                </a:lnTo>
                <a:lnTo>
                  <a:pt x="1036386" y="255518"/>
                </a:lnTo>
                <a:lnTo>
                  <a:pt x="1047229" y="236558"/>
                </a:lnTo>
                <a:lnTo>
                  <a:pt x="1062748" y="238898"/>
                </a:lnTo>
                <a:lnTo>
                  <a:pt x="1116924" y="306767"/>
                </a:lnTo>
                <a:lnTo>
                  <a:pt x="1106838" y="328684"/>
                </a:lnTo>
                <a:lnTo>
                  <a:pt x="1064721" y="339405"/>
                </a:lnTo>
                <a:lnTo>
                  <a:pt x="1062864" y="354975"/>
                </a:lnTo>
                <a:lnTo>
                  <a:pt x="1088191" y="379615"/>
                </a:lnTo>
                <a:lnTo>
                  <a:pt x="1073927" y="408824"/>
                </a:lnTo>
                <a:lnTo>
                  <a:pt x="1045474" y="407260"/>
                </a:lnTo>
                <a:lnTo>
                  <a:pt x="1034753" y="374080"/>
                </a:lnTo>
                <a:lnTo>
                  <a:pt x="1029730" y="389981"/>
                </a:lnTo>
                <a:lnTo>
                  <a:pt x="1011848" y="387705"/>
                </a:lnTo>
                <a:lnTo>
                  <a:pt x="970014" y="436481"/>
                </a:lnTo>
                <a:lnTo>
                  <a:pt x="882569" y="491119"/>
                </a:lnTo>
                <a:lnTo>
                  <a:pt x="863436" y="529654"/>
                </a:lnTo>
                <a:lnTo>
                  <a:pt x="831770" y="538672"/>
                </a:lnTo>
                <a:lnTo>
                  <a:pt x="791209" y="627077"/>
                </a:lnTo>
                <a:lnTo>
                  <a:pt x="793119" y="741193"/>
                </a:lnTo>
                <a:lnTo>
                  <a:pt x="763077" y="840321"/>
                </a:lnTo>
                <a:lnTo>
                  <a:pt x="788058" y="919196"/>
                </a:lnTo>
                <a:lnTo>
                  <a:pt x="764264" y="964721"/>
                </a:lnTo>
                <a:lnTo>
                  <a:pt x="767887" y="1013727"/>
                </a:lnTo>
                <a:lnTo>
                  <a:pt x="737174" y="1089065"/>
                </a:lnTo>
                <a:lnTo>
                  <a:pt x="739729" y="1135036"/>
                </a:lnTo>
                <a:lnTo>
                  <a:pt x="723639" y="1158562"/>
                </a:lnTo>
                <a:lnTo>
                  <a:pt x="737610" y="1188160"/>
                </a:lnTo>
                <a:lnTo>
                  <a:pt x="727413" y="1178139"/>
                </a:lnTo>
                <a:lnTo>
                  <a:pt x="721334" y="1186450"/>
                </a:lnTo>
                <a:lnTo>
                  <a:pt x="718803" y="1243792"/>
                </a:lnTo>
                <a:lnTo>
                  <a:pt x="742839" y="1264094"/>
                </a:lnTo>
                <a:lnTo>
                  <a:pt x="728236" y="1270299"/>
                </a:lnTo>
                <a:lnTo>
                  <a:pt x="717408" y="1384558"/>
                </a:lnTo>
                <a:lnTo>
                  <a:pt x="668771" y="1496409"/>
                </a:lnTo>
                <a:lnTo>
                  <a:pt x="667983" y="1550125"/>
                </a:lnTo>
                <a:lnTo>
                  <a:pt x="629509" y="1628687"/>
                </a:lnTo>
                <a:lnTo>
                  <a:pt x="624059" y="1682117"/>
                </a:lnTo>
                <a:lnTo>
                  <a:pt x="641621" y="1697729"/>
                </a:lnTo>
                <a:lnTo>
                  <a:pt x="682720" y="1681644"/>
                </a:lnTo>
                <a:lnTo>
                  <a:pt x="700417" y="1691747"/>
                </a:lnTo>
                <a:lnTo>
                  <a:pt x="770286" y="1645331"/>
                </a:lnTo>
                <a:lnTo>
                  <a:pt x="773417" y="1624077"/>
                </a:lnTo>
                <a:lnTo>
                  <a:pt x="781874" y="1634262"/>
                </a:lnTo>
                <a:lnTo>
                  <a:pt x="791722" y="1621242"/>
                </a:lnTo>
                <a:lnTo>
                  <a:pt x="813899" y="1654467"/>
                </a:lnTo>
                <a:lnTo>
                  <a:pt x="806281" y="1663054"/>
                </a:lnTo>
                <a:lnTo>
                  <a:pt x="837578" y="1699277"/>
                </a:lnTo>
                <a:lnTo>
                  <a:pt x="844572" y="1743557"/>
                </a:lnTo>
                <a:lnTo>
                  <a:pt x="870822" y="1762797"/>
                </a:lnTo>
                <a:lnTo>
                  <a:pt x="875274" y="1744133"/>
                </a:lnTo>
                <a:lnTo>
                  <a:pt x="901567" y="1727301"/>
                </a:lnTo>
                <a:lnTo>
                  <a:pt x="893473" y="1692156"/>
                </a:lnTo>
                <a:lnTo>
                  <a:pt x="861686" y="1687655"/>
                </a:lnTo>
                <a:lnTo>
                  <a:pt x="876637" y="1643222"/>
                </a:lnTo>
                <a:lnTo>
                  <a:pt x="906591" y="1621969"/>
                </a:lnTo>
                <a:lnTo>
                  <a:pt x="906524" y="1673505"/>
                </a:lnTo>
                <a:lnTo>
                  <a:pt x="896271" y="1666532"/>
                </a:lnTo>
                <a:lnTo>
                  <a:pt x="887049" y="1678132"/>
                </a:lnTo>
                <a:lnTo>
                  <a:pt x="928851" y="1687722"/>
                </a:lnTo>
                <a:lnTo>
                  <a:pt x="952817" y="1670348"/>
                </a:lnTo>
                <a:lnTo>
                  <a:pt x="947121" y="1738609"/>
                </a:lnTo>
                <a:lnTo>
                  <a:pt x="928697" y="1765105"/>
                </a:lnTo>
                <a:lnTo>
                  <a:pt x="946555" y="1769645"/>
                </a:lnTo>
                <a:lnTo>
                  <a:pt x="1008301" y="1700054"/>
                </a:lnTo>
                <a:lnTo>
                  <a:pt x="1015296" y="1623997"/>
                </a:lnTo>
                <a:lnTo>
                  <a:pt x="1032459" y="1650634"/>
                </a:lnTo>
                <a:lnTo>
                  <a:pt x="1031468" y="1723181"/>
                </a:lnTo>
                <a:lnTo>
                  <a:pt x="1050792" y="1708054"/>
                </a:lnTo>
                <a:lnTo>
                  <a:pt x="1031298" y="1610184"/>
                </a:lnTo>
                <a:lnTo>
                  <a:pt x="1021947" y="1596563"/>
                </a:lnTo>
                <a:lnTo>
                  <a:pt x="1015354" y="1606780"/>
                </a:lnTo>
                <a:lnTo>
                  <a:pt x="1006291" y="1576260"/>
                </a:lnTo>
                <a:lnTo>
                  <a:pt x="991490" y="1573701"/>
                </a:lnTo>
                <a:lnTo>
                  <a:pt x="1061771" y="1551804"/>
                </a:lnTo>
                <a:lnTo>
                  <a:pt x="1092072" y="1506723"/>
                </a:lnTo>
                <a:lnTo>
                  <a:pt x="1105505" y="1517561"/>
                </a:lnTo>
                <a:lnTo>
                  <a:pt x="1159910" y="1516462"/>
                </a:lnTo>
                <a:lnTo>
                  <a:pt x="1176990" y="1524319"/>
                </a:lnTo>
                <a:lnTo>
                  <a:pt x="1180911" y="1544406"/>
                </a:lnTo>
                <a:lnTo>
                  <a:pt x="1233950" y="1559790"/>
                </a:lnTo>
                <a:lnTo>
                  <a:pt x="1297851" y="1552918"/>
                </a:lnTo>
                <a:lnTo>
                  <a:pt x="1282979" y="1559982"/>
                </a:lnTo>
                <a:lnTo>
                  <a:pt x="1286801" y="1569179"/>
                </a:lnTo>
                <a:lnTo>
                  <a:pt x="1343885" y="1559483"/>
                </a:lnTo>
                <a:lnTo>
                  <a:pt x="1362613" y="1581382"/>
                </a:lnTo>
                <a:lnTo>
                  <a:pt x="1357463" y="1621360"/>
                </a:lnTo>
                <a:lnTo>
                  <a:pt x="1300452" y="1632839"/>
                </a:lnTo>
                <a:lnTo>
                  <a:pt x="1378296" y="1637365"/>
                </a:lnTo>
                <a:lnTo>
                  <a:pt x="1380734" y="1652528"/>
                </a:lnTo>
                <a:lnTo>
                  <a:pt x="1403803" y="1663144"/>
                </a:lnTo>
                <a:lnTo>
                  <a:pt x="1411365" y="1711074"/>
                </a:lnTo>
                <a:lnTo>
                  <a:pt x="1478551" y="1722986"/>
                </a:lnTo>
                <a:lnTo>
                  <a:pt x="1465858" y="1744582"/>
                </a:lnTo>
                <a:lnTo>
                  <a:pt x="1469869" y="1760758"/>
                </a:lnTo>
                <a:lnTo>
                  <a:pt x="1491519" y="1767332"/>
                </a:lnTo>
                <a:lnTo>
                  <a:pt x="1475287" y="1846376"/>
                </a:lnTo>
                <a:lnTo>
                  <a:pt x="1482087" y="1879710"/>
                </a:lnTo>
                <a:lnTo>
                  <a:pt x="1497705" y="1887445"/>
                </a:lnTo>
                <a:lnTo>
                  <a:pt x="1485974" y="1908665"/>
                </a:lnTo>
                <a:lnTo>
                  <a:pt x="1517185" y="1950175"/>
                </a:lnTo>
                <a:lnTo>
                  <a:pt x="1517711" y="1987606"/>
                </a:lnTo>
                <a:lnTo>
                  <a:pt x="1543591" y="2044083"/>
                </a:lnTo>
                <a:lnTo>
                  <a:pt x="1590702" y="2096523"/>
                </a:lnTo>
                <a:lnTo>
                  <a:pt x="1614549" y="2096064"/>
                </a:lnTo>
                <a:lnTo>
                  <a:pt x="1608643" y="2145873"/>
                </a:lnTo>
                <a:lnTo>
                  <a:pt x="1630547" y="2152634"/>
                </a:lnTo>
                <a:lnTo>
                  <a:pt x="1654006" y="2181643"/>
                </a:lnTo>
                <a:lnTo>
                  <a:pt x="1670513" y="2232906"/>
                </a:lnTo>
                <a:lnTo>
                  <a:pt x="1661222" y="2240705"/>
                </a:lnTo>
                <a:lnTo>
                  <a:pt x="1686728" y="2276826"/>
                </a:lnTo>
                <a:lnTo>
                  <a:pt x="1677575" y="2290353"/>
                </a:lnTo>
                <a:lnTo>
                  <a:pt x="1697807" y="2281389"/>
                </a:lnTo>
                <a:lnTo>
                  <a:pt x="1702208" y="2328357"/>
                </a:lnTo>
                <a:lnTo>
                  <a:pt x="1729834" y="2377397"/>
                </a:lnTo>
                <a:lnTo>
                  <a:pt x="1703204" y="2543253"/>
                </a:lnTo>
                <a:lnTo>
                  <a:pt x="1718166" y="2620588"/>
                </a:lnTo>
                <a:lnTo>
                  <a:pt x="1659145" y="2639525"/>
                </a:lnTo>
                <a:lnTo>
                  <a:pt x="1656094" y="2613425"/>
                </a:lnTo>
                <a:lnTo>
                  <a:pt x="1636623" y="2613291"/>
                </a:lnTo>
                <a:lnTo>
                  <a:pt x="1658192" y="2576361"/>
                </a:lnTo>
                <a:lnTo>
                  <a:pt x="1650137" y="2561682"/>
                </a:lnTo>
                <a:lnTo>
                  <a:pt x="1608363" y="2553391"/>
                </a:lnTo>
                <a:lnTo>
                  <a:pt x="1605318" y="2519000"/>
                </a:lnTo>
                <a:lnTo>
                  <a:pt x="1588038" y="2529952"/>
                </a:lnTo>
                <a:lnTo>
                  <a:pt x="1560566" y="2500145"/>
                </a:lnTo>
                <a:lnTo>
                  <a:pt x="1538117" y="2506132"/>
                </a:lnTo>
                <a:lnTo>
                  <a:pt x="1515966" y="2568565"/>
                </a:lnTo>
                <a:lnTo>
                  <a:pt x="1470658" y="2601356"/>
                </a:lnTo>
                <a:lnTo>
                  <a:pt x="1468306" y="2626128"/>
                </a:lnTo>
                <a:lnTo>
                  <a:pt x="1517507" y="2637206"/>
                </a:lnTo>
                <a:lnTo>
                  <a:pt x="1511137" y="2666158"/>
                </a:lnTo>
                <a:lnTo>
                  <a:pt x="1586343" y="2642360"/>
                </a:lnTo>
                <a:lnTo>
                  <a:pt x="1585657" y="2659704"/>
                </a:lnTo>
                <a:lnTo>
                  <a:pt x="1605750" y="2664635"/>
                </a:lnTo>
                <a:lnTo>
                  <a:pt x="1568423" y="2756431"/>
                </a:lnTo>
                <a:lnTo>
                  <a:pt x="1517395" y="2766907"/>
                </a:lnTo>
                <a:lnTo>
                  <a:pt x="1518043" y="2796254"/>
                </a:lnTo>
                <a:lnTo>
                  <a:pt x="1534427" y="2816330"/>
                </a:lnTo>
                <a:lnTo>
                  <a:pt x="1515385" y="2876526"/>
                </a:lnTo>
                <a:lnTo>
                  <a:pt x="1479698" y="2902490"/>
                </a:lnTo>
                <a:lnTo>
                  <a:pt x="1450232" y="2901588"/>
                </a:lnTo>
                <a:lnTo>
                  <a:pt x="1441881" y="2919470"/>
                </a:lnTo>
                <a:lnTo>
                  <a:pt x="1406517" y="2916008"/>
                </a:lnTo>
                <a:lnTo>
                  <a:pt x="1405679" y="2906953"/>
                </a:lnTo>
                <a:lnTo>
                  <a:pt x="1366813" y="2936170"/>
                </a:lnTo>
                <a:lnTo>
                  <a:pt x="1361694" y="2912916"/>
                </a:lnTo>
                <a:lnTo>
                  <a:pt x="1310976" y="2909466"/>
                </a:lnTo>
                <a:lnTo>
                  <a:pt x="1307919" y="2927551"/>
                </a:lnTo>
                <a:lnTo>
                  <a:pt x="1273023" y="2949533"/>
                </a:lnTo>
                <a:lnTo>
                  <a:pt x="1261580" y="2989061"/>
                </a:lnTo>
                <a:lnTo>
                  <a:pt x="1282481" y="3033345"/>
                </a:lnTo>
                <a:lnTo>
                  <a:pt x="1242703" y="3066589"/>
                </a:lnTo>
                <a:lnTo>
                  <a:pt x="1216713" y="3006743"/>
                </a:lnTo>
                <a:lnTo>
                  <a:pt x="1222304" y="2975169"/>
                </a:lnTo>
                <a:lnTo>
                  <a:pt x="1198927" y="2944213"/>
                </a:lnTo>
                <a:lnTo>
                  <a:pt x="1227397" y="2898361"/>
                </a:lnTo>
                <a:lnTo>
                  <a:pt x="1229625" y="2846822"/>
                </a:lnTo>
                <a:lnTo>
                  <a:pt x="1179618" y="2812044"/>
                </a:lnTo>
                <a:lnTo>
                  <a:pt x="1174170" y="2761733"/>
                </a:lnTo>
                <a:lnTo>
                  <a:pt x="1142648" y="2763417"/>
                </a:lnTo>
                <a:lnTo>
                  <a:pt x="1142648" y="276341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p-line"/>
          <p:cNvSpPr/>
          <p:nvPr/>
        </p:nvSpPr>
        <p:spPr>
          <a:xfrm>
            <a:off x="4558996" y="7223250"/>
            <a:ext cx="845" cy="20311"/>
          </a:xfrm>
          <a:custGeom>
            <a:avLst/>
            <a:gdLst/>
            <a:ahLst/>
            <a:cxnLst/>
            <a:rect l="0" t="0" r="r" b="b"/>
            <a:pathLst>
              <a:path w="845" h="20311">
                <a:moveTo>
                  <a:pt x="845" y="0"/>
                </a:moveTo>
                <a:lnTo>
                  <a:pt x="0" y="20311"/>
                </a:lnTo>
                <a:lnTo>
                  <a:pt x="845" y="0"/>
                </a:lnTo>
                <a:lnTo>
                  <a:pt x="845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p-line"/>
          <p:cNvSpPr/>
          <p:nvPr/>
        </p:nvSpPr>
        <p:spPr>
          <a:xfrm>
            <a:off x="4530699" y="7216683"/>
            <a:ext cx="12014" cy="30531"/>
          </a:xfrm>
          <a:custGeom>
            <a:avLst/>
            <a:gdLst/>
            <a:ahLst/>
            <a:cxnLst/>
            <a:rect l="0" t="0" r="r" b="b"/>
            <a:pathLst>
              <a:path w="12014" h="30531">
                <a:moveTo>
                  <a:pt x="0" y="0"/>
                </a:moveTo>
                <a:lnTo>
                  <a:pt x="12014" y="30531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p-line"/>
          <p:cNvSpPr/>
          <p:nvPr/>
        </p:nvSpPr>
        <p:spPr>
          <a:xfrm>
            <a:off x="4411791" y="7154973"/>
            <a:ext cx="34174" cy="61035"/>
          </a:xfrm>
          <a:custGeom>
            <a:avLst/>
            <a:gdLst/>
            <a:ahLst/>
            <a:cxnLst/>
            <a:rect l="0" t="0" r="r" b="b"/>
            <a:pathLst>
              <a:path w="34174" h="61035">
                <a:moveTo>
                  <a:pt x="24889" y="0"/>
                </a:moveTo>
                <a:lnTo>
                  <a:pt x="34174" y="34815"/>
                </a:lnTo>
                <a:lnTo>
                  <a:pt x="0" y="61035"/>
                </a:lnTo>
                <a:lnTo>
                  <a:pt x="24889" y="0"/>
                </a:lnTo>
                <a:lnTo>
                  <a:pt x="2488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p-line"/>
          <p:cNvSpPr/>
          <p:nvPr/>
        </p:nvSpPr>
        <p:spPr>
          <a:xfrm>
            <a:off x="4464955" y="7107499"/>
            <a:ext cx="73092" cy="98580"/>
          </a:xfrm>
          <a:custGeom>
            <a:avLst/>
            <a:gdLst/>
            <a:ahLst/>
            <a:cxnLst/>
            <a:rect l="0" t="0" r="r" b="b"/>
            <a:pathLst>
              <a:path w="73092" h="98580">
                <a:moveTo>
                  <a:pt x="56179" y="8682"/>
                </a:moveTo>
                <a:lnTo>
                  <a:pt x="73092" y="2801"/>
                </a:lnTo>
                <a:lnTo>
                  <a:pt x="69256" y="95329"/>
                </a:lnTo>
                <a:lnTo>
                  <a:pt x="23281" y="68147"/>
                </a:lnTo>
                <a:lnTo>
                  <a:pt x="9660" y="98580"/>
                </a:lnTo>
                <a:lnTo>
                  <a:pt x="0" y="13788"/>
                </a:lnTo>
                <a:lnTo>
                  <a:pt x="38993" y="0"/>
                </a:lnTo>
                <a:lnTo>
                  <a:pt x="46972" y="26511"/>
                </a:lnTo>
                <a:lnTo>
                  <a:pt x="56179" y="8682"/>
                </a:lnTo>
                <a:lnTo>
                  <a:pt x="56179" y="868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p-line"/>
          <p:cNvSpPr/>
          <p:nvPr/>
        </p:nvSpPr>
        <p:spPr>
          <a:xfrm>
            <a:off x="4692683" y="8127837"/>
            <a:ext cx="698389" cy="1469853"/>
          </a:xfrm>
          <a:custGeom>
            <a:avLst/>
            <a:gdLst/>
            <a:ahLst/>
            <a:cxnLst/>
            <a:rect l="0" t="0" r="r" b="b"/>
            <a:pathLst>
              <a:path w="698389" h="1469853">
                <a:moveTo>
                  <a:pt x="218898" y="624671"/>
                </a:moveTo>
                <a:lnTo>
                  <a:pt x="200435" y="578441"/>
                </a:lnTo>
                <a:lnTo>
                  <a:pt x="248609" y="533201"/>
                </a:lnTo>
                <a:lnTo>
                  <a:pt x="227708" y="488916"/>
                </a:lnTo>
                <a:lnTo>
                  <a:pt x="254371" y="430667"/>
                </a:lnTo>
                <a:lnTo>
                  <a:pt x="274047" y="427407"/>
                </a:lnTo>
                <a:lnTo>
                  <a:pt x="277104" y="409322"/>
                </a:lnTo>
                <a:lnTo>
                  <a:pt x="305789" y="403517"/>
                </a:lnTo>
                <a:lnTo>
                  <a:pt x="330545" y="414871"/>
                </a:lnTo>
                <a:lnTo>
                  <a:pt x="331893" y="436103"/>
                </a:lnTo>
                <a:lnTo>
                  <a:pt x="371807" y="406808"/>
                </a:lnTo>
                <a:lnTo>
                  <a:pt x="372645" y="415863"/>
                </a:lnTo>
                <a:lnTo>
                  <a:pt x="408009" y="419325"/>
                </a:lnTo>
                <a:lnTo>
                  <a:pt x="416361" y="401443"/>
                </a:lnTo>
                <a:lnTo>
                  <a:pt x="456302" y="396627"/>
                </a:lnTo>
                <a:lnTo>
                  <a:pt x="489659" y="359957"/>
                </a:lnTo>
                <a:lnTo>
                  <a:pt x="500555" y="316185"/>
                </a:lnTo>
                <a:lnTo>
                  <a:pt x="484172" y="296109"/>
                </a:lnTo>
                <a:lnTo>
                  <a:pt x="483523" y="266762"/>
                </a:lnTo>
                <a:lnTo>
                  <a:pt x="534552" y="256286"/>
                </a:lnTo>
                <a:lnTo>
                  <a:pt x="571878" y="164491"/>
                </a:lnTo>
                <a:lnTo>
                  <a:pt x="551786" y="159559"/>
                </a:lnTo>
                <a:lnTo>
                  <a:pt x="552472" y="142216"/>
                </a:lnTo>
                <a:lnTo>
                  <a:pt x="477265" y="166013"/>
                </a:lnTo>
                <a:lnTo>
                  <a:pt x="483636" y="137062"/>
                </a:lnTo>
                <a:lnTo>
                  <a:pt x="434434" y="125984"/>
                </a:lnTo>
                <a:lnTo>
                  <a:pt x="436787" y="101211"/>
                </a:lnTo>
                <a:lnTo>
                  <a:pt x="482094" y="68421"/>
                </a:lnTo>
                <a:lnTo>
                  <a:pt x="505111" y="5351"/>
                </a:lnTo>
                <a:lnTo>
                  <a:pt x="526695" y="0"/>
                </a:lnTo>
                <a:lnTo>
                  <a:pt x="554166" y="29807"/>
                </a:lnTo>
                <a:lnTo>
                  <a:pt x="571447" y="18856"/>
                </a:lnTo>
                <a:lnTo>
                  <a:pt x="574491" y="53246"/>
                </a:lnTo>
                <a:lnTo>
                  <a:pt x="616265" y="61537"/>
                </a:lnTo>
                <a:lnTo>
                  <a:pt x="624321" y="76216"/>
                </a:lnTo>
                <a:lnTo>
                  <a:pt x="602751" y="113146"/>
                </a:lnTo>
                <a:lnTo>
                  <a:pt x="622223" y="113280"/>
                </a:lnTo>
                <a:lnTo>
                  <a:pt x="625273" y="139380"/>
                </a:lnTo>
                <a:lnTo>
                  <a:pt x="684294" y="120444"/>
                </a:lnTo>
                <a:lnTo>
                  <a:pt x="670423" y="207564"/>
                </a:lnTo>
                <a:lnTo>
                  <a:pt x="694060" y="296789"/>
                </a:lnTo>
                <a:lnTo>
                  <a:pt x="698389" y="378850"/>
                </a:lnTo>
                <a:lnTo>
                  <a:pt x="674410" y="561131"/>
                </a:lnTo>
                <a:lnTo>
                  <a:pt x="653862" y="612206"/>
                </a:lnTo>
                <a:lnTo>
                  <a:pt x="650174" y="700956"/>
                </a:lnTo>
                <a:lnTo>
                  <a:pt x="639630" y="706434"/>
                </a:lnTo>
                <a:lnTo>
                  <a:pt x="644888" y="765053"/>
                </a:lnTo>
                <a:lnTo>
                  <a:pt x="619268" y="808245"/>
                </a:lnTo>
                <a:lnTo>
                  <a:pt x="623890" y="873639"/>
                </a:lnTo>
                <a:lnTo>
                  <a:pt x="613135" y="898452"/>
                </a:lnTo>
                <a:lnTo>
                  <a:pt x="625855" y="905551"/>
                </a:lnTo>
                <a:lnTo>
                  <a:pt x="625543" y="930341"/>
                </a:lnTo>
                <a:lnTo>
                  <a:pt x="601509" y="955067"/>
                </a:lnTo>
                <a:lnTo>
                  <a:pt x="613971" y="991794"/>
                </a:lnTo>
                <a:lnTo>
                  <a:pt x="539234" y="1120946"/>
                </a:lnTo>
                <a:lnTo>
                  <a:pt x="524051" y="1169928"/>
                </a:lnTo>
                <a:lnTo>
                  <a:pt x="504283" y="1194276"/>
                </a:lnTo>
                <a:lnTo>
                  <a:pt x="486071" y="1196672"/>
                </a:lnTo>
                <a:lnTo>
                  <a:pt x="446847" y="1251380"/>
                </a:lnTo>
                <a:lnTo>
                  <a:pt x="429566" y="1258294"/>
                </a:lnTo>
                <a:lnTo>
                  <a:pt x="431979" y="1246698"/>
                </a:lnTo>
                <a:lnTo>
                  <a:pt x="414541" y="1240135"/>
                </a:lnTo>
                <a:lnTo>
                  <a:pt x="399163" y="1262643"/>
                </a:lnTo>
                <a:lnTo>
                  <a:pt x="379988" y="1241710"/>
                </a:lnTo>
                <a:lnTo>
                  <a:pt x="362897" y="1264450"/>
                </a:lnTo>
                <a:lnTo>
                  <a:pt x="333109" y="1259132"/>
                </a:lnTo>
                <a:lnTo>
                  <a:pt x="329728" y="1280589"/>
                </a:lnTo>
                <a:lnTo>
                  <a:pt x="296409" y="1205632"/>
                </a:lnTo>
                <a:lnTo>
                  <a:pt x="264333" y="1268494"/>
                </a:lnTo>
                <a:lnTo>
                  <a:pt x="251960" y="1268494"/>
                </a:lnTo>
                <a:lnTo>
                  <a:pt x="259150" y="1221315"/>
                </a:lnTo>
                <a:lnTo>
                  <a:pt x="252553" y="1233659"/>
                </a:lnTo>
                <a:lnTo>
                  <a:pt x="228449" y="1232449"/>
                </a:lnTo>
                <a:lnTo>
                  <a:pt x="225360" y="1303014"/>
                </a:lnTo>
                <a:lnTo>
                  <a:pt x="208374" y="1321872"/>
                </a:lnTo>
                <a:lnTo>
                  <a:pt x="223795" y="1328690"/>
                </a:lnTo>
                <a:lnTo>
                  <a:pt x="206905" y="1356470"/>
                </a:lnTo>
                <a:lnTo>
                  <a:pt x="218099" y="1395834"/>
                </a:lnTo>
                <a:lnTo>
                  <a:pt x="196728" y="1383717"/>
                </a:lnTo>
                <a:lnTo>
                  <a:pt x="173328" y="1408816"/>
                </a:lnTo>
                <a:lnTo>
                  <a:pt x="161318" y="1407725"/>
                </a:lnTo>
                <a:lnTo>
                  <a:pt x="176574" y="1396456"/>
                </a:lnTo>
                <a:lnTo>
                  <a:pt x="156207" y="1406277"/>
                </a:lnTo>
                <a:lnTo>
                  <a:pt x="157402" y="1396532"/>
                </a:lnTo>
                <a:lnTo>
                  <a:pt x="139107" y="1412510"/>
                </a:lnTo>
                <a:lnTo>
                  <a:pt x="176940" y="1421521"/>
                </a:lnTo>
                <a:lnTo>
                  <a:pt x="173627" y="1469853"/>
                </a:lnTo>
                <a:lnTo>
                  <a:pt x="133851" y="1441871"/>
                </a:lnTo>
                <a:lnTo>
                  <a:pt x="131830" y="1424518"/>
                </a:lnTo>
                <a:lnTo>
                  <a:pt x="101897" y="1423909"/>
                </a:lnTo>
                <a:lnTo>
                  <a:pt x="118278" y="1391823"/>
                </a:lnTo>
                <a:lnTo>
                  <a:pt x="175128" y="1345324"/>
                </a:lnTo>
                <a:lnTo>
                  <a:pt x="162364" y="1327129"/>
                </a:lnTo>
                <a:lnTo>
                  <a:pt x="159383" y="1258237"/>
                </a:lnTo>
                <a:lnTo>
                  <a:pt x="132384" y="1240758"/>
                </a:lnTo>
                <a:lnTo>
                  <a:pt x="103084" y="1149735"/>
                </a:lnTo>
                <a:lnTo>
                  <a:pt x="0" y="1040997"/>
                </a:lnTo>
                <a:lnTo>
                  <a:pt x="49991" y="992020"/>
                </a:lnTo>
                <a:lnTo>
                  <a:pt x="68776" y="905894"/>
                </a:lnTo>
                <a:lnTo>
                  <a:pt x="90934" y="915809"/>
                </a:lnTo>
                <a:lnTo>
                  <a:pt x="225299" y="888264"/>
                </a:lnTo>
                <a:lnTo>
                  <a:pt x="234779" y="862171"/>
                </a:lnTo>
                <a:lnTo>
                  <a:pt x="210604" y="800235"/>
                </a:lnTo>
                <a:lnTo>
                  <a:pt x="233522" y="760325"/>
                </a:lnTo>
                <a:lnTo>
                  <a:pt x="216925" y="729417"/>
                </a:lnTo>
                <a:lnTo>
                  <a:pt x="227780" y="699862"/>
                </a:lnTo>
                <a:lnTo>
                  <a:pt x="213126" y="664772"/>
                </a:lnTo>
                <a:lnTo>
                  <a:pt x="227388" y="632689"/>
                </a:lnTo>
                <a:lnTo>
                  <a:pt x="218898" y="624671"/>
                </a:lnTo>
                <a:lnTo>
                  <a:pt x="218898" y="62467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p-line"/>
          <p:cNvSpPr/>
          <p:nvPr/>
        </p:nvSpPr>
        <p:spPr>
          <a:xfrm>
            <a:off x="4942234" y="9403488"/>
            <a:ext cx="17956" cy="16456"/>
          </a:xfrm>
          <a:custGeom>
            <a:avLst/>
            <a:gdLst/>
            <a:ahLst/>
            <a:cxnLst/>
            <a:rect l="0" t="0" r="r" b="b"/>
            <a:pathLst>
              <a:path w="17956" h="16456">
                <a:moveTo>
                  <a:pt x="17673" y="1534"/>
                </a:moveTo>
                <a:lnTo>
                  <a:pt x="17956" y="13312"/>
                </a:lnTo>
                <a:lnTo>
                  <a:pt x="0" y="16456"/>
                </a:lnTo>
                <a:lnTo>
                  <a:pt x="2425" y="0"/>
                </a:lnTo>
                <a:lnTo>
                  <a:pt x="17673" y="1534"/>
                </a:lnTo>
                <a:lnTo>
                  <a:pt x="17673" y="153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p-line"/>
          <p:cNvSpPr/>
          <p:nvPr/>
        </p:nvSpPr>
        <p:spPr>
          <a:xfrm>
            <a:off x="5032485" y="9392956"/>
            <a:ext cx="8386" cy="9467"/>
          </a:xfrm>
          <a:custGeom>
            <a:avLst/>
            <a:gdLst/>
            <a:ahLst/>
            <a:cxnLst/>
            <a:rect l="0" t="0" r="r" b="b"/>
            <a:pathLst>
              <a:path w="8386" h="9467">
                <a:moveTo>
                  <a:pt x="8386" y="9467"/>
                </a:moveTo>
                <a:lnTo>
                  <a:pt x="0" y="0"/>
                </a:lnTo>
                <a:lnTo>
                  <a:pt x="8386" y="9467"/>
                </a:lnTo>
                <a:lnTo>
                  <a:pt x="8386" y="946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p-line"/>
          <p:cNvSpPr/>
          <p:nvPr/>
        </p:nvSpPr>
        <p:spPr>
          <a:xfrm>
            <a:off x="4155846" y="4253478"/>
            <a:ext cx="1327977" cy="1700856"/>
          </a:xfrm>
          <a:custGeom>
            <a:avLst/>
            <a:gdLst/>
            <a:ahLst/>
            <a:cxnLst/>
            <a:rect l="0" t="0" r="r" b="b"/>
            <a:pathLst>
              <a:path w="1327977" h="1700856">
                <a:moveTo>
                  <a:pt x="1086500" y="1338494"/>
                </a:moveTo>
                <a:lnTo>
                  <a:pt x="1076043" y="1356661"/>
                </a:lnTo>
                <a:lnTo>
                  <a:pt x="1089345" y="1384511"/>
                </a:lnTo>
                <a:lnTo>
                  <a:pt x="1060082" y="1401171"/>
                </a:lnTo>
                <a:lnTo>
                  <a:pt x="1032739" y="1399339"/>
                </a:lnTo>
                <a:lnTo>
                  <a:pt x="1033215" y="1446598"/>
                </a:lnTo>
                <a:lnTo>
                  <a:pt x="992761" y="1496009"/>
                </a:lnTo>
                <a:lnTo>
                  <a:pt x="939546" y="1474167"/>
                </a:lnTo>
                <a:lnTo>
                  <a:pt x="1000142" y="1408074"/>
                </a:lnTo>
                <a:lnTo>
                  <a:pt x="1007657" y="1380460"/>
                </a:lnTo>
                <a:lnTo>
                  <a:pt x="958173" y="1407262"/>
                </a:lnTo>
                <a:lnTo>
                  <a:pt x="934011" y="1391230"/>
                </a:lnTo>
                <a:lnTo>
                  <a:pt x="897287" y="1388989"/>
                </a:lnTo>
                <a:lnTo>
                  <a:pt x="869751" y="1426203"/>
                </a:lnTo>
                <a:lnTo>
                  <a:pt x="884568" y="1437317"/>
                </a:lnTo>
                <a:lnTo>
                  <a:pt x="877147" y="1451558"/>
                </a:lnTo>
                <a:lnTo>
                  <a:pt x="869594" y="1445371"/>
                </a:lnTo>
                <a:lnTo>
                  <a:pt x="851086" y="1461354"/>
                </a:lnTo>
                <a:lnTo>
                  <a:pt x="860392" y="1434244"/>
                </a:lnTo>
                <a:lnTo>
                  <a:pt x="851198" y="1448045"/>
                </a:lnTo>
                <a:lnTo>
                  <a:pt x="817739" y="1452224"/>
                </a:lnTo>
                <a:lnTo>
                  <a:pt x="737968" y="1492621"/>
                </a:lnTo>
                <a:lnTo>
                  <a:pt x="730654" y="1531168"/>
                </a:lnTo>
                <a:lnTo>
                  <a:pt x="763982" y="1544806"/>
                </a:lnTo>
                <a:lnTo>
                  <a:pt x="741860" y="1564873"/>
                </a:lnTo>
                <a:lnTo>
                  <a:pt x="728091" y="1555709"/>
                </a:lnTo>
                <a:lnTo>
                  <a:pt x="730812" y="1573352"/>
                </a:lnTo>
                <a:lnTo>
                  <a:pt x="742872" y="1588272"/>
                </a:lnTo>
                <a:lnTo>
                  <a:pt x="759925" y="1571613"/>
                </a:lnTo>
                <a:lnTo>
                  <a:pt x="773444" y="1594879"/>
                </a:lnTo>
                <a:lnTo>
                  <a:pt x="734677" y="1621495"/>
                </a:lnTo>
                <a:lnTo>
                  <a:pt x="717362" y="1607733"/>
                </a:lnTo>
                <a:lnTo>
                  <a:pt x="701419" y="1614215"/>
                </a:lnTo>
                <a:lnTo>
                  <a:pt x="678703" y="1641506"/>
                </a:lnTo>
                <a:lnTo>
                  <a:pt x="690147" y="1657871"/>
                </a:lnTo>
                <a:lnTo>
                  <a:pt x="669202" y="1667188"/>
                </a:lnTo>
                <a:lnTo>
                  <a:pt x="673938" y="1679378"/>
                </a:lnTo>
                <a:lnTo>
                  <a:pt x="611281" y="1700856"/>
                </a:lnTo>
                <a:lnTo>
                  <a:pt x="619788" y="1679544"/>
                </a:lnTo>
                <a:lnTo>
                  <a:pt x="566717" y="1613426"/>
                </a:lnTo>
                <a:lnTo>
                  <a:pt x="550194" y="1610772"/>
                </a:lnTo>
                <a:lnTo>
                  <a:pt x="539352" y="1629732"/>
                </a:lnTo>
                <a:lnTo>
                  <a:pt x="509179" y="1607495"/>
                </a:lnTo>
                <a:lnTo>
                  <a:pt x="489932" y="1616099"/>
                </a:lnTo>
                <a:lnTo>
                  <a:pt x="467937" y="1600612"/>
                </a:lnTo>
                <a:lnTo>
                  <a:pt x="435139" y="1644470"/>
                </a:lnTo>
                <a:lnTo>
                  <a:pt x="384281" y="1621912"/>
                </a:lnTo>
                <a:lnTo>
                  <a:pt x="391366" y="1551241"/>
                </a:lnTo>
                <a:lnTo>
                  <a:pt x="418758" y="1547861"/>
                </a:lnTo>
                <a:lnTo>
                  <a:pt x="423722" y="1536404"/>
                </a:lnTo>
                <a:lnTo>
                  <a:pt x="398177" y="1498966"/>
                </a:lnTo>
                <a:lnTo>
                  <a:pt x="406817" y="1474956"/>
                </a:lnTo>
                <a:lnTo>
                  <a:pt x="361375" y="1415100"/>
                </a:lnTo>
                <a:lnTo>
                  <a:pt x="348150" y="1419727"/>
                </a:lnTo>
                <a:lnTo>
                  <a:pt x="322352" y="1392548"/>
                </a:lnTo>
                <a:lnTo>
                  <a:pt x="284557" y="1377653"/>
                </a:lnTo>
                <a:lnTo>
                  <a:pt x="236977" y="1373473"/>
                </a:lnTo>
                <a:lnTo>
                  <a:pt x="214617" y="1378318"/>
                </a:lnTo>
                <a:lnTo>
                  <a:pt x="210535" y="1406170"/>
                </a:lnTo>
                <a:lnTo>
                  <a:pt x="187957" y="1421796"/>
                </a:lnTo>
                <a:lnTo>
                  <a:pt x="142706" y="1426367"/>
                </a:lnTo>
                <a:lnTo>
                  <a:pt x="152803" y="1376091"/>
                </a:lnTo>
                <a:lnTo>
                  <a:pt x="125070" y="1347552"/>
                </a:lnTo>
                <a:lnTo>
                  <a:pt x="141793" y="1319575"/>
                </a:lnTo>
                <a:lnTo>
                  <a:pt x="53449" y="1238869"/>
                </a:lnTo>
                <a:lnTo>
                  <a:pt x="23921" y="1149757"/>
                </a:lnTo>
                <a:lnTo>
                  <a:pt x="0" y="1130717"/>
                </a:lnTo>
                <a:lnTo>
                  <a:pt x="22001" y="1086289"/>
                </a:lnTo>
                <a:lnTo>
                  <a:pt x="8866" y="1033901"/>
                </a:lnTo>
                <a:lnTo>
                  <a:pt x="81500" y="1010921"/>
                </a:lnTo>
                <a:lnTo>
                  <a:pt x="74345" y="998386"/>
                </a:lnTo>
                <a:lnTo>
                  <a:pt x="89789" y="976038"/>
                </a:lnTo>
                <a:lnTo>
                  <a:pt x="104614" y="995197"/>
                </a:lnTo>
                <a:lnTo>
                  <a:pt x="136087" y="991225"/>
                </a:lnTo>
                <a:lnTo>
                  <a:pt x="120183" y="932847"/>
                </a:lnTo>
                <a:lnTo>
                  <a:pt x="82813" y="918328"/>
                </a:lnTo>
                <a:lnTo>
                  <a:pt x="84908" y="886522"/>
                </a:lnTo>
                <a:lnTo>
                  <a:pt x="119713" y="888987"/>
                </a:lnTo>
                <a:lnTo>
                  <a:pt x="157663" y="858771"/>
                </a:lnTo>
                <a:lnTo>
                  <a:pt x="173632" y="805200"/>
                </a:lnTo>
                <a:lnTo>
                  <a:pt x="199200" y="801481"/>
                </a:lnTo>
                <a:lnTo>
                  <a:pt x="211785" y="822537"/>
                </a:lnTo>
                <a:lnTo>
                  <a:pt x="238505" y="831970"/>
                </a:lnTo>
                <a:lnTo>
                  <a:pt x="270367" y="817222"/>
                </a:lnTo>
                <a:lnTo>
                  <a:pt x="251035" y="793621"/>
                </a:lnTo>
                <a:lnTo>
                  <a:pt x="277305" y="757922"/>
                </a:lnTo>
                <a:lnTo>
                  <a:pt x="300081" y="756808"/>
                </a:lnTo>
                <a:lnTo>
                  <a:pt x="287470" y="733182"/>
                </a:lnTo>
                <a:lnTo>
                  <a:pt x="309706" y="694600"/>
                </a:lnTo>
                <a:lnTo>
                  <a:pt x="332003" y="708439"/>
                </a:lnTo>
                <a:lnTo>
                  <a:pt x="340290" y="701472"/>
                </a:lnTo>
                <a:lnTo>
                  <a:pt x="344964" y="685387"/>
                </a:lnTo>
                <a:lnTo>
                  <a:pt x="326379" y="675260"/>
                </a:lnTo>
                <a:lnTo>
                  <a:pt x="327971" y="629953"/>
                </a:lnTo>
                <a:lnTo>
                  <a:pt x="281420" y="610393"/>
                </a:lnTo>
                <a:lnTo>
                  <a:pt x="253909" y="561210"/>
                </a:lnTo>
                <a:lnTo>
                  <a:pt x="279648" y="502064"/>
                </a:lnTo>
                <a:lnTo>
                  <a:pt x="220537" y="440818"/>
                </a:lnTo>
                <a:lnTo>
                  <a:pt x="224175" y="421479"/>
                </a:lnTo>
                <a:lnTo>
                  <a:pt x="242578" y="405360"/>
                </a:lnTo>
                <a:lnTo>
                  <a:pt x="256320" y="411992"/>
                </a:lnTo>
                <a:lnTo>
                  <a:pt x="260841" y="397615"/>
                </a:lnTo>
                <a:lnTo>
                  <a:pt x="252782" y="376887"/>
                </a:lnTo>
                <a:lnTo>
                  <a:pt x="228210" y="370443"/>
                </a:lnTo>
                <a:lnTo>
                  <a:pt x="219160" y="342850"/>
                </a:lnTo>
                <a:lnTo>
                  <a:pt x="222741" y="330376"/>
                </a:lnTo>
                <a:lnTo>
                  <a:pt x="254087" y="325378"/>
                </a:lnTo>
                <a:lnTo>
                  <a:pt x="258798" y="300332"/>
                </a:lnTo>
                <a:lnTo>
                  <a:pt x="275496" y="300633"/>
                </a:lnTo>
                <a:lnTo>
                  <a:pt x="294040" y="271290"/>
                </a:lnTo>
                <a:lnTo>
                  <a:pt x="338233" y="254485"/>
                </a:lnTo>
                <a:lnTo>
                  <a:pt x="334157" y="220750"/>
                </a:lnTo>
                <a:lnTo>
                  <a:pt x="398359" y="228496"/>
                </a:lnTo>
                <a:lnTo>
                  <a:pt x="409784" y="211680"/>
                </a:lnTo>
                <a:lnTo>
                  <a:pt x="399804" y="204523"/>
                </a:lnTo>
                <a:lnTo>
                  <a:pt x="401030" y="170959"/>
                </a:lnTo>
                <a:lnTo>
                  <a:pt x="438173" y="127509"/>
                </a:lnTo>
                <a:lnTo>
                  <a:pt x="413895" y="114633"/>
                </a:lnTo>
                <a:lnTo>
                  <a:pt x="411425" y="90586"/>
                </a:lnTo>
                <a:lnTo>
                  <a:pt x="461255" y="75572"/>
                </a:lnTo>
                <a:lnTo>
                  <a:pt x="510444" y="146073"/>
                </a:lnTo>
                <a:lnTo>
                  <a:pt x="598482" y="108107"/>
                </a:lnTo>
                <a:lnTo>
                  <a:pt x="672409" y="119213"/>
                </a:lnTo>
                <a:lnTo>
                  <a:pt x="713020" y="75743"/>
                </a:lnTo>
                <a:lnTo>
                  <a:pt x="753975" y="67309"/>
                </a:lnTo>
                <a:lnTo>
                  <a:pt x="784125" y="78903"/>
                </a:lnTo>
                <a:lnTo>
                  <a:pt x="831594" y="41316"/>
                </a:lnTo>
                <a:lnTo>
                  <a:pt x="852846" y="39392"/>
                </a:lnTo>
                <a:lnTo>
                  <a:pt x="868524" y="20633"/>
                </a:lnTo>
                <a:lnTo>
                  <a:pt x="855827" y="1954"/>
                </a:lnTo>
                <a:lnTo>
                  <a:pt x="869339" y="0"/>
                </a:lnTo>
                <a:lnTo>
                  <a:pt x="889615" y="23913"/>
                </a:lnTo>
                <a:lnTo>
                  <a:pt x="928148" y="23634"/>
                </a:lnTo>
                <a:lnTo>
                  <a:pt x="943413" y="65156"/>
                </a:lnTo>
                <a:lnTo>
                  <a:pt x="932274" y="94653"/>
                </a:lnTo>
                <a:lnTo>
                  <a:pt x="967732" y="106570"/>
                </a:lnTo>
                <a:lnTo>
                  <a:pt x="979382" y="136498"/>
                </a:lnTo>
                <a:lnTo>
                  <a:pt x="1017268" y="138876"/>
                </a:lnTo>
                <a:lnTo>
                  <a:pt x="1035518" y="153827"/>
                </a:lnTo>
                <a:lnTo>
                  <a:pt x="1038538" y="186179"/>
                </a:lnTo>
                <a:lnTo>
                  <a:pt x="1071595" y="202670"/>
                </a:lnTo>
                <a:lnTo>
                  <a:pt x="1065526" y="246428"/>
                </a:lnTo>
                <a:lnTo>
                  <a:pt x="1086773" y="264479"/>
                </a:lnTo>
                <a:lnTo>
                  <a:pt x="1145129" y="251568"/>
                </a:lnTo>
                <a:lnTo>
                  <a:pt x="1202320" y="304353"/>
                </a:lnTo>
                <a:lnTo>
                  <a:pt x="1188194" y="354624"/>
                </a:lnTo>
                <a:lnTo>
                  <a:pt x="1221343" y="340005"/>
                </a:lnTo>
                <a:lnTo>
                  <a:pt x="1237741" y="355277"/>
                </a:lnTo>
                <a:lnTo>
                  <a:pt x="1233081" y="372955"/>
                </a:lnTo>
                <a:lnTo>
                  <a:pt x="1284269" y="390219"/>
                </a:lnTo>
                <a:lnTo>
                  <a:pt x="1308531" y="588041"/>
                </a:lnTo>
                <a:lnTo>
                  <a:pt x="1327977" y="617802"/>
                </a:lnTo>
                <a:lnTo>
                  <a:pt x="1315933" y="620221"/>
                </a:lnTo>
                <a:lnTo>
                  <a:pt x="1312523" y="642497"/>
                </a:lnTo>
                <a:lnTo>
                  <a:pt x="1303070" y="639372"/>
                </a:lnTo>
                <a:lnTo>
                  <a:pt x="1312224" y="678968"/>
                </a:lnTo>
                <a:lnTo>
                  <a:pt x="1277385" y="648668"/>
                </a:lnTo>
                <a:lnTo>
                  <a:pt x="1262421" y="604904"/>
                </a:lnTo>
                <a:lnTo>
                  <a:pt x="1240977" y="661921"/>
                </a:lnTo>
                <a:lnTo>
                  <a:pt x="1227385" y="627325"/>
                </a:lnTo>
                <a:lnTo>
                  <a:pt x="1204446" y="614998"/>
                </a:lnTo>
                <a:lnTo>
                  <a:pt x="1195226" y="626635"/>
                </a:lnTo>
                <a:lnTo>
                  <a:pt x="1201616" y="606591"/>
                </a:lnTo>
                <a:lnTo>
                  <a:pt x="1178716" y="583389"/>
                </a:lnTo>
                <a:lnTo>
                  <a:pt x="1178961" y="555220"/>
                </a:lnTo>
                <a:lnTo>
                  <a:pt x="1157919" y="541023"/>
                </a:lnTo>
                <a:lnTo>
                  <a:pt x="1155732" y="521836"/>
                </a:lnTo>
                <a:lnTo>
                  <a:pt x="1126087" y="505400"/>
                </a:lnTo>
                <a:lnTo>
                  <a:pt x="1134860" y="564819"/>
                </a:lnTo>
                <a:lnTo>
                  <a:pt x="1125446" y="591441"/>
                </a:lnTo>
                <a:lnTo>
                  <a:pt x="1101430" y="572780"/>
                </a:lnTo>
                <a:lnTo>
                  <a:pt x="1104091" y="584968"/>
                </a:lnTo>
                <a:lnTo>
                  <a:pt x="1068204" y="584981"/>
                </a:lnTo>
                <a:lnTo>
                  <a:pt x="1053143" y="605352"/>
                </a:lnTo>
                <a:lnTo>
                  <a:pt x="1060024" y="620718"/>
                </a:lnTo>
                <a:lnTo>
                  <a:pt x="1026689" y="658210"/>
                </a:lnTo>
                <a:lnTo>
                  <a:pt x="1029298" y="681225"/>
                </a:lnTo>
                <a:lnTo>
                  <a:pt x="987210" y="715650"/>
                </a:lnTo>
                <a:lnTo>
                  <a:pt x="994851" y="734068"/>
                </a:lnTo>
                <a:lnTo>
                  <a:pt x="977069" y="798703"/>
                </a:lnTo>
                <a:lnTo>
                  <a:pt x="1020600" y="841100"/>
                </a:lnTo>
                <a:lnTo>
                  <a:pt x="1010390" y="865532"/>
                </a:lnTo>
                <a:lnTo>
                  <a:pt x="1015271" y="922202"/>
                </a:lnTo>
                <a:lnTo>
                  <a:pt x="1043300" y="951785"/>
                </a:lnTo>
                <a:lnTo>
                  <a:pt x="1029192" y="1057889"/>
                </a:lnTo>
                <a:lnTo>
                  <a:pt x="1056135" y="1142742"/>
                </a:lnTo>
                <a:lnTo>
                  <a:pt x="1041303" y="1118690"/>
                </a:lnTo>
                <a:lnTo>
                  <a:pt x="1035474" y="1132939"/>
                </a:lnTo>
                <a:lnTo>
                  <a:pt x="1064172" y="1152326"/>
                </a:lnTo>
                <a:lnTo>
                  <a:pt x="1049222" y="1170311"/>
                </a:lnTo>
                <a:lnTo>
                  <a:pt x="1098027" y="1198716"/>
                </a:lnTo>
                <a:lnTo>
                  <a:pt x="1076531" y="1197023"/>
                </a:lnTo>
                <a:lnTo>
                  <a:pt x="1098742" y="1229325"/>
                </a:lnTo>
                <a:lnTo>
                  <a:pt x="1111059" y="1220530"/>
                </a:lnTo>
                <a:lnTo>
                  <a:pt x="1105526" y="1201570"/>
                </a:lnTo>
                <a:lnTo>
                  <a:pt x="1129536" y="1210058"/>
                </a:lnTo>
                <a:lnTo>
                  <a:pt x="1105638" y="1198247"/>
                </a:lnTo>
                <a:lnTo>
                  <a:pt x="1146974" y="1168906"/>
                </a:lnTo>
                <a:lnTo>
                  <a:pt x="1183371" y="1171654"/>
                </a:lnTo>
                <a:lnTo>
                  <a:pt x="1205041" y="1194197"/>
                </a:lnTo>
                <a:lnTo>
                  <a:pt x="1177835" y="1217799"/>
                </a:lnTo>
                <a:lnTo>
                  <a:pt x="1184790" y="1227413"/>
                </a:lnTo>
                <a:lnTo>
                  <a:pt x="1150479" y="1240480"/>
                </a:lnTo>
                <a:lnTo>
                  <a:pt x="1159208" y="1259485"/>
                </a:lnTo>
                <a:lnTo>
                  <a:pt x="1146517" y="1287874"/>
                </a:lnTo>
                <a:lnTo>
                  <a:pt x="1105397" y="1294602"/>
                </a:lnTo>
                <a:lnTo>
                  <a:pt x="1102336" y="1281442"/>
                </a:lnTo>
                <a:lnTo>
                  <a:pt x="1101731" y="1296795"/>
                </a:lnTo>
                <a:lnTo>
                  <a:pt x="1076573" y="1308766"/>
                </a:lnTo>
                <a:lnTo>
                  <a:pt x="1094339" y="1330780"/>
                </a:lnTo>
                <a:lnTo>
                  <a:pt x="1086500" y="1338494"/>
                </a:lnTo>
                <a:lnTo>
                  <a:pt x="1086500" y="133849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p-line"/>
          <p:cNvSpPr/>
          <p:nvPr/>
        </p:nvSpPr>
        <p:spPr>
          <a:xfrm>
            <a:off x="5065653" y="5749997"/>
            <a:ext cx="9456" cy="33133"/>
          </a:xfrm>
          <a:custGeom>
            <a:avLst/>
            <a:gdLst/>
            <a:ahLst/>
            <a:cxnLst/>
            <a:rect l="0" t="0" r="r" b="b"/>
            <a:pathLst>
              <a:path w="9456" h="33133">
                <a:moveTo>
                  <a:pt x="1990" y="0"/>
                </a:moveTo>
                <a:lnTo>
                  <a:pt x="9456" y="24033"/>
                </a:lnTo>
                <a:lnTo>
                  <a:pt x="0" y="33133"/>
                </a:lnTo>
                <a:lnTo>
                  <a:pt x="1990" y="0"/>
                </a:lnTo>
                <a:lnTo>
                  <a:pt x="199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map-line"/>
          <p:cNvSpPr/>
          <p:nvPr/>
        </p:nvSpPr>
        <p:spPr>
          <a:xfrm>
            <a:off x="5360508" y="5401601"/>
            <a:ext cx="7101" cy="5213"/>
          </a:xfrm>
          <a:custGeom>
            <a:avLst/>
            <a:gdLst/>
            <a:ahLst/>
            <a:cxnLst/>
            <a:rect l="0" t="0" r="r" b="b"/>
            <a:pathLst>
              <a:path w="7101" h="5213">
                <a:moveTo>
                  <a:pt x="0" y="5213"/>
                </a:moveTo>
                <a:lnTo>
                  <a:pt x="7101" y="0"/>
                </a:lnTo>
                <a:lnTo>
                  <a:pt x="0" y="5213"/>
                </a:lnTo>
                <a:lnTo>
                  <a:pt x="0" y="521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p-line"/>
          <p:cNvSpPr/>
          <p:nvPr/>
        </p:nvSpPr>
        <p:spPr>
          <a:xfrm>
            <a:off x="4941275" y="5839085"/>
            <a:ext cx="5741" cy="8903"/>
          </a:xfrm>
          <a:custGeom>
            <a:avLst/>
            <a:gdLst/>
            <a:ahLst/>
            <a:cxnLst/>
            <a:rect l="0" t="0" r="r" b="b"/>
            <a:pathLst>
              <a:path w="5741" h="8903">
                <a:moveTo>
                  <a:pt x="0" y="8903"/>
                </a:moveTo>
                <a:lnTo>
                  <a:pt x="5741" y="0"/>
                </a:lnTo>
                <a:lnTo>
                  <a:pt x="0" y="8903"/>
                </a:lnTo>
                <a:lnTo>
                  <a:pt x="0" y="890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map-line"/>
          <p:cNvSpPr/>
          <p:nvPr/>
        </p:nvSpPr>
        <p:spPr>
          <a:xfrm>
            <a:off x="4974131" y="6934932"/>
            <a:ext cx="1008330" cy="1317773"/>
          </a:xfrm>
          <a:custGeom>
            <a:avLst/>
            <a:gdLst/>
            <a:ahLst/>
            <a:cxnLst/>
            <a:rect l="0" t="0" r="r" b="b"/>
            <a:pathLst>
              <a:path w="1008330" h="1317773">
                <a:moveTo>
                  <a:pt x="21504" y="31502"/>
                </a:moveTo>
                <a:lnTo>
                  <a:pt x="29254" y="39618"/>
                </a:lnTo>
                <a:lnTo>
                  <a:pt x="34126" y="29486"/>
                </a:lnTo>
                <a:lnTo>
                  <a:pt x="24393" y="0"/>
                </a:lnTo>
                <a:lnTo>
                  <a:pt x="80501" y="25609"/>
                </a:lnTo>
                <a:lnTo>
                  <a:pt x="96050" y="74740"/>
                </a:lnTo>
                <a:lnTo>
                  <a:pt x="145288" y="101531"/>
                </a:lnTo>
                <a:lnTo>
                  <a:pt x="141893" y="112139"/>
                </a:lnTo>
                <a:lnTo>
                  <a:pt x="158524" y="110224"/>
                </a:lnTo>
                <a:lnTo>
                  <a:pt x="171080" y="132287"/>
                </a:lnTo>
                <a:lnTo>
                  <a:pt x="183454" y="127462"/>
                </a:lnTo>
                <a:lnTo>
                  <a:pt x="250955" y="190759"/>
                </a:lnTo>
                <a:lnTo>
                  <a:pt x="291240" y="257082"/>
                </a:lnTo>
                <a:lnTo>
                  <a:pt x="294716" y="281347"/>
                </a:lnTo>
                <a:lnTo>
                  <a:pt x="271894" y="238837"/>
                </a:lnTo>
                <a:lnTo>
                  <a:pt x="287811" y="286251"/>
                </a:lnTo>
                <a:lnTo>
                  <a:pt x="329074" y="340975"/>
                </a:lnTo>
                <a:lnTo>
                  <a:pt x="375361" y="366653"/>
                </a:lnTo>
                <a:lnTo>
                  <a:pt x="386940" y="400404"/>
                </a:lnTo>
                <a:lnTo>
                  <a:pt x="398980" y="394662"/>
                </a:lnTo>
                <a:lnTo>
                  <a:pt x="386462" y="372540"/>
                </a:lnTo>
                <a:lnTo>
                  <a:pt x="409133" y="387123"/>
                </a:lnTo>
                <a:lnTo>
                  <a:pt x="429848" y="409707"/>
                </a:lnTo>
                <a:lnTo>
                  <a:pt x="420235" y="415281"/>
                </a:lnTo>
                <a:lnTo>
                  <a:pt x="444898" y="428344"/>
                </a:lnTo>
                <a:lnTo>
                  <a:pt x="440592" y="415087"/>
                </a:lnTo>
                <a:lnTo>
                  <a:pt x="573617" y="540316"/>
                </a:lnTo>
                <a:lnTo>
                  <a:pt x="664810" y="596386"/>
                </a:lnTo>
                <a:lnTo>
                  <a:pt x="738339" y="660091"/>
                </a:lnTo>
                <a:lnTo>
                  <a:pt x="774219" y="681470"/>
                </a:lnTo>
                <a:lnTo>
                  <a:pt x="819354" y="685237"/>
                </a:lnTo>
                <a:lnTo>
                  <a:pt x="852163" y="713265"/>
                </a:lnTo>
                <a:lnTo>
                  <a:pt x="793368" y="687749"/>
                </a:lnTo>
                <a:lnTo>
                  <a:pt x="716284" y="676121"/>
                </a:lnTo>
                <a:lnTo>
                  <a:pt x="623420" y="713492"/>
                </a:lnTo>
                <a:lnTo>
                  <a:pt x="639181" y="720007"/>
                </a:lnTo>
                <a:lnTo>
                  <a:pt x="671639" y="695601"/>
                </a:lnTo>
                <a:lnTo>
                  <a:pt x="631297" y="741368"/>
                </a:lnTo>
                <a:lnTo>
                  <a:pt x="628522" y="771475"/>
                </a:lnTo>
                <a:lnTo>
                  <a:pt x="701956" y="970795"/>
                </a:lnTo>
                <a:lnTo>
                  <a:pt x="728899" y="1006378"/>
                </a:lnTo>
                <a:lnTo>
                  <a:pt x="781506" y="1042777"/>
                </a:lnTo>
                <a:lnTo>
                  <a:pt x="832192" y="1047385"/>
                </a:lnTo>
                <a:lnTo>
                  <a:pt x="881485" y="1097001"/>
                </a:lnTo>
                <a:lnTo>
                  <a:pt x="890730" y="1093102"/>
                </a:lnTo>
                <a:lnTo>
                  <a:pt x="888668" y="1108096"/>
                </a:lnTo>
                <a:lnTo>
                  <a:pt x="907417" y="1115989"/>
                </a:lnTo>
                <a:lnTo>
                  <a:pt x="927385" y="1106690"/>
                </a:lnTo>
                <a:lnTo>
                  <a:pt x="924523" y="1096374"/>
                </a:lnTo>
                <a:lnTo>
                  <a:pt x="894393" y="1097280"/>
                </a:lnTo>
                <a:lnTo>
                  <a:pt x="921088" y="1086351"/>
                </a:lnTo>
                <a:lnTo>
                  <a:pt x="921086" y="1073901"/>
                </a:lnTo>
                <a:lnTo>
                  <a:pt x="990448" y="1130145"/>
                </a:lnTo>
                <a:lnTo>
                  <a:pt x="1008330" y="1196406"/>
                </a:lnTo>
                <a:lnTo>
                  <a:pt x="944173" y="1123432"/>
                </a:lnTo>
                <a:lnTo>
                  <a:pt x="934127" y="1129793"/>
                </a:lnTo>
                <a:lnTo>
                  <a:pt x="941888" y="1134475"/>
                </a:lnTo>
                <a:lnTo>
                  <a:pt x="917923" y="1133119"/>
                </a:lnTo>
                <a:lnTo>
                  <a:pt x="880770" y="1161243"/>
                </a:lnTo>
                <a:lnTo>
                  <a:pt x="857552" y="1145046"/>
                </a:lnTo>
                <a:lnTo>
                  <a:pt x="848937" y="1156323"/>
                </a:lnTo>
                <a:lnTo>
                  <a:pt x="841594" y="1181434"/>
                </a:lnTo>
                <a:lnTo>
                  <a:pt x="880217" y="1317773"/>
                </a:lnTo>
                <a:lnTo>
                  <a:pt x="849758" y="1309219"/>
                </a:lnTo>
                <a:lnTo>
                  <a:pt x="784214" y="1243172"/>
                </a:lnTo>
                <a:lnTo>
                  <a:pt x="754951" y="1148397"/>
                </a:lnTo>
                <a:lnTo>
                  <a:pt x="686284" y="1071692"/>
                </a:lnTo>
                <a:lnTo>
                  <a:pt x="671551" y="1002456"/>
                </a:lnTo>
                <a:lnTo>
                  <a:pt x="626552" y="951884"/>
                </a:lnTo>
                <a:lnTo>
                  <a:pt x="552012" y="905641"/>
                </a:lnTo>
                <a:lnTo>
                  <a:pt x="553613" y="884655"/>
                </a:lnTo>
                <a:lnTo>
                  <a:pt x="505231" y="783709"/>
                </a:lnTo>
                <a:lnTo>
                  <a:pt x="443202" y="686841"/>
                </a:lnTo>
                <a:lnTo>
                  <a:pt x="380715" y="626273"/>
                </a:lnTo>
                <a:lnTo>
                  <a:pt x="342185" y="526534"/>
                </a:lnTo>
                <a:lnTo>
                  <a:pt x="285737" y="485443"/>
                </a:lnTo>
                <a:lnTo>
                  <a:pt x="219530" y="469907"/>
                </a:lnTo>
                <a:lnTo>
                  <a:pt x="232599" y="461382"/>
                </a:lnTo>
                <a:lnTo>
                  <a:pt x="200477" y="452320"/>
                </a:lnTo>
                <a:lnTo>
                  <a:pt x="154630" y="386572"/>
                </a:lnTo>
                <a:lnTo>
                  <a:pt x="144130" y="332279"/>
                </a:lnTo>
                <a:lnTo>
                  <a:pt x="105847" y="261933"/>
                </a:lnTo>
                <a:lnTo>
                  <a:pt x="53910" y="219092"/>
                </a:lnTo>
                <a:lnTo>
                  <a:pt x="79242" y="165230"/>
                </a:lnTo>
                <a:lnTo>
                  <a:pt x="97391" y="186236"/>
                </a:lnTo>
                <a:lnTo>
                  <a:pt x="114463" y="173909"/>
                </a:lnTo>
                <a:lnTo>
                  <a:pt x="118902" y="136611"/>
                </a:lnTo>
                <a:lnTo>
                  <a:pt x="101764" y="145318"/>
                </a:lnTo>
                <a:lnTo>
                  <a:pt x="88099" y="129445"/>
                </a:lnTo>
                <a:lnTo>
                  <a:pt x="109598" y="117995"/>
                </a:lnTo>
                <a:lnTo>
                  <a:pt x="110542" y="104161"/>
                </a:lnTo>
                <a:lnTo>
                  <a:pt x="89019" y="85894"/>
                </a:lnTo>
                <a:lnTo>
                  <a:pt x="93248" y="116733"/>
                </a:lnTo>
                <a:lnTo>
                  <a:pt x="75134" y="72501"/>
                </a:lnTo>
                <a:lnTo>
                  <a:pt x="0" y="46992"/>
                </a:lnTo>
                <a:lnTo>
                  <a:pt x="21504" y="31502"/>
                </a:lnTo>
                <a:lnTo>
                  <a:pt x="21504" y="3150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p-line"/>
          <p:cNvSpPr/>
          <p:nvPr/>
        </p:nvSpPr>
        <p:spPr>
          <a:xfrm>
            <a:off x="6540752" y="8264670"/>
            <a:ext cx="12032" cy="14112"/>
          </a:xfrm>
          <a:custGeom>
            <a:avLst/>
            <a:gdLst/>
            <a:ahLst/>
            <a:cxnLst/>
            <a:rect l="0" t="0" r="r" b="b"/>
            <a:pathLst>
              <a:path w="12032" h="14112">
                <a:moveTo>
                  <a:pt x="7841" y="0"/>
                </a:moveTo>
                <a:lnTo>
                  <a:pt x="12032" y="14112"/>
                </a:lnTo>
                <a:lnTo>
                  <a:pt x="0" y="11103"/>
                </a:lnTo>
                <a:lnTo>
                  <a:pt x="7841" y="0"/>
                </a:lnTo>
                <a:lnTo>
                  <a:pt x="784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map-line"/>
          <p:cNvSpPr/>
          <p:nvPr/>
        </p:nvSpPr>
        <p:spPr>
          <a:xfrm>
            <a:off x="6563055" y="8158720"/>
            <a:ext cx="33196" cy="41369"/>
          </a:xfrm>
          <a:custGeom>
            <a:avLst/>
            <a:gdLst/>
            <a:ahLst/>
            <a:cxnLst/>
            <a:rect l="0" t="0" r="r" b="b"/>
            <a:pathLst>
              <a:path w="33196" h="41369">
                <a:moveTo>
                  <a:pt x="23229" y="0"/>
                </a:moveTo>
                <a:lnTo>
                  <a:pt x="33196" y="5056"/>
                </a:lnTo>
                <a:lnTo>
                  <a:pt x="8074" y="41369"/>
                </a:lnTo>
                <a:lnTo>
                  <a:pt x="0" y="30983"/>
                </a:lnTo>
                <a:lnTo>
                  <a:pt x="23229" y="0"/>
                </a:lnTo>
                <a:lnTo>
                  <a:pt x="2322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p-line"/>
          <p:cNvSpPr/>
          <p:nvPr/>
        </p:nvSpPr>
        <p:spPr>
          <a:xfrm>
            <a:off x="6432362" y="8102376"/>
            <a:ext cx="57908" cy="198868"/>
          </a:xfrm>
          <a:custGeom>
            <a:avLst/>
            <a:gdLst/>
            <a:ahLst/>
            <a:cxnLst/>
            <a:rect l="0" t="0" r="r" b="b"/>
            <a:pathLst>
              <a:path w="57908" h="198868">
                <a:moveTo>
                  <a:pt x="45293" y="11703"/>
                </a:moveTo>
                <a:lnTo>
                  <a:pt x="53557" y="0"/>
                </a:lnTo>
                <a:lnTo>
                  <a:pt x="57908" y="14405"/>
                </a:lnTo>
                <a:lnTo>
                  <a:pt x="28421" y="66178"/>
                </a:lnTo>
                <a:lnTo>
                  <a:pt x="18838" y="168428"/>
                </a:lnTo>
                <a:lnTo>
                  <a:pt x="37343" y="198868"/>
                </a:lnTo>
                <a:lnTo>
                  <a:pt x="29708" y="190205"/>
                </a:lnTo>
                <a:lnTo>
                  <a:pt x="17185" y="198210"/>
                </a:lnTo>
                <a:lnTo>
                  <a:pt x="1212" y="185060"/>
                </a:lnTo>
                <a:lnTo>
                  <a:pt x="11521" y="128752"/>
                </a:lnTo>
                <a:lnTo>
                  <a:pt x="0" y="30359"/>
                </a:lnTo>
                <a:lnTo>
                  <a:pt x="45293" y="11703"/>
                </a:lnTo>
                <a:lnTo>
                  <a:pt x="45293" y="1170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ap-line"/>
          <p:cNvSpPr/>
          <p:nvPr/>
        </p:nvSpPr>
        <p:spPr>
          <a:xfrm>
            <a:off x="6497669" y="7763613"/>
            <a:ext cx="112311" cy="314735"/>
          </a:xfrm>
          <a:custGeom>
            <a:avLst/>
            <a:gdLst/>
            <a:ahLst/>
            <a:cxnLst/>
            <a:rect l="0" t="0" r="r" b="b"/>
            <a:pathLst>
              <a:path w="112311" h="314735">
                <a:moveTo>
                  <a:pt x="100721" y="13545"/>
                </a:moveTo>
                <a:lnTo>
                  <a:pt x="112311" y="23301"/>
                </a:lnTo>
                <a:lnTo>
                  <a:pt x="71837" y="85163"/>
                </a:lnTo>
                <a:lnTo>
                  <a:pt x="65877" y="152462"/>
                </a:lnTo>
                <a:lnTo>
                  <a:pt x="35886" y="170297"/>
                </a:lnTo>
                <a:lnTo>
                  <a:pt x="45226" y="183073"/>
                </a:lnTo>
                <a:lnTo>
                  <a:pt x="40624" y="264599"/>
                </a:lnTo>
                <a:lnTo>
                  <a:pt x="28089" y="285392"/>
                </a:lnTo>
                <a:lnTo>
                  <a:pt x="31606" y="309884"/>
                </a:lnTo>
                <a:lnTo>
                  <a:pt x="18806" y="314735"/>
                </a:lnTo>
                <a:lnTo>
                  <a:pt x="5799" y="283165"/>
                </a:lnTo>
                <a:lnTo>
                  <a:pt x="19185" y="285971"/>
                </a:lnTo>
                <a:lnTo>
                  <a:pt x="7760" y="272624"/>
                </a:lnTo>
                <a:lnTo>
                  <a:pt x="20235" y="268240"/>
                </a:lnTo>
                <a:lnTo>
                  <a:pt x="22154" y="248590"/>
                </a:lnTo>
                <a:lnTo>
                  <a:pt x="0" y="240179"/>
                </a:lnTo>
                <a:lnTo>
                  <a:pt x="14262" y="234966"/>
                </a:lnTo>
                <a:lnTo>
                  <a:pt x="20151" y="190193"/>
                </a:lnTo>
                <a:lnTo>
                  <a:pt x="10601" y="169593"/>
                </a:lnTo>
                <a:lnTo>
                  <a:pt x="24148" y="163418"/>
                </a:lnTo>
                <a:lnTo>
                  <a:pt x="33257" y="117847"/>
                </a:lnTo>
                <a:lnTo>
                  <a:pt x="14449" y="102691"/>
                </a:lnTo>
                <a:lnTo>
                  <a:pt x="13890" y="85936"/>
                </a:lnTo>
                <a:lnTo>
                  <a:pt x="47592" y="99101"/>
                </a:lnTo>
                <a:lnTo>
                  <a:pt x="68990" y="74941"/>
                </a:lnTo>
                <a:lnTo>
                  <a:pt x="80406" y="4784"/>
                </a:lnTo>
                <a:lnTo>
                  <a:pt x="97984" y="0"/>
                </a:lnTo>
                <a:lnTo>
                  <a:pt x="100721" y="13545"/>
                </a:lnTo>
                <a:lnTo>
                  <a:pt x="100721" y="1354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p-line"/>
          <p:cNvSpPr/>
          <p:nvPr/>
        </p:nvSpPr>
        <p:spPr>
          <a:xfrm>
            <a:off x="6630646" y="7512133"/>
            <a:ext cx="41904" cy="186215"/>
          </a:xfrm>
          <a:custGeom>
            <a:avLst/>
            <a:gdLst/>
            <a:ahLst/>
            <a:cxnLst/>
            <a:rect l="0" t="0" r="r" b="b"/>
            <a:pathLst>
              <a:path w="41904" h="186215">
                <a:moveTo>
                  <a:pt x="20398" y="23388"/>
                </a:moveTo>
                <a:lnTo>
                  <a:pt x="40229" y="0"/>
                </a:lnTo>
                <a:lnTo>
                  <a:pt x="41904" y="73251"/>
                </a:lnTo>
                <a:lnTo>
                  <a:pt x="26614" y="165398"/>
                </a:lnTo>
                <a:lnTo>
                  <a:pt x="9871" y="186215"/>
                </a:lnTo>
                <a:lnTo>
                  <a:pt x="0" y="129924"/>
                </a:lnTo>
                <a:lnTo>
                  <a:pt x="20398" y="23388"/>
                </a:lnTo>
                <a:lnTo>
                  <a:pt x="20398" y="2338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map-line"/>
          <p:cNvSpPr/>
          <p:nvPr/>
        </p:nvSpPr>
        <p:spPr>
          <a:xfrm>
            <a:off x="6708220" y="7239266"/>
            <a:ext cx="14153" cy="96057"/>
          </a:xfrm>
          <a:custGeom>
            <a:avLst/>
            <a:gdLst/>
            <a:ahLst/>
            <a:cxnLst/>
            <a:rect l="0" t="0" r="r" b="b"/>
            <a:pathLst>
              <a:path w="14153" h="96057">
                <a:moveTo>
                  <a:pt x="2640" y="9687"/>
                </a:moveTo>
                <a:lnTo>
                  <a:pt x="9050" y="0"/>
                </a:lnTo>
                <a:lnTo>
                  <a:pt x="14153" y="62171"/>
                </a:lnTo>
                <a:lnTo>
                  <a:pt x="11478" y="93225"/>
                </a:lnTo>
                <a:lnTo>
                  <a:pt x="0" y="96057"/>
                </a:lnTo>
                <a:lnTo>
                  <a:pt x="2640" y="9687"/>
                </a:lnTo>
                <a:lnTo>
                  <a:pt x="2640" y="968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p-line"/>
          <p:cNvSpPr/>
          <p:nvPr/>
        </p:nvSpPr>
        <p:spPr>
          <a:xfrm>
            <a:off x="6702742" y="7189265"/>
            <a:ext cx="15449" cy="13542"/>
          </a:xfrm>
          <a:custGeom>
            <a:avLst/>
            <a:gdLst/>
            <a:ahLst/>
            <a:cxnLst/>
            <a:rect l="0" t="0" r="r" b="b"/>
            <a:pathLst>
              <a:path w="15449" h="13542">
                <a:moveTo>
                  <a:pt x="2731" y="0"/>
                </a:moveTo>
                <a:lnTo>
                  <a:pt x="15449" y="9233"/>
                </a:lnTo>
                <a:lnTo>
                  <a:pt x="0" y="13542"/>
                </a:lnTo>
                <a:lnTo>
                  <a:pt x="2731" y="0"/>
                </a:lnTo>
                <a:lnTo>
                  <a:pt x="273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map-line"/>
          <p:cNvSpPr/>
          <p:nvPr/>
        </p:nvSpPr>
        <p:spPr>
          <a:xfrm>
            <a:off x="6698445" y="7089233"/>
            <a:ext cx="11493" cy="18806"/>
          </a:xfrm>
          <a:custGeom>
            <a:avLst/>
            <a:gdLst/>
            <a:ahLst/>
            <a:cxnLst/>
            <a:rect l="0" t="0" r="r" b="b"/>
            <a:pathLst>
              <a:path w="11493" h="18806">
                <a:moveTo>
                  <a:pt x="0" y="0"/>
                </a:moveTo>
                <a:lnTo>
                  <a:pt x="11493" y="3138"/>
                </a:lnTo>
                <a:lnTo>
                  <a:pt x="11027" y="1880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p-line"/>
          <p:cNvSpPr/>
          <p:nvPr/>
        </p:nvSpPr>
        <p:spPr>
          <a:xfrm>
            <a:off x="6669567" y="7029601"/>
            <a:ext cx="16620" cy="9733"/>
          </a:xfrm>
          <a:custGeom>
            <a:avLst/>
            <a:gdLst/>
            <a:ahLst/>
            <a:cxnLst/>
            <a:rect l="0" t="0" r="r" b="b"/>
            <a:pathLst>
              <a:path w="16620" h="9733">
                <a:moveTo>
                  <a:pt x="16601" y="0"/>
                </a:moveTo>
                <a:lnTo>
                  <a:pt x="16620" y="9733"/>
                </a:lnTo>
                <a:lnTo>
                  <a:pt x="0" y="5159"/>
                </a:lnTo>
                <a:lnTo>
                  <a:pt x="16601" y="0"/>
                </a:lnTo>
                <a:lnTo>
                  <a:pt x="1660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ap-line"/>
          <p:cNvSpPr/>
          <p:nvPr/>
        </p:nvSpPr>
        <p:spPr>
          <a:xfrm>
            <a:off x="6656584" y="6840126"/>
            <a:ext cx="2891" cy="43849"/>
          </a:xfrm>
          <a:custGeom>
            <a:avLst/>
            <a:gdLst/>
            <a:ahLst/>
            <a:cxnLst/>
            <a:rect l="0" t="0" r="r" b="b"/>
            <a:pathLst>
              <a:path w="2891" h="43849">
                <a:moveTo>
                  <a:pt x="0" y="0"/>
                </a:moveTo>
                <a:lnTo>
                  <a:pt x="2891" y="43849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p-line"/>
          <p:cNvSpPr/>
          <p:nvPr/>
        </p:nvSpPr>
        <p:spPr>
          <a:xfrm>
            <a:off x="6627028" y="6853705"/>
            <a:ext cx="4002" cy="9769"/>
          </a:xfrm>
          <a:custGeom>
            <a:avLst/>
            <a:gdLst/>
            <a:ahLst/>
            <a:cxnLst/>
            <a:rect l="0" t="0" r="r" b="b"/>
            <a:pathLst>
              <a:path w="4002" h="9769">
                <a:moveTo>
                  <a:pt x="4002" y="0"/>
                </a:moveTo>
                <a:lnTo>
                  <a:pt x="0" y="9769"/>
                </a:lnTo>
                <a:lnTo>
                  <a:pt x="4002" y="0"/>
                </a:lnTo>
                <a:lnTo>
                  <a:pt x="400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map-line"/>
          <p:cNvSpPr/>
          <p:nvPr/>
        </p:nvSpPr>
        <p:spPr>
          <a:xfrm>
            <a:off x="6643563" y="6778868"/>
            <a:ext cx="20453" cy="15368"/>
          </a:xfrm>
          <a:custGeom>
            <a:avLst/>
            <a:gdLst/>
            <a:ahLst/>
            <a:cxnLst/>
            <a:rect l="0" t="0" r="r" b="b"/>
            <a:pathLst>
              <a:path w="20453" h="15368">
                <a:moveTo>
                  <a:pt x="11119" y="0"/>
                </a:moveTo>
                <a:lnTo>
                  <a:pt x="20453" y="2530"/>
                </a:lnTo>
                <a:lnTo>
                  <a:pt x="13868" y="15368"/>
                </a:lnTo>
                <a:lnTo>
                  <a:pt x="0" y="9381"/>
                </a:lnTo>
                <a:lnTo>
                  <a:pt x="11119" y="0"/>
                </a:lnTo>
                <a:lnTo>
                  <a:pt x="1111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p-line"/>
          <p:cNvSpPr/>
          <p:nvPr/>
        </p:nvSpPr>
        <p:spPr>
          <a:xfrm>
            <a:off x="6556689" y="6704514"/>
            <a:ext cx="12646" cy="11268"/>
          </a:xfrm>
          <a:custGeom>
            <a:avLst/>
            <a:gdLst/>
            <a:ahLst/>
            <a:cxnLst/>
            <a:rect l="0" t="0" r="r" b="b"/>
            <a:pathLst>
              <a:path w="12646" h="11268">
                <a:moveTo>
                  <a:pt x="1048" y="0"/>
                </a:moveTo>
                <a:lnTo>
                  <a:pt x="12646" y="11169"/>
                </a:lnTo>
                <a:lnTo>
                  <a:pt x="0" y="11268"/>
                </a:lnTo>
                <a:lnTo>
                  <a:pt x="1048" y="0"/>
                </a:lnTo>
                <a:lnTo>
                  <a:pt x="104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map-line"/>
          <p:cNvSpPr/>
          <p:nvPr/>
        </p:nvSpPr>
        <p:spPr>
          <a:xfrm>
            <a:off x="6556469" y="6446428"/>
            <a:ext cx="60690" cy="160530"/>
          </a:xfrm>
          <a:custGeom>
            <a:avLst/>
            <a:gdLst/>
            <a:ahLst/>
            <a:cxnLst/>
            <a:rect l="0" t="0" r="r" b="b"/>
            <a:pathLst>
              <a:path w="60690" h="160530">
                <a:moveTo>
                  <a:pt x="28015" y="9666"/>
                </a:moveTo>
                <a:lnTo>
                  <a:pt x="46253" y="22108"/>
                </a:lnTo>
                <a:lnTo>
                  <a:pt x="60690" y="78512"/>
                </a:lnTo>
                <a:lnTo>
                  <a:pt x="45320" y="126417"/>
                </a:lnTo>
                <a:lnTo>
                  <a:pt x="55685" y="153432"/>
                </a:lnTo>
                <a:lnTo>
                  <a:pt x="34053" y="160530"/>
                </a:lnTo>
                <a:lnTo>
                  <a:pt x="0" y="132523"/>
                </a:lnTo>
                <a:lnTo>
                  <a:pt x="24716" y="76596"/>
                </a:lnTo>
                <a:lnTo>
                  <a:pt x="2999" y="0"/>
                </a:lnTo>
                <a:lnTo>
                  <a:pt x="28015" y="9666"/>
                </a:lnTo>
                <a:lnTo>
                  <a:pt x="28015" y="966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p-line"/>
          <p:cNvSpPr/>
          <p:nvPr/>
        </p:nvSpPr>
        <p:spPr>
          <a:xfrm>
            <a:off x="6572114" y="6397711"/>
            <a:ext cx="35659" cy="46168"/>
          </a:xfrm>
          <a:custGeom>
            <a:avLst/>
            <a:gdLst/>
            <a:ahLst/>
            <a:cxnLst/>
            <a:rect l="0" t="0" r="r" b="b"/>
            <a:pathLst>
              <a:path w="35659" h="46168">
                <a:moveTo>
                  <a:pt x="6808" y="0"/>
                </a:moveTo>
                <a:lnTo>
                  <a:pt x="26878" y="12040"/>
                </a:lnTo>
                <a:lnTo>
                  <a:pt x="35659" y="35026"/>
                </a:lnTo>
                <a:lnTo>
                  <a:pt x="24632" y="46168"/>
                </a:lnTo>
                <a:lnTo>
                  <a:pt x="0" y="38155"/>
                </a:lnTo>
                <a:lnTo>
                  <a:pt x="6808" y="0"/>
                </a:lnTo>
                <a:lnTo>
                  <a:pt x="680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map-line"/>
          <p:cNvSpPr/>
          <p:nvPr/>
        </p:nvSpPr>
        <p:spPr>
          <a:xfrm>
            <a:off x="6494166" y="6465752"/>
            <a:ext cx="22799" cy="17158"/>
          </a:xfrm>
          <a:custGeom>
            <a:avLst/>
            <a:gdLst/>
            <a:ahLst/>
            <a:cxnLst/>
            <a:rect l="0" t="0" r="r" b="b"/>
            <a:pathLst>
              <a:path w="22799" h="17158">
                <a:moveTo>
                  <a:pt x="22420" y="17158"/>
                </a:moveTo>
                <a:lnTo>
                  <a:pt x="0" y="10440"/>
                </a:lnTo>
                <a:lnTo>
                  <a:pt x="22799" y="0"/>
                </a:lnTo>
                <a:lnTo>
                  <a:pt x="22420" y="17158"/>
                </a:lnTo>
                <a:lnTo>
                  <a:pt x="22420" y="1715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p-line"/>
          <p:cNvSpPr/>
          <p:nvPr/>
        </p:nvSpPr>
        <p:spPr>
          <a:xfrm>
            <a:off x="6662912" y="7459095"/>
            <a:ext cx="7082" cy="4344"/>
          </a:xfrm>
          <a:custGeom>
            <a:avLst/>
            <a:gdLst/>
            <a:ahLst/>
            <a:cxnLst/>
            <a:rect l="0" t="0" r="r" b="b"/>
            <a:pathLst>
              <a:path w="7082" h="4344">
                <a:moveTo>
                  <a:pt x="7082" y="0"/>
                </a:moveTo>
                <a:lnTo>
                  <a:pt x="0" y="4344"/>
                </a:lnTo>
                <a:lnTo>
                  <a:pt x="7082" y="0"/>
                </a:lnTo>
                <a:lnTo>
                  <a:pt x="708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map-line"/>
          <p:cNvSpPr/>
          <p:nvPr/>
        </p:nvSpPr>
        <p:spPr>
          <a:xfrm>
            <a:off x="6612237" y="6688718"/>
            <a:ext cx="40304" cy="65768"/>
          </a:xfrm>
          <a:custGeom>
            <a:avLst/>
            <a:gdLst/>
            <a:ahLst/>
            <a:cxnLst/>
            <a:rect l="0" t="0" r="r" b="b"/>
            <a:pathLst>
              <a:path w="40304" h="65768">
                <a:moveTo>
                  <a:pt x="0" y="3489"/>
                </a:moveTo>
                <a:lnTo>
                  <a:pt x="8238" y="0"/>
                </a:lnTo>
                <a:lnTo>
                  <a:pt x="40304" y="42877"/>
                </a:lnTo>
                <a:lnTo>
                  <a:pt x="37460" y="65768"/>
                </a:lnTo>
                <a:lnTo>
                  <a:pt x="17423" y="58400"/>
                </a:lnTo>
                <a:lnTo>
                  <a:pt x="0" y="3489"/>
                </a:lnTo>
                <a:lnTo>
                  <a:pt x="0" y="348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p-line"/>
          <p:cNvSpPr/>
          <p:nvPr/>
        </p:nvSpPr>
        <p:spPr>
          <a:xfrm>
            <a:off x="6547264" y="8284482"/>
            <a:ext cx="2752" cy="10915"/>
          </a:xfrm>
          <a:custGeom>
            <a:avLst/>
            <a:gdLst/>
            <a:ahLst/>
            <a:cxnLst/>
            <a:rect l="0" t="0" r="r" b="b"/>
            <a:pathLst>
              <a:path w="2752" h="10915">
                <a:moveTo>
                  <a:pt x="2752" y="0"/>
                </a:moveTo>
                <a:lnTo>
                  <a:pt x="0" y="10915"/>
                </a:lnTo>
                <a:lnTo>
                  <a:pt x="2752" y="0"/>
                </a:lnTo>
                <a:lnTo>
                  <a:pt x="275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map-line"/>
          <p:cNvSpPr/>
          <p:nvPr/>
        </p:nvSpPr>
        <p:spPr>
          <a:xfrm>
            <a:off x="6524880" y="8299187"/>
            <a:ext cx="9323" cy="3627"/>
          </a:xfrm>
          <a:custGeom>
            <a:avLst/>
            <a:gdLst/>
            <a:ahLst/>
            <a:cxnLst/>
            <a:rect l="0" t="0" r="r" b="b"/>
            <a:pathLst>
              <a:path w="9323" h="3627">
                <a:moveTo>
                  <a:pt x="9323" y="0"/>
                </a:moveTo>
                <a:lnTo>
                  <a:pt x="0" y="3627"/>
                </a:lnTo>
                <a:lnTo>
                  <a:pt x="9323" y="0"/>
                </a:lnTo>
                <a:lnTo>
                  <a:pt x="932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p-line"/>
          <p:cNvSpPr/>
          <p:nvPr/>
        </p:nvSpPr>
        <p:spPr>
          <a:xfrm>
            <a:off x="6548369" y="8235350"/>
            <a:ext cx="7610" cy="8512"/>
          </a:xfrm>
          <a:custGeom>
            <a:avLst/>
            <a:gdLst/>
            <a:ahLst/>
            <a:cxnLst/>
            <a:rect l="0" t="0" r="r" b="b"/>
            <a:pathLst>
              <a:path w="7610" h="8512">
                <a:moveTo>
                  <a:pt x="7610" y="0"/>
                </a:moveTo>
                <a:lnTo>
                  <a:pt x="0" y="8512"/>
                </a:lnTo>
                <a:lnTo>
                  <a:pt x="7610" y="0"/>
                </a:lnTo>
                <a:lnTo>
                  <a:pt x="761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ap-line"/>
          <p:cNvSpPr/>
          <p:nvPr/>
        </p:nvSpPr>
        <p:spPr>
          <a:xfrm>
            <a:off x="5854936" y="2509963"/>
            <a:ext cx="22631" cy="48218"/>
          </a:xfrm>
          <a:custGeom>
            <a:avLst/>
            <a:gdLst/>
            <a:ahLst/>
            <a:cxnLst/>
            <a:rect l="0" t="0" r="r" b="b"/>
            <a:pathLst>
              <a:path w="22631" h="48218">
                <a:moveTo>
                  <a:pt x="6826" y="11880"/>
                </a:moveTo>
                <a:lnTo>
                  <a:pt x="22631" y="0"/>
                </a:lnTo>
                <a:lnTo>
                  <a:pt x="21558" y="48218"/>
                </a:lnTo>
                <a:lnTo>
                  <a:pt x="0" y="27805"/>
                </a:lnTo>
                <a:lnTo>
                  <a:pt x="6826" y="11880"/>
                </a:lnTo>
                <a:lnTo>
                  <a:pt x="6826" y="1188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p-line"/>
          <p:cNvSpPr/>
          <p:nvPr/>
        </p:nvSpPr>
        <p:spPr>
          <a:xfrm>
            <a:off x="4955814" y="2270489"/>
            <a:ext cx="988479" cy="810349"/>
          </a:xfrm>
          <a:custGeom>
            <a:avLst/>
            <a:gdLst/>
            <a:ahLst/>
            <a:cxnLst/>
            <a:rect l="0" t="0" r="r" b="b"/>
            <a:pathLst>
              <a:path w="988479" h="810349">
                <a:moveTo>
                  <a:pt x="0" y="535818"/>
                </a:moveTo>
                <a:lnTo>
                  <a:pt x="23174" y="514613"/>
                </a:lnTo>
                <a:lnTo>
                  <a:pt x="15242" y="507209"/>
                </a:lnTo>
                <a:lnTo>
                  <a:pt x="46069" y="504819"/>
                </a:lnTo>
                <a:lnTo>
                  <a:pt x="68095" y="478801"/>
                </a:lnTo>
                <a:lnTo>
                  <a:pt x="104268" y="466542"/>
                </a:lnTo>
                <a:lnTo>
                  <a:pt x="84055" y="476268"/>
                </a:lnTo>
                <a:lnTo>
                  <a:pt x="107078" y="483491"/>
                </a:lnTo>
                <a:lnTo>
                  <a:pt x="145518" y="448223"/>
                </a:lnTo>
                <a:lnTo>
                  <a:pt x="170862" y="461772"/>
                </a:lnTo>
                <a:lnTo>
                  <a:pt x="165418" y="432333"/>
                </a:lnTo>
                <a:lnTo>
                  <a:pt x="112773" y="461751"/>
                </a:lnTo>
                <a:lnTo>
                  <a:pt x="179579" y="421901"/>
                </a:lnTo>
                <a:lnTo>
                  <a:pt x="177881" y="441534"/>
                </a:lnTo>
                <a:lnTo>
                  <a:pt x="192559" y="437321"/>
                </a:lnTo>
                <a:lnTo>
                  <a:pt x="191351" y="414843"/>
                </a:lnTo>
                <a:lnTo>
                  <a:pt x="212168" y="413653"/>
                </a:lnTo>
                <a:lnTo>
                  <a:pt x="211385" y="402715"/>
                </a:lnTo>
                <a:lnTo>
                  <a:pt x="249896" y="378616"/>
                </a:lnTo>
                <a:lnTo>
                  <a:pt x="241378" y="387522"/>
                </a:lnTo>
                <a:lnTo>
                  <a:pt x="250007" y="395422"/>
                </a:lnTo>
                <a:lnTo>
                  <a:pt x="270274" y="384001"/>
                </a:lnTo>
                <a:lnTo>
                  <a:pt x="276891" y="361633"/>
                </a:lnTo>
                <a:lnTo>
                  <a:pt x="251894" y="377002"/>
                </a:lnTo>
                <a:lnTo>
                  <a:pt x="292315" y="345493"/>
                </a:lnTo>
                <a:lnTo>
                  <a:pt x="295451" y="361183"/>
                </a:lnTo>
                <a:lnTo>
                  <a:pt x="310178" y="362852"/>
                </a:lnTo>
                <a:lnTo>
                  <a:pt x="307194" y="381130"/>
                </a:lnTo>
                <a:lnTo>
                  <a:pt x="321143" y="376929"/>
                </a:lnTo>
                <a:lnTo>
                  <a:pt x="345399" y="349084"/>
                </a:lnTo>
                <a:lnTo>
                  <a:pt x="338140" y="342598"/>
                </a:lnTo>
                <a:lnTo>
                  <a:pt x="311517" y="358985"/>
                </a:lnTo>
                <a:lnTo>
                  <a:pt x="301106" y="341301"/>
                </a:lnTo>
                <a:lnTo>
                  <a:pt x="340526" y="312874"/>
                </a:lnTo>
                <a:lnTo>
                  <a:pt x="371144" y="312670"/>
                </a:lnTo>
                <a:lnTo>
                  <a:pt x="363220" y="317544"/>
                </a:lnTo>
                <a:lnTo>
                  <a:pt x="381338" y="319513"/>
                </a:lnTo>
                <a:lnTo>
                  <a:pt x="390297" y="337249"/>
                </a:lnTo>
                <a:lnTo>
                  <a:pt x="395282" y="312872"/>
                </a:lnTo>
                <a:lnTo>
                  <a:pt x="375453" y="310563"/>
                </a:lnTo>
                <a:lnTo>
                  <a:pt x="413607" y="298681"/>
                </a:lnTo>
                <a:lnTo>
                  <a:pt x="456405" y="324250"/>
                </a:lnTo>
                <a:lnTo>
                  <a:pt x="482150" y="316752"/>
                </a:lnTo>
                <a:lnTo>
                  <a:pt x="514497" y="326354"/>
                </a:lnTo>
                <a:lnTo>
                  <a:pt x="519652" y="350035"/>
                </a:lnTo>
                <a:lnTo>
                  <a:pt x="555274" y="319976"/>
                </a:lnTo>
                <a:lnTo>
                  <a:pt x="598621" y="336111"/>
                </a:lnTo>
                <a:lnTo>
                  <a:pt x="584473" y="308264"/>
                </a:lnTo>
                <a:lnTo>
                  <a:pt x="570775" y="307002"/>
                </a:lnTo>
                <a:lnTo>
                  <a:pt x="575103" y="293591"/>
                </a:lnTo>
                <a:lnTo>
                  <a:pt x="619756" y="306349"/>
                </a:lnTo>
                <a:lnTo>
                  <a:pt x="588094" y="272350"/>
                </a:lnTo>
                <a:lnTo>
                  <a:pt x="553159" y="305938"/>
                </a:lnTo>
                <a:lnTo>
                  <a:pt x="542801" y="276816"/>
                </a:lnTo>
                <a:lnTo>
                  <a:pt x="489399" y="267389"/>
                </a:lnTo>
                <a:lnTo>
                  <a:pt x="458909" y="302442"/>
                </a:lnTo>
                <a:lnTo>
                  <a:pt x="470633" y="232582"/>
                </a:lnTo>
                <a:lnTo>
                  <a:pt x="489608" y="224508"/>
                </a:lnTo>
                <a:lnTo>
                  <a:pt x="482611" y="216729"/>
                </a:lnTo>
                <a:lnTo>
                  <a:pt x="495301" y="196397"/>
                </a:lnTo>
                <a:lnTo>
                  <a:pt x="489731" y="209984"/>
                </a:lnTo>
                <a:lnTo>
                  <a:pt x="501608" y="203774"/>
                </a:lnTo>
                <a:lnTo>
                  <a:pt x="501623" y="215323"/>
                </a:lnTo>
                <a:lnTo>
                  <a:pt x="529368" y="224320"/>
                </a:lnTo>
                <a:lnTo>
                  <a:pt x="529620" y="207855"/>
                </a:lnTo>
                <a:lnTo>
                  <a:pt x="515409" y="214273"/>
                </a:lnTo>
                <a:lnTo>
                  <a:pt x="504216" y="199275"/>
                </a:lnTo>
                <a:lnTo>
                  <a:pt x="527677" y="184031"/>
                </a:lnTo>
                <a:lnTo>
                  <a:pt x="529380" y="152551"/>
                </a:lnTo>
                <a:lnTo>
                  <a:pt x="497958" y="190742"/>
                </a:lnTo>
                <a:lnTo>
                  <a:pt x="539104" y="106420"/>
                </a:lnTo>
                <a:lnTo>
                  <a:pt x="562141" y="106092"/>
                </a:lnTo>
                <a:lnTo>
                  <a:pt x="577802" y="89330"/>
                </a:lnTo>
                <a:lnTo>
                  <a:pt x="594767" y="94711"/>
                </a:lnTo>
                <a:lnTo>
                  <a:pt x="676893" y="41333"/>
                </a:lnTo>
                <a:lnTo>
                  <a:pt x="686905" y="62517"/>
                </a:lnTo>
                <a:lnTo>
                  <a:pt x="683598" y="34489"/>
                </a:lnTo>
                <a:lnTo>
                  <a:pt x="704024" y="26686"/>
                </a:lnTo>
                <a:lnTo>
                  <a:pt x="701018" y="43906"/>
                </a:lnTo>
                <a:lnTo>
                  <a:pt x="709851" y="37261"/>
                </a:lnTo>
                <a:lnTo>
                  <a:pt x="714999" y="15229"/>
                </a:lnTo>
                <a:lnTo>
                  <a:pt x="705128" y="22116"/>
                </a:lnTo>
                <a:lnTo>
                  <a:pt x="722875" y="0"/>
                </a:lnTo>
                <a:lnTo>
                  <a:pt x="744410" y="6683"/>
                </a:lnTo>
                <a:lnTo>
                  <a:pt x="733756" y="24493"/>
                </a:lnTo>
                <a:lnTo>
                  <a:pt x="755203" y="80345"/>
                </a:lnTo>
                <a:lnTo>
                  <a:pt x="789852" y="78554"/>
                </a:lnTo>
                <a:lnTo>
                  <a:pt x="799729" y="88979"/>
                </a:lnTo>
                <a:lnTo>
                  <a:pt x="790794" y="109392"/>
                </a:lnTo>
                <a:lnTo>
                  <a:pt x="741963" y="142697"/>
                </a:lnTo>
                <a:lnTo>
                  <a:pt x="777372" y="136583"/>
                </a:lnTo>
                <a:lnTo>
                  <a:pt x="794268" y="118751"/>
                </a:lnTo>
                <a:lnTo>
                  <a:pt x="815381" y="128909"/>
                </a:lnTo>
                <a:lnTo>
                  <a:pt x="801361" y="142049"/>
                </a:lnTo>
                <a:lnTo>
                  <a:pt x="793711" y="202468"/>
                </a:lnTo>
                <a:lnTo>
                  <a:pt x="795289" y="179679"/>
                </a:lnTo>
                <a:lnTo>
                  <a:pt x="776419" y="215604"/>
                </a:lnTo>
                <a:lnTo>
                  <a:pt x="754385" y="211705"/>
                </a:lnTo>
                <a:lnTo>
                  <a:pt x="736252" y="251733"/>
                </a:lnTo>
                <a:lnTo>
                  <a:pt x="767197" y="223306"/>
                </a:lnTo>
                <a:lnTo>
                  <a:pt x="793672" y="230863"/>
                </a:lnTo>
                <a:lnTo>
                  <a:pt x="790850" y="206394"/>
                </a:lnTo>
                <a:lnTo>
                  <a:pt x="831538" y="225632"/>
                </a:lnTo>
                <a:lnTo>
                  <a:pt x="819532" y="263649"/>
                </a:lnTo>
                <a:lnTo>
                  <a:pt x="835791" y="227896"/>
                </a:lnTo>
                <a:lnTo>
                  <a:pt x="855999" y="235719"/>
                </a:lnTo>
                <a:lnTo>
                  <a:pt x="863364" y="225915"/>
                </a:lnTo>
                <a:lnTo>
                  <a:pt x="880748" y="250654"/>
                </a:lnTo>
                <a:lnTo>
                  <a:pt x="890641" y="289536"/>
                </a:lnTo>
                <a:lnTo>
                  <a:pt x="882253" y="306529"/>
                </a:lnTo>
                <a:lnTo>
                  <a:pt x="894558" y="323710"/>
                </a:lnTo>
                <a:lnTo>
                  <a:pt x="895787" y="294577"/>
                </a:lnTo>
                <a:lnTo>
                  <a:pt x="909280" y="294409"/>
                </a:lnTo>
                <a:lnTo>
                  <a:pt x="915853" y="320094"/>
                </a:lnTo>
                <a:lnTo>
                  <a:pt x="922246" y="305609"/>
                </a:lnTo>
                <a:lnTo>
                  <a:pt x="934996" y="319543"/>
                </a:lnTo>
                <a:lnTo>
                  <a:pt x="929463" y="305369"/>
                </a:lnTo>
                <a:lnTo>
                  <a:pt x="946736" y="281394"/>
                </a:lnTo>
                <a:lnTo>
                  <a:pt x="978934" y="270363"/>
                </a:lnTo>
                <a:lnTo>
                  <a:pt x="977271" y="300662"/>
                </a:lnTo>
                <a:lnTo>
                  <a:pt x="948649" y="316643"/>
                </a:lnTo>
                <a:lnTo>
                  <a:pt x="951561" y="328297"/>
                </a:lnTo>
                <a:lnTo>
                  <a:pt x="960862" y="312355"/>
                </a:lnTo>
                <a:lnTo>
                  <a:pt x="980900" y="321098"/>
                </a:lnTo>
                <a:lnTo>
                  <a:pt x="974682" y="330057"/>
                </a:lnTo>
                <a:lnTo>
                  <a:pt x="988479" y="331874"/>
                </a:lnTo>
                <a:lnTo>
                  <a:pt x="988439" y="347133"/>
                </a:lnTo>
                <a:lnTo>
                  <a:pt x="974484" y="364890"/>
                </a:lnTo>
                <a:lnTo>
                  <a:pt x="948557" y="348271"/>
                </a:lnTo>
                <a:lnTo>
                  <a:pt x="914930" y="350595"/>
                </a:lnTo>
                <a:lnTo>
                  <a:pt x="954736" y="360291"/>
                </a:lnTo>
                <a:lnTo>
                  <a:pt x="959951" y="382837"/>
                </a:lnTo>
                <a:lnTo>
                  <a:pt x="937405" y="405465"/>
                </a:lnTo>
                <a:lnTo>
                  <a:pt x="885140" y="415310"/>
                </a:lnTo>
                <a:lnTo>
                  <a:pt x="866341" y="438044"/>
                </a:lnTo>
                <a:lnTo>
                  <a:pt x="836051" y="428269"/>
                </a:lnTo>
                <a:lnTo>
                  <a:pt x="850250" y="438677"/>
                </a:lnTo>
                <a:lnTo>
                  <a:pt x="835117" y="452676"/>
                </a:lnTo>
                <a:lnTo>
                  <a:pt x="850909" y="460871"/>
                </a:lnTo>
                <a:lnTo>
                  <a:pt x="839435" y="492289"/>
                </a:lnTo>
                <a:lnTo>
                  <a:pt x="827371" y="484635"/>
                </a:lnTo>
                <a:lnTo>
                  <a:pt x="788146" y="512428"/>
                </a:lnTo>
                <a:lnTo>
                  <a:pt x="765712" y="493999"/>
                </a:lnTo>
                <a:lnTo>
                  <a:pt x="716721" y="491380"/>
                </a:lnTo>
                <a:lnTo>
                  <a:pt x="653688" y="556167"/>
                </a:lnTo>
                <a:lnTo>
                  <a:pt x="670953" y="598487"/>
                </a:lnTo>
                <a:lnTo>
                  <a:pt x="636863" y="671687"/>
                </a:lnTo>
                <a:lnTo>
                  <a:pt x="596691" y="653061"/>
                </a:lnTo>
                <a:lnTo>
                  <a:pt x="588190" y="666461"/>
                </a:lnTo>
                <a:lnTo>
                  <a:pt x="523756" y="669618"/>
                </a:lnTo>
                <a:lnTo>
                  <a:pt x="538181" y="651438"/>
                </a:lnTo>
                <a:lnTo>
                  <a:pt x="522956" y="645320"/>
                </a:lnTo>
                <a:lnTo>
                  <a:pt x="521525" y="629671"/>
                </a:lnTo>
                <a:lnTo>
                  <a:pt x="480510" y="612229"/>
                </a:lnTo>
                <a:lnTo>
                  <a:pt x="508955" y="648116"/>
                </a:lnTo>
                <a:lnTo>
                  <a:pt x="504918" y="662462"/>
                </a:lnTo>
                <a:lnTo>
                  <a:pt x="486880" y="666198"/>
                </a:lnTo>
                <a:lnTo>
                  <a:pt x="456322" y="657725"/>
                </a:lnTo>
                <a:lnTo>
                  <a:pt x="477408" y="666745"/>
                </a:lnTo>
                <a:lnTo>
                  <a:pt x="461059" y="680507"/>
                </a:lnTo>
                <a:lnTo>
                  <a:pt x="499749" y="682214"/>
                </a:lnTo>
                <a:lnTo>
                  <a:pt x="496411" y="707049"/>
                </a:lnTo>
                <a:lnTo>
                  <a:pt x="480699" y="710247"/>
                </a:lnTo>
                <a:lnTo>
                  <a:pt x="540491" y="740789"/>
                </a:lnTo>
                <a:lnTo>
                  <a:pt x="586864" y="719300"/>
                </a:lnTo>
                <a:lnTo>
                  <a:pt x="604082" y="724858"/>
                </a:lnTo>
                <a:lnTo>
                  <a:pt x="659089" y="780780"/>
                </a:lnTo>
                <a:lnTo>
                  <a:pt x="661865" y="810349"/>
                </a:lnTo>
                <a:lnTo>
                  <a:pt x="0" y="535818"/>
                </a:lnTo>
                <a:lnTo>
                  <a:pt x="0" y="53581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map-line"/>
          <p:cNvSpPr/>
          <p:nvPr/>
        </p:nvSpPr>
        <p:spPr>
          <a:xfrm>
            <a:off x="5745538" y="2238571"/>
            <a:ext cx="10999" cy="2069"/>
          </a:xfrm>
          <a:custGeom>
            <a:avLst/>
            <a:gdLst/>
            <a:ahLst/>
            <a:cxnLst/>
            <a:rect l="0" t="0" r="r" b="b"/>
            <a:pathLst>
              <a:path w="10999" h="2069">
                <a:moveTo>
                  <a:pt x="0" y="0"/>
                </a:moveTo>
                <a:lnTo>
                  <a:pt x="10999" y="2069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p-line"/>
          <p:cNvSpPr/>
          <p:nvPr/>
        </p:nvSpPr>
        <p:spPr>
          <a:xfrm>
            <a:off x="4431556" y="3359419"/>
            <a:ext cx="99667" cy="95170"/>
          </a:xfrm>
          <a:custGeom>
            <a:avLst/>
            <a:gdLst/>
            <a:ahLst/>
            <a:cxnLst/>
            <a:rect l="0" t="0" r="r" b="b"/>
            <a:pathLst>
              <a:path w="99667" h="95170">
                <a:moveTo>
                  <a:pt x="67399" y="0"/>
                </a:moveTo>
                <a:lnTo>
                  <a:pt x="99667" y="36083"/>
                </a:lnTo>
                <a:lnTo>
                  <a:pt x="90884" y="58593"/>
                </a:lnTo>
                <a:lnTo>
                  <a:pt x="11170" y="95170"/>
                </a:lnTo>
                <a:lnTo>
                  <a:pt x="0" y="48549"/>
                </a:lnTo>
                <a:lnTo>
                  <a:pt x="67399" y="0"/>
                </a:lnTo>
                <a:lnTo>
                  <a:pt x="6739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ap-line"/>
          <p:cNvSpPr/>
          <p:nvPr/>
        </p:nvSpPr>
        <p:spPr>
          <a:xfrm>
            <a:off x="4531863" y="2506896"/>
            <a:ext cx="128970" cy="160770"/>
          </a:xfrm>
          <a:custGeom>
            <a:avLst/>
            <a:gdLst/>
            <a:ahLst/>
            <a:cxnLst/>
            <a:rect l="0" t="0" r="r" b="b"/>
            <a:pathLst>
              <a:path w="128970" h="160770">
                <a:moveTo>
                  <a:pt x="0" y="123564"/>
                </a:moveTo>
                <a:lnTo>
                  <a:pt x="10743" y="67265"/>
                </a:lnTo>
                <a:lnTo>
                  <a:pt x="35660" y="32712"/>
                </a:lnTo>
                <a:lnTo>
                  <a:pt x="111193" y="0"/>
                </a:lnTo>
                <a:lnTo>
                  <a:pt x="128970" y="37928"/>
                </a:lnTo>
                <a:lnTo>
                  <a:pt x="113470" y="136918"/>
                </a:lnTo>
                <a:lnTo>
                  <a:pt x="89699" y="160770"/>
                </a:lnTo>
                <a:lnTo>
                  <a:pt x="0" y="123564"/>
                </a:lnTo>
                <a:lnTo>
                  <a:pt x="0" y="12356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p-line"/>
          <p:cNvSpPr/>
          <p:nvPr/>
        </p:nvSpPr>
        <p:spPr>
          <a:xfrm>
            <a:off x="5884711" y="2548373"/>
            <a:ext cx="10505" cy="19803"/>
          </a:xfrm>
          <a:custGeom>
            <a:avLst/>
            <a:gdLst/>
            <a:ahLst/>
            <a:cxnLst/>
            <a:rect l="0" t="0" r="r" b="b"/>
            <a:pathLst>
              <a:path w="10505" h="19803">
                <a:moveTo>
                  <a:pt x="2829" y="0"/>
                </a:moveTo>
                <a:lnTo>
                  <a:pt x="10505" y="5874"/>
                </a:lnTo>
                <a:lnTo>
                  <a:pt x="0" y="19803"/>
                </a:lnTo>
                <a:lnTo>
                  <a:pt x="2829" y="0"/>
                </a:lnTo>
                <a:lnTo>
                  <a:pt x="282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map-line"/>
          <p:cNvSpPr/>
          <p:nvPr/>
        </p:nvSpPr>
        <p:spPr>
          <a:xfrm>
            <a:off x="4265193" y="2806399"/>
            <a:ext cx="1796301" cy="1593152"/>
          </a:xfrm>
          <a:custGeom>
            <a:avLst/>
            <a:gdLst/>
            <a:ahLst/>
            <a:cxnLst/>
            <a:rect l="0" t="0" r="r" b="b"/>
            <a:pathLst>
              <a:path w="1796301" h="1593152">
                <a:moveTo>
                  <a:pt x="0" y="949441"/>
                </a:moveTo>
                <a:lnTo>
                  <a:pt x="50258" y="877004"/>
                </a:lnTo>
                <a:lnTo>
                  <a:pt x="48494" y="855105"/>
                </a:lnTo>
                <a:lnTo>
                  <a:pt x="109698" y="833713"/>
                </a:lnTo>
                <a:lnTo>
                  <a:pt x="137243" y="785318"/>
                </a:lnTo>
                <a:lnTo>
                  <a:pt x="197357" y="728758"/>
                </a:lnTo>
                <a:lnTo>
                  <a:pt x="187899" y="651125"/>
                </a:lnTo>
                <a:lnTo>
                  <a:pt x="239026" y="648555"/>
                </a:lnTo>
                <a:lnTo>
                  <a:pt x="286290" y="675882"/>
                </a:lnTo>
                <a:lnTo>
                  <a:pt x="350260" y="630143"/>
                </a:lnTo>
                <a:lnTo>
                  <a:pt x="405561" y="643713"/>
                </a:lnTo>
                <a:lnTo>
                  <a:pt x="423061" y="596635"/>
                </a:lnTo>
                <a:lnTo>
                  <a:pt x="444966" y="587895"/>
                </a:lnTo>
                <a:lnTo>
                  <a:pt x="420930" y="587626"/>
                </a:lnTo>
                <a:lnTo>
                  <a:pt x="418713" y="571850"/>
                </a:lnTo>
                <a:lnTo>
                  <a:pt x="437024" y="575117"/>
                </a:lnTo>
                <a:lnTo>
                  <a:pt x="416861" y="567045"/>
                </a:lnTo>
                <a:lnTo>
                  <a:pt x="408951" y="539069"/>
                </a:lnTo>
                <a:lnTo>
                  <a:pt x="417949" y="530247"/>
                </a:lnTo>
                <a:lnTo>
                  <a:pt x="313006" y="511824"/>
                </a:lnTo>
                <a:lnTo>
                  <a:pt x="294381" y="534914"/>
                </a:lnTo>
                <a:lnTo>
                  <a:pt x="285311" y="496633"/>
                </a:lnTo>
                <a:lnTo>
                  <a:pt x="223118" y="468294"/>
                </a:lnTo>
                <a:lnTo>
                  <a:pt x="320056" y="356428"/>
                </a:lnTo>
                <a:lnTo>
                  <a:pt x="366019" y="346307"/>
                </a:lnTo>
                <a:lnTo>
                  <a:pt x="366371" y="325646"/>
                </a:lnTo>
                <a:lnTo>
                  <a:pt x="346258" y="331570"/>
                </a:lnTo>
                <a:lnTo>
                  <a:pt x="349717" y="339415"/>
                </a:lnTo>
                <a:lnTo>
                  <a:pt x="343347" y="328170"/>
                </a:lnTo>
                <a:lnTo>
                  <a:pt x="378528" y="298903"/>
                </a:lnTo>
                <a:lnTo>
                  <a:pt x="425455" y="192020"/>
                </a:lnTo>
                <a:lnTo>
                  <a:pt x="424169" y="204891"/>
                </a:lnTo>
                <a:lnTo>
                  <a:pt x="451687" y="184354"/>
                </a:lnTo>
                <a:lnTo>
                  <a:pt x="444531" y="170093"/>
                </a:lnTo>
                <a:lnTo>
                  <a:pt x="426729" y="187852"/>
                </a:lnTo>
                <a:lnTo>
                  <a:pt x="435213" y="166908"/>
                </a:lnTo>
                <a:lnTo>
                  <a:pt x="457853" y="169531"/>
                </a:lnTo>
                <a:lnTo>
                  <a:pt x="487977" y="148106"/>
                </a:lnTo>
                <a:lnTo>
                  <a:pt x="586328" y="44890"/>
                </a:lnTo>
                <a:lnTo>
                  <a:pt x="609065" y="33349"/>
                </a:lnTo>
                <a:lnTo>
                  <a:pt x="588787" y="53685"/>
                </a:lnTo>
                <a:lnTo>
                  <a:pt x="603148" y="59441"/>
                </a:lnTo>
                <a:lnTo>
                  <a:pt x="622993" y="25259"/>
                </a:lnTo>
                <a:lnTo>
                  <a:pt x="687319" y="1572"/>
                </a:lnTo>
                <a:lnTo>
                  <a:pt x="658128" y="17221"/>
                </a:lnTo>
                <a:lnTo>
                  <a:pt x="676971" y="16735"/>
                </a:lnTo>
                <a:lnTo>
                  <a:pt x="690842" y="0"/>
                </a:lnTo>
                <a:lnTo>
                  <a:pt x="1352493" y="274441"/>
                </a:lnTo>
                <a:lnTo>
                  <a:pt x="1378073" y="329509"/>
                </a:lnTo>
                <a:lnTo>
                  <a:pt x="1388476" y="413009"/>
                </a:lnTo>
                <a:lnTo>
                  <a:pt x="1375762" y="393617"/>
                </a:lnTo>
                <a:lnTo>
                  <a:pt x="1366183" y="432939"/>
                </a:lnTo>
                <a:lnTo>
                  <a:pt x="1334753" y="472250"/>
                </a:lnTo>
                <a:lnTo>
                  <a:pt x="1309338" y="479020"/>
                </a:lnTo>
                <a:lnTo>
                  <a:pt x="1295160" y="468727"/>
                </a:lnTo>
                <a:lnTo>
                  <a:pt x="1253092" y="492011"/>
                </a:lnTo>
                <a:lnTo>
                  <a:pt x="1236539" y="538667"/>
                </a:lnTo>
                <a:lnTo>
                  <a:pt x="1253702" y="526078"/>
                </a:lnTo>
                <a:lnTo>
                  <a:pt x="1259861" y="493315"/>
                </a:lnTo>
                <a:lnTo>
                  <a:pt x="1305876" y="485375"/>
                </a:lnTo>
                <a:lnTo>
                  <a:pt x="1310061" y="495467"/>
                </a:lnTo>
                <a:lnTo>
                  <a:pt x="1278548" y="530930"/>
                </a:lnTo>
                <a:lnTo>
                  <a:pt x="1281593" y="548976"/>
                </a:lnTo>
                <a:lnTo>
                  <a:pt x="1243064" y="564466"/>
                </a:lnTo>
                <a:lnTo>
                  <a:pt x="1259687" y="601534"/>
                </a:lnTo>
                <a:lnTo>
                  <a:pt x="1231223" y="699753"/>
                </a:lnTo>
                <a:lnTo>
                  <a:pt x="1262718" y="603279"/>
                </a:lnTo>
                <a:lnTo>
                  <a:pt x="1251598" y="565400"/>
                </a:lnTo>
                <a:lnTo>
                  <a:pt x="1298043" y="557897"/>
                </a:lnTo>
                <a:lnTo>
                  <a:pt x="1315298" y="593419"/>
                </a:lnTo>
                <a:lnTo>
                  <a:pt x="1302056" y="556846"/>
                </a:lnTo>
                <a:lnTo>
                  <a:pt x="1332088" y="544594"/>
                </a:lnTo>
                <a:lnTo>
                  <a:pt x="1316759" y="486869"/>
                </a:lnTo>
                <a:lnTo>
                  <a:pt x="1324160" y="476944"/>
                </a:lnTo>
                <a:lnTo>
                  <a:pt x="1366911" y="505715"/>
                </a:lnTo>
                <a:lnTo>
                  <a:pt x="1407665" y="499544"/>
                </a:lnTo>
                <a:lnTo>
                  <a:pt x="1441357" y="469461"/>
                </a:lnTo>
                <a:lnTo>
                  <a:pt x="1429605" y="473827"/>
                </a:lnTo>
                <a:lnTo>
                  <a:pt x="1419583" y="451086"/>
                </a:lnTo>
                <a:lnTo>
                  <a:pt x="1404890" y="449842"/>
                </a:lnTo>
                <a:lnTo>
                  <a:pt x="1483416" y="452370"/>
                </a:lnTo>
                <a:lnTo>
                  <a:pt x="1473960" y="457447"/>
                </a:lnTo>
                <a:lnTo>
                  <a:pt x="1487171" y="472269"/>
                </a:lnTo>
                <a:lnTo>
                  <a:pt x="1500087" y="455193"/>
                </a:lnTo>
                <a:lnTo>
                  <a:pt x="1490970" y="450857"/>
                </a:lnTo>
                <a:lnTo>
                  <a:pt x="1555546" y="468459"/>
                </a:lnTo>
                <a:lnTo>
                  <a:pt x="1544763" y="477539"/>
                </a:lnTo>
                <a:lnTo>
                  <a:pt x="1561643" y="476273"/>
                </a:lnTo>
                <a:lnTo>
                  <a:pt x="1547774" y="485798"/>
                </a:lnTo>
                <a:lnTo>
                  <a:pt x="1552285" y="511340"/>
                </a:lnTo>
                <a:lnTo>
                  <a:pt x="1566182" y="477725"/>
                </a:lnTo>
                <a:lnTo>
                  <a:pt x="1589241" y="498247"/>
                </a:lnTo>
                <a:lnTo>
                  <a:pt x="1597019" y="492316"/>
                </a:lnTo>
                <a:lnTo>
                  <a:pt x="1593281" y="478120"/>
                </a:lnTo>
                <a:lnTo>
                  <a:pt x="1564081" y="470914"/>
                </a:lnTo>
                <a:lnTo>
                  <a:pt x="1618052" y="473792"/>
                </a:lnTo>
                <a:lnTo>
                  <a:pt x="1598808" y="479645"/>
                </a:lnTo>
                <a:lnTo>
                  <a:pt x="1606640" y="486554"/>
                </a:lnTo>
                <a:lnTo>
                  <a:pt x="1657765" y="456385"/>
                </a:lnTo>
                <a:lnTo>
                  <a:pt x="1683334" y="479731"/>
                </a:lnTo>
                <a:lnTo>
                  <a:pt x="1735121" y="469993"/>
                </a:lnTo>
                <a:lnTo>
                  <a:pt x="1766807" y="503036"/>
                </a:lnTo>
                <a:lnTo>
                  <a:pt x="1766128" y="527514"/>
                </a:lnTo>
                <a:lnTo>
                  <a:pt x="1796301" y="542965"/>
                </a:lnTo>
                <a:lnTo>
                  <a:pt x="1718345" y="604558"/>
                </a:lnTo>
                <a:lnTo>
                  <a:pt x="1684884" y="659705"/>
                </a:lnTo>
                <a:lnTo>
                  <a:pt x="1651065" y="630071"/>
                </a:lnTo>
                <a:lnTo>
                  <a:pt x="1659245" y="658831"/>
                </a:lnTo>
                <a:lnTo>
                  <a:pt x="1625411" y="661369"/>
                </a:lnTo>
                <a:lnTo>
                  <a:pt x="1656079" y="681718"/>
                </a:lnTo>
                <a:lnTo>
                  <a:pt x="1684550" y="665868"/>
                </a:lnTo>
                <a:lnTo>
                  <a:pt x="1669642" y="713051"/>
                </a:lnTo>
                <a:lnTo>
                  <a:pt x="1691975" y="759861"/>
                </a:lnTo>
                <a:lnTo>
                  <a:pt x="1695549" y="854680"/>
                </a:lnTo>
                <a:lnTo>
                  <a:pt x="1691021" y="843880"/>
                </a:lnTo>
                <a:lnTo>
                  <a:pt x="1678123" y="850641"/>
                </a:lnTo>
                <a:lnTo>
                  <a:pt x="1697762" y="863122"/>
                </a:lnTo>
                <a:lnTo>
                  <a:pt x="1700720" y="909678"/>
                </a:lnTo>
                <a:lnTo>
                  <a:pt x="1682935" y="916669"/>
                </a:lnTo>
                <a:lnTo>
                  <a:pt x="1704240" y="915191"/>
                </a:lnTo>
                <a:lnTo>
                  <a:pt x="1706697" y="939582"/>
                </a:lnTo>
                <a:lnTo>
                  <a:pt x="1654411" y="928304"/>
                </a:lnTo>
                <a:lnTo>
                  <a:pt x="1648024" y="946535"/>
                </a:lnTo>
                <a:lnTo>
                  <a:pt x="1586342" y="917070"/>
                </a:lnTo>
                <a:lnTo>
                  <a:pt x="1579216" y="933299"/>
                </a:lnTo>
                <a:lnTo>
                  <a:pt x="1556448" y="939088"/>
                </a:lnTo>
                <a:lnTo>
                  <a:pt x="1555976" y="1019644"/>
                </a:lnTo>
                <a:lnTo>
                  <a:pt x="1501159" y="1067183"/>
                </a:lnTo>
                <a:lnTo>
                  <a:pt x="1502237" y="1123620"/>
                </a:lnTo>
                <a:lnTo>
                  <a:pt x="1481689" y="1138263"/>
                </a:lnTo>
                <a:lnTo>
                  <a:pt x="1485420" y="1175921"/>
                </a:lnTo>
                <a:lnTo>
                  <a:pt x="1455645" y="1215689"/>
                </a:lnTo>
                <a:lnTo>
                  <a:pt x="1400312" y="1212145"/>
                </a:lnTo>
                <a:lnTo>
                  <a:pt x="1385853" y="1194364"/>
                </a:lnTo>
                <a:lnTo>
                  <a:pt x="1376514" y="1212048"/>
                </a:lnTo>
                <a:lnTo>
                  <a:pt x="1294955" y="1232914"/>
                </a:lnTo>
                <a:lnTo>
                  <a:pt x="1290604" y="1250037"/>
                </a:lnTo>
                <a:lnTo>
                  <a:pt x="1248986" y="1269597"/>
                </a:lnTo>
                <a:lnTo>
                  <a:pt x="1207532" y="1133494"/>
                </a:lnTo>
                <a:lnTo>
                  <a:pt x="1151326" y="1122574"/>
                </a:lnTo>
                <a:lnTo>
                  <a:pt x="1117670" y="1148823"/>
                </a:lnTo>
                <a:lnTo>
                  <a:pt x="1056714" y="1144936"/>
                </a:lnTo>
                <a:lnTo>
                  <a:pt x="1040442" y="1160768"/>
                </a:lnTo>
                <a:lnTo>
                  <a:pt x="1041267" y="1180054"/>
                </a:lnTo>
                <a:lnTo>
                  <a:pt x="1019253" y="1195591"/>
                </a:lnTo>
                <a:lnTo>
                  <a:pt x="954735" y="1198940"/>
                </a:lnTo>
                <a:lnTo>
                  <a:pt x="949853" y="1236676"/>
                </a:lnTo>
                <a:lnTo>
                  <a:pt x="910142" y="1270408"/>
                </a:lnTo>
                <a:lnTo>
                  <a:pt x="904879" y="1296066"/>
                </a:lnTo>
                <a:lnTo>
                  <a:pt x="866162" y="1287462"/>
                </a:lnTo>
                <a:lnTo>
                  <a:pt x="850445" y="1307752"/>
                </a:lnTo>
                <a:lnTo>
                  <a:pt x="832580" y="1304571"/>
                </a:lnTo>
                <a:lnTo>
                  <a:pt x="823228" y="1320538"/>
                </a:lnTo>
                <a:lnTo>
                  <a:pt x="845165" y="1336917"/>
                </a:lnTo>
                <a:lnTo>
                  <a:pt x="840142" y="1346626"/>
                </a:lnTo>
                <a:lnTo>
                  <a:pt x="771087" y="1364492"/>
                </a:lnTo>
                <a:lnTo>
                  <a:pt x="766794" y="1391964"/>
                </a:lnTo>
                <a:lnTo>
                  <a:pt x="740266" y="1408503"/>
                </a:lnTo>
                <a:lnTo>
                  <a:pt x="749144" y="1430544"/>
                </a:lnTo>
                <a:lnTo>
                  <a:pt x="741032" y="1446977"/>
                </a:lnTo>
                <a:lnTo>
                  <a:pt x="759177" y="1467712"/>
                </a:lnTo>
                <a:lnTo>
                  <a:pt x="743499" y="1486471"/>
                </a:lnTo>
                <a:lnTo>
                  <a:pt x="722248" y="1488394"/>
                </a:lnTo>
                <a:lnTo>
                  <a:pt x="674778" y="1525982"/>
                </a:lnTo>
                <a:lnTo>
                  <a:pt x="644628" y="1514388"/>
                </a:lnTo>
                <a:lnTo>
                  <a:pt x="603673" y="1522822"/>
                </a:lnTo>
                <a:lnTo>
                  <a:pt x="563062" y="1566292"/>
                </a:lnTo>
                <a:lnTo>
                  <a:pt x="489135" y="1555186"/>
                </a:lnTo>
                <a:lnTo>
                  <a:pt x="401098" y="1593152"/>
                </a:lnTo>
                <a:lnTo>
                  <a:pt x="350371" y="1521824"/>
                </a:lnTo>
                <a:lnTo>
                  <a:pt x="276721" y="1541377"/>
                </a:lnTo>
                <a:lnTo>
                  <a:pt x="254863" y="1470165"/>
                </a:lnTo>
                <a:lnTo>
                  <a:pt x="223619" y="1453037"/>
                </a:lnTo>
                <a:lnTo>
                  <a:pt x="139858" y="1469991"/>
                </a:lnTo>
                <a:lnTo>
                  <a:pt x="117147" y="1448636"/>
                </a:lnTo>
                <a:lnTo>
                  <a:pt x="93253" y="1446023"/>
                </a:lnTo>
                <a:lnTo>
                  <a:pt x="76658" y="1420653"/>
                </a:lnTo>
                <a:lnTo>
                  <a:pt x="94900" y="1387678"/>
                </a:lnTo>
                <a:lnTo>
                  <a:pt x="62413" y="1385017"/>
                </a:lnTo>
                <a:lnTo>
                  <a:pt x="49193" y="1339538"/>
                </a:lnTo>
                <a:lnTo>
                  <a:pt x="96814" y="1255399"/>
                </a:lnTo>
                <a:lnTo>
                  <a:pt x="90262" y="1243790"/>
                </a:lnTo>
                <a:lnTo>
                  <a:pt x="137077" y="1179250"/>
                </a:lnTo>
                <a:lnTo>
                  <a:pt x="138861" y="1144521"/>
                </a:lnTo>
                <a:lnTo>
                  <a:pt x="194886" y="1102320"/>
                </a:lnTo>
                <a:lnTo>
                  <a:pt x="194958" y="1089765"/>
                </a:lnTo>
                <a:lnTo>
                  <a:pt x="166421" y="1051286"/>
                </a:lnTo>
                <a:lnTo>
                  <a:pt x="132900" y="1036782"/>
                </a:lnTo>
                <a:lnTo>
                  <a:pt x="133237" y="1015664"/>
                </a:lnTo>
                <a:lnTo>
                  <a:pt x="100802" y="1017835"/>
                </a:lnTo>
                <a:lnTo>
                  <a:pt x="84817" y="1007561"/>
                </a:lnTo>
                <a:lnTo>
                  <a:pt x="83576" y="983824"/>
                </a:lnTo>
                <a:lnTo>
                  <a:pt x="34731" y="981260"/>
                </a:lnTo>
                <a:lnTo>
                  <a:pt x="0" y="949441"/>
                </a:lnTo>
                <a:lnTo>
                  <a:pt x="0" y="94944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p-line"/>
          <p:cNvSpPr/>
          <p:nvPr/>
        </p:nvSpPr>
        <p:spPr>
          <a:xfrm>
            <a:off x="4643181" y="2388344"/>
            <a:ext cx="9822" cy="11193"/>
          </a:xfrm>
          <a:custGeom>
            <a:avLst/>
            <a:gdLst/>
            <a:ahLst/>
            <a:cxnLst/>
            <a:rect l="0" t="0" r="r" b="b"/>
            <a:pathLst>
              <a:path w="9822" h="11193">
                <a:moveTo>
                  <a:pt x="9822" y="0"/>
                </a:moveTo>
                <a:lnTo>
                  <a:pt x="0" y="11193"/>
                </a:lnTo>
                <a:lnTo>
                  <a:pt x="9822" y="0"/>
                </a:lnTo>
                <a:lnTo>
                  <a:pt x="982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ap-line"/>
          <p:cNvSpPr/>
          <p:nvPr/>
        </p:nvSpPr>
        <p:spPr>
          <a:xfrm>
            <a:off x="4531907" y="2630478"/>
            <a:ext cx="100989" cy="119662"/>
          </a:xfrm>
          <a:custGeom>
            <a:avLst/>
            <a:gdLst/>
            <a:ahLst/>
            <a:cxnLst/>
            <a:rect l="0" t="0" r="r" b="b"/>
            <a:pathLst>
              <a:path w="100989" h="119662">
                <a:moveTo>
                  <a:pt x="89587" y="37159"/>
                </a:moveTo>
                <a:lnTo>
                  <a:pt x="100989" y="64438"/>
                </a:lnTo>
                <a:lnTo>
                  <a:pt x="90928" y="119662"/>
                </a:lnTo>
                <a:lnTo>
                  <a:pt x="48530" y="112744"/>
                </a:lnTo>
                <a:lnTo>
                  <a:pt x="22925" y="82494"/>
                </a:lnTo>
                <a:lnTo>
                  <a:pt x="0" y="0"/>
                </a:lnTo>
                <a:lnTo>
                  <a:pt x="89587" y="37159"/>
                </a:lnTo>
                <a:lnTo>
                  <a:pt x="89587" y="3715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p-line"/>
          <p:cNvSpPr/>
          <p:nvPr/>
        </p:nvSpPr>
        <p:spPr>
          <a:xfrm>
            <a:off x="4533574" y="3320074"/>
            <a:ext cx="12558" cy="22317"/>
          </a:xfrm>
          <a:custGeom>
            <a:avLst/>
            <a:gdLst/>
            <a:ahLst/>
            <a:cxnLst/>
            <a:rect l="0" t="0" r="r" b="b"/>
            <a:pathLst>
              <a:path w="12558" h="22317">
                <a:moveTo>
                  <a:pt x="0" y="8457"/>
                </a:moveTo>
                <a:lnTo>
                  <a:pt x="5041" y="0"/>
                </a:lnTo>
                <a:lnTo>
                  <a:pt x="12558" y="17749"/>
                </a:lnTo>
                <a:lnTo>
                  <a:pt x="1503" y="22317"/>
                </a:lnTo>
                <a:lnTo>
                  <a:pt x="0" y="8457"/>
                </a:lnTo>
                <a:lnTo>
                  <a:pt x="0" y="845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map-line"/>
          <p:cNvSpPr/>
          <p:nvPr/>
        </p:nvSpPr>
        <p:spPr>
          <a:xfrm>
            <a:off x="4239955" y="3825800"/>
            <a:ext cx="95524" cy="70880"/>
          </a:xfrm>
          <a:custGeom>
            <a:avLst/>
            <a:gdLst/>
            <a:ahLst/>
            <a:cxnLst/>
            <a:rect l="0" t="0" r="r" b="b"/>
            <a:pathLst>
              <a:path w="95524" h="70880">
                <a:moveTo>
                  <a:pt x="79762" y="51789"/>
                </a:moveTo>
                <a:lnTo>
                  <a:pt x="95524" y="70880"/>
                </a:lnTo>
                <a:lnTo>
                  <a:pt x="82114" y="56339"/>
                </a:lnTo>
                <a:lnTo>
                  <a:pt x="55788" y="63096"/>
                </a:lnTo>
                <a:lnTo>
                  <a:pt x="3193" y="26562"/>
                </a:lnTo>
                <a:lnTo>
                  <a:pt x="0" y="0"/>
                </a:lnTo>
                <a:lnTo>
                  <a:pt x="79762" y="51789"/>
                </a:lnTo>
                <a:lnTo>
                  <a:pt x="79762" y="5178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p-line"/>
          <p:cNvSpPr/>
          <p:nvPr/>
        </p:nvSpPr>
        <p:spPr>
          <a:xfrm>
            <a:off x="4234171" y="3807265"/>
            <a:ext cx="30496" cy="33568"/>
          </a:xfrm>
          <a:custGeom>
            <a:avLst/>
            <a:gdLst/>
            <a:ahLst/>
            <a:cxnLst/>
            <a:rect l="0" t="0" r="r" b="b"/>
            <a:pathLst>
              <a:path w="30496" h="33568">
                <a:moveTo>
                  <a:pt x="15364" y="3119"/>
                </a:moveTo>
                <a:lnTo>
                  <a:pt x="30496" y="16245"/>
                </a:lnTo>
                <a:lnTo>
                  <a:pt x="26687" y="33568"/>
                </a:lnTo>
                <a:lnTo>
                  <a:pt x="1332" y="11930"/>
                </a:lnTo>
                <a:lnTo>
                  <a:pt x="0" y="0"/>
                </a:lnTo>
                <a:lnTo>
                  <a:pt x="15364" y="3119"/>
                </a:lnTo>
                <a:lnTo>
                  <a:pt x="15364" y="311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ap-line"/>
          <p:cNvSpPr/>
          <p:nvPr/>
        </p:nvSpPr>
        <p:spPr>
          <a:xfrm>
            <a:off x="2200742" y="4516051"/>
            <a:ext cx="35554" cy="10209"/>
          </a:xfrm>
          <a:custGeom>
            <a:avLst/>
            <a:gdLst/>
            <a:ahLst/>
            <a:cxnLst/>
            <a:rect l="0" t="0" r="r" b="b"/>
            <a:pathLst>
              <a:path w="35554" h="10209">
                <a:moveTo>
                  <a:pt x="0" y="10209"/>
                </a:moveTo>
                <a:lnTo>
                  <a:pt x="35554" y="0"/>
                </a:lnTo>
                <a:lnTo>
                  <a:pt x="0" y="10209"/>
                </a:lnTo>
                <a:lnTo>
                  <a:pt x="0" y="1020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p-line"/>
          <p:cNvSpPr/>
          <p:nvPr/>
        </p:nvSpPr>
        <p:spPr>
          <a:xfrm>
            <a:off x="1119060" y="3758577"/>
            <a:ext cx="3474958" cy="3849008"/>
          </a:xfrm>
          <a:custGeom>
            <a:avLst/>
            <a:gdLst/>
            <a:ahLst/>
            <a:cxnLst/>
            <a:rect l="0" t="0" r="r" b="b"/>
            <a:pathLst>
              <a:path w="3474958" h="3849008">
                <a:moveTo>
                  <a:pt x="212888" y="959098"/>
                </a:moveTo>
                <a:lnTo>
                  <a:pt x="276116" y="976813"/>
                </a:lnTo>
                <a:lnTo>
                  <a:pt x="304424" y="956441"/>
                </a:lnTo>
                <a:lnTo>
                  <a:pt x="291059" y="922340"/>
                </a:lnTo>
                <a:lnTo>
                  <a:pt x="310013" y="937407"/>
                </a:lnTo>
                <a:lnTo>
                  <a:pt x="336753" y="982028"/>
                </a:lnTo>
                <a:lnTo>
                  <a:pt x="325840" y="1012611"/>
                </a:lnTo>
                <a:lnTo>
                  <a:pt x="349517" y="1027419"/>
                </a:lnTo>
                <a:lnTo>
                  <a:pt x="359125" y="1067522"/>
                </a:lnTo>
                <a:lnTo>
                  <a:pt x="362073" y="1091984"/>
                </a:lnTo>
                <a:lnTo>
                  <a:pt x="345410" y="1120625"/>
                </a:lnTo>
                <a:lnTo>
                  <a:pt x="365650" y="1144652"/>
                </a:lnTo>
                <a:lnTo>
                  <a:pt x="408940" y="1147420"/>
                </a:lnTo>
                <a:lnTo>
                  <a:pt x="366422" y="1141784"/>
                </a:lnTo>
                <a:lnTo>
                  <a:pt x="348415" y="1119906"/>
                </a:lnTo>
                <a:lnTo>
                  <a:pt x="364687" y="1089014"/>
                </a:lnTo>
                <a:lnTo>
                  <a:pt x="356237" y="1041465"/>
                </a:lnTo>
                <a:lnTo>
                  <a:pt x="379008" y="1020042"/>
                </a:lnTo>
                <a:lnTo>
                  <a:pt x="364372" y="1021508"/>
                </a:lnTo>
                <a:lnTo>
                  <a:pt x="342309" y="999537"/>
                </a:lnTo>
                <a:lnTo>
                  <a:pt x="373978" y="976219"/>
                </a:lnTo>
                <a:lnTo>
                  <a:pt x="404902" y="970805"/>
                </a:lnTo>
                <a:lnTo>
                  <a:pt x="440270" y="941867"/>
                </a:lnTo>
                <a:lnTo>
                  <a:pt x="608342" y="920885"/>
                </a:lnTo>
                <a:lnTo>
                  <a:pt x="642248" y="928907"/>
                </a:lnTo>
                <a:lnTo>
                  <a:pt x="614417" y="939182"/>
                </a:lnTo>
                <a:lnTo>
                  <a:pt x="621696" y="980611"/>
                </a:lnTo>
                <a:lnTo>
                  <a:pt x="707649" y="1006652"/>
                </a:lnTo>
                <a:lnTo>
                  <a:pt x="756381" y="1007305"/>
                </a:lnTo>
                <a:lnTo>
                  <a:pt x="708008" y="995742"/>
                </a:lnTo>
                <a:lnTo>
                  <a:pt x="781782" y="988689"/>
                </a:lnTo>
                <a:lnTo>
                  <a:pt x="819337" y="968127"/>
                </a:lnTo>
                <a:lnTo>
                  <a:pt x="872853" y="977601"/>
                </a:lnTo>
                <a:lnTo>
                  <a:pt x="849513" y="962920"/>
                </a:lnTo>
                <a:lnTo>
                  <a:pt x="887043" y="960793"/>
                </a:lnTo>
                <a:lnTo>
                  <a:pt x="853346" y="948855"/>
                </a:lnTo>
                <a:lnTo>
                  <a:pt x="898080" y="951210"/>
                </a:lnTo>
                <a:lnTo>
                  <a:pt x="894484" y="905619"/>
                </a:lnTo>
                <a:lnTo>
                  <a:pt x="908739" y="901305"/>
                </a:lnTo>
                <a:lnTo>
                  <a:pt x="871035" y="870545"/>
                </a:lnTo>
                <a:lnTo>
                  <a:pt x="879483" y="861088"/>
                </a:lnTo>
                <a:lnTo>
                  <a:pt x="864499" y="847528"/>
                </a:lnTo>
                <a:lnTo>
                  <a:pt x="871336" y="813659"/>
                </a:lnTo>
                <a:lnTo>
                  <a:pt x="882012" y="830682"/>
                </a:lnTo>
                <a:lnTo>
                  <a:pt x="897667" y="820509"/>
                </a:lnTo>
                <a:lnTo>
                  <a:pt x="883922" y="798647"/>
                </a:lnTo>
                <a:lnTo>
                  <a:pt x="898643" y="809450"/>
                </a:lnTo>
                <a:lnTo>
                  <a:pt x="907982" y="783462"/>
                </a:lnTo>
                <a:lnTo>
                  <a:pt x="950113" y="800589"/>
                </a:lnTo>
                <a:lnTo>
                  <a:pt x="953116" y="785220"/>
                </a:lnTo>
                <a:lnTo>
                  <a:pt x="965858" y="808838"/>
                </a:lnTo>
                <a:lnTo>
                  <a:pt x="991001" y="803724"/>
                </a:lnTo>
                <a:lnTo>
                  <a:pt x="993845" y="824455"/>
                </a:lnTo>
                <a:lnTo>
                  <a:pt x="1003860" y="795927"/>
                </a:lnTo>
                <a:lnTo>
                  <a:pt x="1012260" y="813456"/>
                </a:lnTo>
                <a:lnTo>
                  <a:pt x="1021766" y="785389"/>
                </a:lnTo>
                <a:lnTo>
                  <a:pt x="1033215" y="798246"/>
                </a:lnTo>
                <a:lnTo>
                  <a:pt x="1022133" y="803648"/>
                </a:lnTo>
                <a:lnTo>
                  <a:pt x="1026589" y="816469"/>
                </a:lnTo>
                <a:lnTo>
                  <a:pt x="1038292" y="806431"/>
                </a:lnTo>
                <a:lnTo>
                  <a:pt x="1057527" y="831727"/>
                </a:lnTo>
                <a:lnTo>
                  <a:pt x="1047568" y="807894"/>
                </a:lnTo>
                <a:lnTo>
                  <a:pt x="1063423" y="792177"/>
                </a:lnTo>
                <a:lnTo>
                  <a:pt x="1052654" y="777144"/>
                </a:lnTo>
                <a:lnTo>
                  <a:pt x="1114796" y="762439"/>
                </a:lnTo>
                <a:lnTo>
                  <a:pt x="1122011" y="782780"/>
                </a:lnTo>
                <a:lnTo>
                  <a:pt x="1142313" y="772543"/>
                </a:lnTo>
                <a:lnTo>
                  <a:pt x="1141884" y="789674"/>
                </a:lnTo>
                <a:lnTo>
                  <a:pt x="1184682" y="785003"/>
                </a:lnTo>
                <a:lnTo>
                  <a:pt x="1183780" y="808225"/>
                </a:lnTo>
                <a:lnTo>
                  <a:pt x="1197478" y="792236"/>
                </a:lnTo>
                <a:lnTo>
                  <a:pt x="1226777" y="806194"/>
                </a:lnTo>
                <a:lnTo>
                  <a:pt x="1170025" y="845476"/>
                </a:lnTo>
                <a:lnTo>
                  <a:pt x="1170215" y="868893"/>
                </a:lnTo>
                <a:lnTo>
                  <a:pt x="1237121" y="852007"/>
                </a:lnTo>
                <a:lnTo>
                  <a:pt x="1235942" y="864600"/>
                </a:lnTo>
                <a:lnTo>
                  <a:pt x="1193033" y="870612"/>
                </a:lnTo>
                <a:lnTo>
                  <a:pt x="1166759" y="893215"/>
                </a:lnTo>
                <a:lnTo>
                  <a:pt x="1217391" y="906330"/>
                </a:lnTo>
                <a:lnTo>
                  <a:pt x="1253148" y="893744"/>
                </a:lnTo>
                <a:lnTo>
                  <a:pt x="1275755" y="908842"/>
                </a:lnTo>
                <a:lnTo>
                  <a:pt x="1273268" y="923525"/>
                </a:lnTo>
                <a:lnTo>
                  <a:pt x="1286710" y="923573"/>
                </a:lnTo>
                <a:lnTo>
                  <a:pt x="1276548" y="946996"/>
                </a:lnTo>
                <a:lnTo>
                  <a:pt x="1290349" y="941960"/>
                </a:lnTo>
                <a:lnTo>
                  <a:pt x="1264448" y="964473"/>
                </a:lnTo>
                <a:lnTo>
                  <a:pt x="1180994" y="932716"/>
                </a:lnTo>
                <a:lnTo>
                  <a:pt x="1170565" y="937052"/>
                </a:lnTo>
                <a:lnTo>
                  <a:pt x="1182246" y="952074"/>
                </a:lnTo>
                <a:lnTo>
                  <a:pt x="1217903" y="959768"/>
                </a:lnTo>
                <a:lnTo>
                  <a:pt x="1288510" y="1018602"/>
                </a:lnTo>
                <a:lnTo>
                  <a:pt x="1297413" y="1000792"/>
                </a:lnTo>
                <a:lnTo>
                  <a:pt x="1274217" y="970569"/>
                </a:lnTo>
                <a:lnTo>
                  <a:pt x="1323498" y="1005625"/>
                </a:lnTo>
                <a:lnTo>
                  <a:pt x="1307638" y="1005543"/>
                </a:lnTo>
                <a:lnTo>
                  <a:pt x="1288578" y="1034292"/>
                </a:lnTo>
                <a:lnTo>
                  <a:pt x="1296093" y="1042861"/>
                </a:lnTo>
                <a:lnTo>
                  <a:pt x="1311323" y="1034117"/>
                </a:lnTo>
                <a:lnTo>
                  <a:pt x="1365509" y="1078307"/>
                </a:lnTo>
                <a:lnTo>
                  <a:pt x="1375912" y="1106310"/>
                </a:lnTo>
                <a:lnTo>
                  <a:pt x="1401598" y="1094765"/>
                </a:lnTo>
                <a:lnTo>
                  <a:pt x="1415263" y="1110946"/>
                </a:lnTo>
                <a:lnTo>
                  <a:pt x="1448660" y="1115234"/>
                </a:lnTo>
                <a:lnTo>
                  <a:pt x="1448353" y="1093296"/>
                </a:lnTo>
                <a:lnTo>
                  <a:pt x="1482478" y="1124157"/>
                </a:lnTo>
                <a:lnTo>
                  <a:pt x="1498995" y="1086319"/>
                </a:lnTo>
                <a:lnTo>
                  <a:pt x="1490095" y="1026584"/>
                </a:lnTo>
                <a:lnTo>
                  <a:pt x="1508008" y="1015915"/>
                </a:lnTo>
                <a:lnTo>
                  <a:pt x="1490315" y="1014633"/>
                </a:lnTo>
                <a:lnTo>
                  <a:pt x="1479825" y="973860"/>
                </a:lnTo>
                <a:lnTo>
                  <a:pt x="1476853" y="885840"/>
                </a:lnTo>
                <a:lnTo>
                  <a:pt x="1493203" y="872226"/>
                </a:lnTo>
                <a:lnTo>
                  <a:pt x="1514797" y="877806"/>
                </a:lnTo>
                <a:lnTo>
                  <a:pt x="1492700" y="875736"/>
                </a:lnTo>
                <a:lnTo>
                  <a:pt x="1487840" y="907209"/>
                </a:lnTo>
                <a:lnTo>
                  <a:pt x="1530327" y="931302"/>
                </a:lnTo>
                <a:lnTo>
                  <a:pt x="1586107" y="937615"/>
                </a:lnTo>
                <a:lnTo>
                  <a:pt x="1623313" y="916336"/>
                </a:lnTo>
                <a:lnTo>
                  <a:pt x="1638552" y="936141"/>
                </a:lnTo>
                <a:lnTo>
                  <a:pt x="1627153" y="898108"/>
                </a:lnTo>
                <a:lnTo>
                  <a:pt x="1655267" y="872025"/>
                </a:lnTo>
                <a:lnTo>
                  <a:pt x="1657532" y="851857"/>
                </a:lnTo>
                <a:lnTo>
                  <a:pt x="1704794" y="833874"/>
                </a:lnTo>
                <a:lnTo>
                  <a:pt x="1719220" y="845845"/>
                </a:lnTo>
                <a:lnTo>
                  <a:pt x="1726832" y="831564"/>
                </a:lnTo>
                <a:lnTo>
                  <a:pt x="1780615" y="835639"/>
                </a:lnTo>
                <a:lnTo>
                  <a:pt x="1792180" y="849691"/>
                </a:lnTo>
                <a:lnTo>
                  <a:pt x="1797541" y="838188"/>
                </a:lnTo>
                <a:lnTo>
                  <a:pt x="1794223" y="853751"/>
                </a:lnTo>
                <a:lnTo>
                  <a:pt x="1818746" y="859692"/>
                </a:lnTo>
                <a:lnTo>
                  <a:pt x="1829034" y="846772"/>
                </a:lnTo>
                <a:lnTo>
                  <a:pt x="1804531" y="845446"/>
                </a:lnTo>
                <a:lnTo>
                  <a:pt x="1822105" y="835436"/>
                </a:lnTo>
                <a:lnTo>
                  <a:pt x="1826051" y="821793"/>
                </a:lnTo>
                <a:lnTo>
                  <a:pt x="1811081" y="826087"/>
                </a:lnTo>
                <a:lnTo>
                  <a:pt x="1828554" y="811561"/>
                </a:lnTo>
                <a:lnTo>
                  <a:pt x="1794355" y="818684"/>
                </a:lnTo>
                <a:lnTo>
                  <a:pt x="1789978" y="780645"/>
                </a:lnTo>
                <a:lnTo>
                  <a:pt x="1807559" y="762873"/>
                </a:lnTo>
                <a:lnTo>
                  <a:pt x="1811481" y="776067"/>
                </a:lnTo>
                <a:lnTo>
                  <a:pt x="1817752" y="750052"/>
                </a:lnTo>
                <a:lnTo>
                  <a:pt x="1862039" y="769698"/>
                </a:lnTo>
                <a:lnTo>
                  <a:pt x="1867080" y="749395"/>
                </a:lnTo>
                <a:lnTo>
                  <a:pt x="1899311" y="732956"/>
                </a:lnTo>
                <a:lnTo>
                  <a:pt x="1864509" y="713386"/>
                </a:lnTo>
                <a:lnTo>
                  <a:pt x="1849763" y="683004"/>
                </a:lnTo>
                <a:lnTo>
                  <a:pt x="1817468" y="685444"/>
                </a:lnTo>
                <a:lnTo>
                  <a:pt x="1831873" y="674920"/>
                </a:lnTo>
                <a:lnTo>
                  <a:pt x="1821889" y="634066"/>
                </a:lnTo>
                <a:lnTo>
                  <a:pt x="1836962" y="629162"/>
                </a:lnTo>
                <a:lnTo>
                  <a:pt x="1834250" y="618225"/>
                </a:lnTo>
                <a:lnTo>
                  <a:pt x="1801199" y="636353"/>
                </a:lnTo>
                <a:lnTo>
                  <a:pt x="1806407" y="647248"/>
                </a:lnTo>
                <a:lnTo>
                  <a:pt x="1791310" y="654025"/>
                </a:lnTo>
                <a:lnTo>
                  <a:pt x="1800235" y="657604"/>
                </a:lnTo>
                <a:lnTo>
                  <a:pt x="1776591" y="649011"/>
                </a:lnTo>
                <a:lnTo>
                  <a:pt x="1774505" y="597827"/>
                </a:lnTo>
                <a:lnTo>
                  <a:pt x="1824776" y="564468"/>
                </a:lnTo>
                <a:lnTo>
                  <a:pt x="1841389" y="533717"/>
                </a:lnTo>
                <a:lnTo>
                  <a:pt x="1788396" y="510301"/>
                </a:lnTo>
                <a:lnTo>
                  <a:pt x="1792076" y="501184"/>
                </a:lnTo>
                <a:lnTo>
                  <a:pt x="1882877" y="479866"/>
                </a:lnTo>
                <a:lnTo>
                  <a:pt x="1985481" y="416991"/>
                </a:lnTo>
                <a:lnTo>
                  <a:pt x="2133442" y="364258"/>
                </a:lnTo>
                <a:lnTo>
                  <a:pt x="2066650" y="420008"/>
                </a:lnTo>
                <a:lnTo>
                  <a:pt x="2036857" y="422689"/>
                </a:lnTo>
                <a:lnTo>
                  <a:pt x="2040250" y="467625"/>
                </a:lnTo>
                <a:lnTo>
                  <a:pt x="2015126" y="475060"/>
                </a:lnTo>
                <a:lnTo>
                  <a:pt x="2044108" y="476838"/>
                </a:lnTo>
                <a:lnTo>
                  <a:pt x="2061527" y="442340"/>
                </a:lnTo>
                <a:lnTo>
                  <a:pt x="2141515" y="367098"/>
                </a:lnTo>
                <a:lnTo>
                  <a:pt x="2148480" y="465572"/>
                </a:lnTo>
                <a:lnTo>
                  <a:pt x="2130186" y="440849"/>
                </a:lnTo>
                <a:lnTo>
                  <a:pt x="2135650" y="414165"/>
                </a:lnTo>
                <a:lnTo>
                  <a:pt x="2118559" y="418268"/>
                </a:lnTo>
                <a:lnTo>
                  <a:pt x="2124509" y="436154"/>
                </a:lnTo>
                <a:lnTo>
                  <a:pt x="2104010" y="418924"/>
                </a:lnTo>
                <a:lnTo>
                  <a:pt x="2088924" y="425250"/>
                </a:lnTo>
                <a:lnTo>
                  <a:pt x="2132621" y="461755"/>
                </a:lnTo>
                <a:lnTo>
                  <a:pt x="2116678" y="487534"/>
                </a:lnTo>
                <a:lnTo>
                  <a:pt x="2087866" y="485506"/>
                </a:lnTo>
                <a:lnTo>
                  <a:pt x="2114367" y="495593"/>
                </a:lnTo>
                <a:lnTo>
                  <a:pt x="2106613" y="517844"/>
                </a:lnTo>
                <a:lnTo>
                  <a:pt x="2117420" y="531075"/>
                </a:lnTo>
                <a:lnTo>
                  <a:pt x="2139918" y="516652"/>
                </a:lnTo>
                <a:lnTo>
                  <a:pt x="2161037" y="463557"/>
                </a:lnTo>
                <a:lnTo>
                  <a:pt x="2151614" y="354759"/>
                </a:lnTo>
                <a:lnTo>
                  <a:pt x="2207839" y="311442"/>
                </a:lnTo>
                <a:lnTo>
                  <a:pt x="2280379" y="285883"/>
                </a:lnTo>
                <a:lnTo>
                  <a:pt x="2333472" y="305181"/>
                </a:lnTo>
                <a:lnTo>
                  <a:pt x="2327561" y="333318"/>
                </a:lnTo>
                <a:lnTo>
                  <a:pt x="2298438" y="327795"/>
                </a:lnTo>
                <a:lnTo>
                  <a:pt x="2304115" y="354139"/>
                </a:lnTo>
                <a:lnTo>
                  <a:pt x="2285105" y="361181"/>
                </a:lnTo>
                <a:lnTo>
                  <a:pt x="2300779" y="360306"/>
                </a:lnTo>
                <a:lnTo>
                  <a:pt x="2300823" y="379771"/>
                </a:lnTo>
                <a:lnTo>
                  <a:pt x="2352317" y="335230"/>
                </a:lnTo>
                <a:lnTo>
                  <a:pt x="2367961" y="339073"/>
                </a:lnTo>
                <a:lnTo>
                  <a:pt x="2373223" y="366098"/>
                </a:lnTo>
                <a:lnTo>
                  <a:pt x="2401422" y="327662"/>
                </a:lnTo>
                <a:lnTo>
                  <a:pt x="2416367" y="354691"/>
                </a:lnTo>
                <a:lnTo>
                  <a:pt x="2411542" y="392116"/>
                </a:lnTo>
                <a:lnTo>
                  <a:pt x="2417460" y="343057"/>
                </a:lnTo>
                <a:lnTo>
                  <a:pt x="2428241" y="360357"/>
                </a:lnTo>
                <a:lnTo>
                  <a:pt x="2433872" y="326916"/>
                </a:lnTo>
                <a:lnTo>
                  <a:pt x="2469004" y="314327"/>
                </a:lnTo>
                <a:lnTo>
                  <a:pt x="2529504" y="328789"/>
                </a:lnTo>
                <a:lnTo>
                  <a:pt x="2514168" y="353728"/>
                </a:lnTo>
                <a:lnTo>
                  <a:pt x="2575760" y="340208"/>
                </a:lnTo>
                <a:lnTo>
                  <a:pt x="2669707" y="175437"/>
                </a:lnTo>
                <a:lnTo>
                  <a:pt x="2682954" y="183611"/>
                </a:lnTo>
                <a:lnTo>
                  <a:pt x="2674468" y="169297"/>
                </a:lnTo>
                <a:lnTo>
                  <a:pt x="2684089" y="150139"/>
                </a:lnTo>
                <a:lnTo>
                  <a:pt x="2776092" y="61651"/>
                </a:lnTo>
                <a:lnTo>
                  <a:pt x="2856384" y="27851"/>
                </a:lnTo>
                <a:lnTo>
                  <a:pt x="2914889" y="26947"/>
                </a:lnTo>
                <a:lnTo>
                  <a:pt x="2962710" y="45557"/>
                </a:lnTo>
                <a:lnTo>
                  <a:pt x="2981556" y="74001"/>
                </a:lnTo>
                <a:lnTo>
                  <a:pt x="2970541" y="85787"/>
                </a:lnTo>
                <a:lnTo>
                  <a:pt x="2984739" y="78602"/>
                </a:lnTo>
                <a:lnTo>
                  <a:pt x="3001609" y="111253"/>
                </a:lnTo>
                <a:lnTo>
                  <a:pt x="3025484" y="124495"/>
                </a:lnTo>
                <a:lnTo>
                  <a:pt x="3051774" y="104793"/>
                </a:lnTo>
                <a:lnTo>
                  <a:pt x="3063402" y="108946"/>
                </a:lnTo>
                <a:lnTo>
                  <a:pt x="3090166" y="79230"/>
                </a:lnTo>
                <a:lnTo>
                  <a:pt x="3167546" y="137821"/>
                </a:lnTo>
                <a:lnTo>
                  <a:pt x="3204032" y="127821"/>
                </a:lnTo>
                <a:lnTo>
                  <a:pt x="3244648" y="186699"/>
                </a:lnTo>
                <a:lnTo>
                  <a:pt x="3239958" y="211725"/>
                </a:lnTo>
                <a:lnTo>
                  <a:pt x="3252038" y="190185"/>
                </a:lnTo>
                <a:lnTo>
                  <a:pt x="3219342" y="126192"/>
                </a:lnTo>
                <a:lnTo>
                  <a:pt x="3148262" y="82203"/>
                </a:lnTo>
                <a:lnTo>
                  <a:pt x="3138399" y="0"/>
                </a:lnTo>
                <a:lnTo>
                  <a:pt x="3180864" y="29082"/>
                </a:lnTo>
                <a:lnTo>
                  <a:pt x="3229709" y="31645"/>
                </a:lnTo>
                <a:lnTo>
                  <a:pt x="3230950" y="55382"/>
                </a:lnTo>
                <a:lnTo>
                  <a:pt x="3246935" y="65657"/>
                </a:lnTo>
                <a:lnTo>
                  <a:pt x="3280104" y="64100"/>
                </a:lnTo>
                <a:lnTo>
                  <a:pt x="3279033" y="84604"/>
                </a:lnTo>
                <a:lnTo>
                  <a:pt x="3312554" y="99108"/>
                </a:lnTo>
                <a:lnTo>
                  <a:pt x="3342668" y="148461"/>
                </a:lnTo>
                <a:lnTo>
                  <a:pt x="3284994" y="192343"/>
                </a:lnTo>
                <a:lnTo>
                  <a:pt x="3283210" y="227071"/>
                </a:lnTo>
                <a:lnTo>
                  <a:pt x="3236395" y="291611"/>
                </a:lnTo>
                <a:lnTo>
                  <a:pt x="3242947" y="303221"/>
                </a:lnTo>
                <a:lnTo>
                  <a:pt x="3228572" y="311959"/>
                </a:lnTo>
                <a:lnTo>
                  <a:pt x="3193734" y="401047"/>
                </a:lnTo>
                <a:lnTo>
                  <a:pt x="3212598" y="436336"/>
                </a:lnTo>
                <a:lnTo>
                  <a:pt x="3241032" y="435500"/>
                </a:lnTo>
                <a:lnTo>
                  <a:pt x="3222791" y="468475"/>
                </a:lnTo>
                <a:lnTo>
                  <a:pt x="3240168" y="494620"/>
                </a:lnTo>
                <a:lnTo>
                  <a:pt x="3263279" y="496457"/>
                </a:lnTo>
                <a:lnTo>
                  <a:pt x="3284929" y="517735"/>
                </a:lnTo>
                <a:lnTo>
                  <a:pt x="3354827" y="497513"/>
                </a:lnTo>
                <a:lnTo>
                  <a:pt x="3398842" y="515710"/>
                </a:lnTo>
                <a:lnTo>
                  <a:pt x="3422079" y="588369"/>
                </a:lnTo>
                <a:lnTo>
                  <a:pt x="3443402" y="590171"/>
                </a:lnTo>
                <a:lnTo>
                  <a:pt x="3452042" y="611216"/>
                </a:lnTo>
                <a:lnTo>
                  <a:pt x="3474958" y="622410"/>
                </a:lnTo>
                <a:lnTo>
                  <a:pt x="3437816" y="665860"/>
                </a:lnTo>
                <a:lnTo>
                  <a:pt x="3436590" y="699423"/>
                </a:lnTo>
                <a:lnTo>
                  <a:pt x="3446570" y="706580"/>
                </a:lnTo>
                <a:lnTo>
                  <a:pt x="3435145" y="723396"/>
                </a:lnTo>
                <a:lnTo>
                  <a:pt x="3370943" y="715650"/>
                </a:lnTo>
                <a:lnTo>
                  <a:pt x="3375019" y="749386"/>
                </a:lnTo>
                <a:lnTo>
                  <a:pt x="3330826" y="766191"/>
                </a:lnTo>
                <a:lnTo>
                  <a:pt x="3312282" y="795533"/>
                </a:lnTo>
                <a:lnTo>
                  <a:pt x="3295584" y="795232"/>
                </a:lnTo>
                <a:lnTo>
                  <a:pt x="3290872" y="820279"/>
                </a:lnTo>
                <a:lnTo>
                  <a:pt x="3259526" y="825276"/>
                </a:lnTo>
                <a:lnTo>
                  <a:pt x="3255946" y="837751"/>
                </a:lnTo>
                <a:lnTo>
                  <a:pt x="3264996" y="865343"/>
                </a:lnTo>
                <a:lnTo>
                  <a:pt x="3289568" y="871787"/>
                </a:lnTo>
                <a:lnTo>
                  <a:pt x="3297627" y="892515"/>
                </a:lnTo>
                <a:lnTo>
                  <a:pt x="3293106" y="906892"/>
                </a:lnTo>
                <a:lnTo>
                  <a:pt x="3279364" y="900260"/>
                </a:lnTo>
                <a:lnTo>
                  <a:pt x="3260961" y="916380"/>
                </a:lnTo>
                <a:lnTo>
                  <a:pt x="3257323" y="935718"/>
                </a:lnTo>
                <a:lnTo>
                  <a:pt x="3316434" y="996964"/>
                </a:lnTo>
                <a:lnTo>
                  <a:pt x="3290695" y="1056110"/>
                </a:lnTo>
                <a:lnTo>
                  <a:pt x="3318206" y="1105293"/>
                </a:lnTo>
                <a:lnTo>
                  <a:pt x="3364757" y="1124853"/>
                </a:lnTo>
                <a:lnTo>
                  <a:pt x="3362889" y="1168494"/>
                </a:lnTo>
                <a:lnTo>
                  <a:pt x="3381750" y="1180287"/>
                </a:lnTo>
                <a:lnTo>
                  <a:pt x="3376081" y="1198556"/>
                </a:lnTo>
                <a:lnTo>
                  <a:pt x="3346492" y="1189500"/>
                </a:lnTo>
                <a:lnTo>
                  <a:pt x="3324256" y="1228082"/>
                </a:lnTo>
                <a:lnTo>
                  <a:pt x="3336866" y="1251709"/>
                </a:lnTo>
                <a:lnTo>
                  <a:pt x="3314091" y="1252822"/>
                </a:lnTo>
                <a:lnTo>
                  <a:pt x="3287820" y="1288521"/>
                </a:lnTo>
                <a:lnTo>
                  <a:pt x="3307153" y="1312122"/>
                </a:lnTo>
                <a:lnTo>
                  <a:pt x="3275290" y="1326870"/>
                </a:lnTo>
                <a:lnTo>
                  <a:pt x="3248571" y="1317437"/>
                </a:lnTo>
                <a:lnTo>
                  <a:pt x="3235986" y="1296381"/>
                </a:lnTo>
                <a:lnTo>
                  <a:pt x="3210418" y="1300100"/>
                </a:lnTo>
                <a:lnTo>
                  <a:pt x="3194448" y="1353671"/>
                </a:lnTo>
                <a:lnTo>
                  <a:pt x="3156499" y="1383887"/>
                </a:lnTo>
                <a:lnTo>
                  <a:pt x="3121694" y="1381422"/>
                </a:lnTo>
                <a:lnTo>
                  <a:pt x="3119599" y="1413228"/>
                </a:lnTo>
                <a:lnTo>
                  <a:pt x="3156969" y="1427748"/>
                </a:lnTo>
                <a:lnTo>
                  <a:pt x="3172872" y="1486125"/>
                </a:lnTo>
                <a:lnTo>
                  <a:pt x="3141400" y="1490097"/>
                </a:lnTo>
                <a:lnTo>
                  <a:pt x="3126575" y="1470939"/>
                </a:lnTo>
                <a:lnTo>
                  <a:pt x="3111130" y="1493287"/>
                </a:lnTo>
                <a:lnTo>
                  <a:pt x="3118286" y="1505822"/>
                </a:lnTo>
                <a:lnTo>
                  <a:pt x="3045652" y="1528801"/>
                </a:lnTo>
                <a:lnTo>
                  <a:pt x="3058787" y="1581189"/>
                </a:lnTo>
                <a:lnTo>
                  <a:pt x="3037073" y="1626359"/>
                </a:lnTo>
                <a:lnTo>
                  <a:pt x="3060707" y="1644658"/>
                </a:lnTo>
                <a:lnTo>
                  <a:pt x="3090235" y="1733770"/>
                </a:lnTo>
                <a:lnTo>
                  <a:pt x="3178955" y="1815289"/>
                </a:lnTo>
                <a:lnTo>
                  <a:pt x="3161856" y="1842452"/>
                </a:lnTo>
                <a:lnTo>
                  <a:pt x="3189589" y="1870991"/>
                </a:lnTo>
                <a:lnTo>
                  <a:pt x="3180152" y="1885944"/>
                </a:lnTo>
                <a:lnTo>
                  <a:pt x="3194230" y="1965205"/>
                </a:lnTo>
                <a:lnTo>
                  <a:pt x="3186111" y="2000982"/>
                </a:lnTo>
                <a:lnTo>
                  <a:pt x="3163455" y="2012654"/>
                </a:lnTo>
                <a:lnTo>
                  <a:pt x="3136997" y="1978651"/>
                </a:lnTo>
                <a:lnTo>
                  <a:pt x="3130862" y="2010913"/>
                </a:lnTo>
                <a:lnTo>
                  <a:pt x="3111072" y="1989880"/>
                </a:lnTo>
                <a:lnTo>
                  <a:pt x="3094020" y="2002711"/>
                </a:lnTo>
                <a:lnTo>
                  <a:pt x="3073597" y="1996746"/>
                </a:lnTo>
                <a:lnTo>
                  <a:pt x="3080517" y="2039985"/>
                </a:lnTo>
                <a:lnTo>
                  <a:pt x="3052956" y="2046315"/>
                </a:lnTo>
                <a:lnTo>
                  <a:pt x="3044399" y="2074104"/>
                </a:lnTo>
                <a:lnTo>
                  <a:pt x="3004674" y="2053772"/>
                </a:lnTo>
                <a:lnTo>
                  <a:pt x="2988716" y="2078361"/>
                </a:lnTo>
                <a:lnTo>
                  <a:pt x="2905498" y="2044374"/>
                </a:lnTo>
                <a:lnTo>
                  <a:pt x="2893806" y="2058473"/>
                </a:lnTo>
                <a:lnTo>
                  <a:pt x="2849647" y="2051902"/>
                </a:lnTo>
                <a:lnTo>
                  <a:pt x="2860123" y="2078905"/>
                </a:lnTo>
                <a:lnTo>
                  <a:pt x="2843751" y="2097404"/>
                </a:lnTo>
                <a:lnTo>
                  <a:pt x="2873572" y="2151993"/>
                </a:lnTo>
                <a:lnTo>
                  <a:pt x="2860912" y="2177388"/>
                </a:lnTo>
                <a:lnTo>
                  <a:pt x="2879329" y="2275561"/>
                </a:lnTo>
                <a:lnTo>
                  <a:pt x="2849634" y="2302527"/>
                </a:lnTo>
                <a:lnTo>
                  <a:pt x="2849600" y="2331306"/>
                </a:lnTo>
                <a:lnTo>
                  <a:pt x="2833259" y="2336161"/>
                </a:lnTo>
                <a:lnTo>
                  <a:pt x="2845923" y="2361106"/>
                </a:lnTo>
                <a:lnTo>
                  <a:pt x="2823395" y="2393726"/>
                </a:lnTo>
                <a:lnTo>
                  <a:pt x="2838373" y="2408381"/>
                </a:lnTo>
                <a:lnTo>
                  <a:pt x="2837032" y="2433530"/>
                </a:lnTo>
                <a:lnTo>
                  <a:pt x="2877099" y="2454109"/>
                </a:lnTo>
                <a:lnTo>
                  <a:pt x="2880880" y="2492962"/>
                </a:lnTo>
                <a:lnTo>
                  <a:pt x="2897623" y="2504802"/>
                </a:lnTo>
                <a:lnTo>
                  <a:pt x="2902517" y="2534265"/>
                </a:lnTo>
                <a:lnTo>
                  <a:pt x="2956656" y="2623212"/>
                </a:lnTo>
                <a:lnTo>
                  <a:pt x="2943770" y="2629777"/>
                </a:lnTo>
                <a:lnTo>
                  <a:pt x="2930819" y="2614186"/>
                </a:lnTo>
                <a:lnTo>
                  <a:pt x="2906246" y="2642000"/>
                </a:lnTo>
                <a:lnTo>
                  <a:pt x="2912382" y="2678488"/>
                </a:lnTo>
                <a:lnTo>
                  <a:pt x="2875310" y="2744647"/>
                </a:lnTo>
                <a:lnTo>
                  <a:pt x="2813432" y="2765691"/>
                </a:lnTo>
                <a:lnTo>
                  <a:pt x="2778277" y="2764406"/>
                </a:lnTo>
                <a:lnTo>
                  <a:pt x="2764329" y="2802906"/>
                </a:lnTo>
                <a:lnTo>
                  <a:pt x="2770152" y="2857516"/>
                </a:lnTo>
                <a:lnTo>
                  <a:pt x="2741885" y="2871227"/>
                </a:lnTo>
                <a:lnTo>
                  <a:pt x="2723566" y="2863554"/>
                </a:lnTo>
                <a:lnTo>
                  <a:pt x="2712682" y="2883238"/>
                </a:lnTo>
                <a:lnTo>
                  <a:pt x="2663758" y="2887222"/>
                </a:lnTo>
                <a:lnTo>
                  <a:pt x="2631082" y="2910035"/>
                </a:lnTo>
                <a:lnTo>
                  <a:pt x="2620119" y="2902878"/>
                </a:lnTo>
                <a:lnTo>
                  <a:pt x="2576739" y="2966079"/>
                </a:lnTo>
                <a:lnTo>
                  <a:pt x="2593617" y="3004045"/>
                </a:lnTo>
                <a:lnTo>
                  <a:pt x="2575118" y="3011433"/>
                </a:lnTo>
                <a:lnTo>
                  <a:pt x="2594661" y="3086925"/>
                </a:lnTo>
                <a:lnTo>
                  <a:pt x="2569231" y="3098983"/>
                </a:lnTo>
                <a:lnTo>
                  <a:pt x="2595983" y="3136283"/>
                </a:lnTo>
                <a:lnTo>
                  <a:pt x="2590738" y="3165676"/>
                </a:lnTo>
                <a:lnTo>
                  <a:pt x="2606515" y="3169986"/>
                </a:lnTo>
                <a:lnTo>
                  <a:pt x="2602342" y="3180097"/>
                </a:lnTo>
                <a:lnTo>
                  <a:pt x="2560422" y="3168949"/>
                </a:lnTo>
                <a:lnTo>
                  <a:pt x="2539751" y="3181951"/>
                </a:lnTo>
                <a:lnTo>
                  <a:pt x="2632397" y="3239010"/>
                </a:lnTo>
                <a:lnTo>
                  <a:pt x="2632234" y="3255385"/>
                </a:lnTo>
                <a:lnTo>
                  <a:pt x="2609720" y="3271451"/>
                </a:lnTo>
                <a:lnTo>
                  <a:pt x="2619380" y="3332020"/>
                </a:lnTo>
                <a:lnTo>
                  <a:pt x="2592680" y="3333077"/>
                </a:lnTo>
                <a:lnTo>
                  <a:pt x="2584593" y="3352376"/>
                </a:lnTo>
                <a:lnTo>
                  <a:pt x="2600967" y="3365052"/>
                </a:lnTo>
                <a:lnTo>
                  <a:pt x="2605625" y="3355901"/>
                </a:lnTo>
                <a:lnTo>
                  <a:pt x="2631375" y="3361290"/>
                </a:lnTo>
                <a:lnTo>
                  <a:pt x="2689338" y="3405669"/>
                </a:lnTo>
                <a:lnTo>
                  <a:pt x="2683749" y="3422769"/>
                </a:lnTo>
                <a:lnTo>
                  <a:pt x="2702503" y="3453796"/>
                </a:lnTo>
                <a:lnTo>
                  <a:pt x="2676465" y="3448074"/>
                </a:lnTo>
                <a:lnTo>
                  <a:pt x="2678396" y="3473656"/>
                </a:lnTo>
                <a:lnTo>
                  <a:pt x="2663461" y="3465393"/>
                </a:lnTo>
                <a:lnTo>
                  <a:pt x="2654124" y="3487990"/>
                </a:lnTo>
                <a:lnTo>
                  <a:pt x="2672523" y="3586842"/>
                </a:lnTo>
                <a:lnTo>
                  <a:pt x="2695367" y="3619130"/>
                </a:lnTo>
                <a:lnTo>
                  <a:pt x="2555876" y="3675586"/>
                </a:lnTo>
                <a:lnTo>
                  <a:pt x="2520774" y="3707071"/>
                </a:lnTo>
                <a:lnTo>
                  <a:pt x="2534791" y="3725946"/>
                </a:lnTo>
                <a:lnTo>
                  <a:pt x="2527233" y="3742210"/>
                </a:lnTo>
                <a:lnTo>
                  <a:pt x="2479539" y="3753198"/>
                </a:lnTo>
                <a:lnTo>
                  <a:pt x="2442435" y="3739785"/>
                </a:lnTo>
                <a:lnTo>
                  <a:pt x="2415743" y="3759486"/>
                </a:lnTo>
                <a:lnTo>
                  <a:pt x="2388925" y="3759207"/>
                </a:lnTo>
                <a:lnTo>
                  <a:pt x="2379695" y="3789596"/>
                </a:lnTo>
                <a:lnTo>
                  <a:pt x="2341918" y="3777748"/>
                </a:lnTo>
                <a:lnTo>
                  <a:pt x="2304334" y="3812485"/>
                </a:lnTo>
                <a:lnTo>
                  <a:pt x="2289481" y="3807263"/>
                </a:lnTo>
                <a:lnTo>
                  <a:pt x="2278319" y="3831773"/>
                </a:lnTo>
                <a:lnTo>
                  <a:pt x="2241377" y="3840638"/>
                </a:lnTo>
                <a:lnTo>
                  <a:pt x="2232100" y="3818484"/>
                </a:lnTo>
                <a:lnTo>
                  <a:pt x="2204021" y="3813572"/>
                </a:lnTo>
                <a:lnTo>
                  <a:pt x="2181298" y="3834405"/>
                </a:lnTo>
                <a:lnTo>
                  <a:pt x="2142811" y="3820828"/>
                </a:lnTo>
                <a:lnTo>
                  <a:pt x="2118463" y="3840884"/>
                </a:lnTo>
                <a:lnTo>
                  <a:pt x="2086060" y="3837697"/>
                </a:lnTo>
                <a:lnTo>
                  <a:pt x="2071087" y="3849008"/>
                </a:lnTo>
                <a:lnTo>
                  <a:pt x="1982365" y="3782750"/>
                </a:lnTo>
                <a:lnTo>
                  <a:pt x="1919536" y="3796388"/>
                </a:lnTo>
                <a:lnTo>
                  <a:pt x="1870502" y="3779993"/>
                </a:lnTo>
                <a:lnTo>
                  <a:pt x="1866283" y="3800538"/>
                </a:lnTo>
                <a:lnTo>
                  <a:pt x="1848356" y="3808372"/>
                </a:lnTo>
                <a:lnTo>
                  <a:pt x="1792275" y="3778711"/>
                </a:lnTo>
                <a:lnTo>
                  <a:pt x="1738301" y="3795644"/>
                </a:lnTo>
                <a:lnTo>
                  <a:pt x="1708003" y="3760795"/>
                </a:lnTo>
                <a:lnTo>
                  <a:pt x="1631735" y="3773669"/>
                </a:lnTo>
                <a:lnTo>
                  <a:pt x="1565086" y="3821410"/>
                </a:lnTo>
                <a:lnTo>
                  <a:pt x="1532903" y="3805179"/>
                </a:lnTo>
                <a:lnTo>
                  <a:pt x="1531777" y="3777771"/>
                </a:lnTo>
                <a:lnTo>
                  <a:pt x="1491068" y="3738769"/>
                </a:lnTo>
                <a:lnTo>
                  <a:pt x="1491563" y="3708798"/>
                </a:lnTo>
                <a:lnTo>
                  <a:pt x="1473859" y="3709315"/>
                </a:lnTo>
                <a:lnTo>
                  <a:pt x="1465797" y="3731893"/>
                </a:lnTo>
                <a:lnTo>
                  <a:pt x="1453846" y="3698820"/>
                </a:lnTo>
                <a:lnTo>
                  <a:pt x="1441887" y="3695848"/>
                </a:lnTo>
                <a:lnTo>
                  <a:pt x="1411479" y="3560603"/>
                </a:lnTo>
                <a:lnTo>
                  <a:pt x="1371911" y="3546498"/>
                </a:lnTo>
                <a:lnTo>
                  <a:pt x="1372438" y="3507542"/>
                </a:lnTo>
                <a:lnTo>
                  <a:pt x="1357741" y="3493341"/>
                </a:lnTo>
                <a:lnTo>
                  <a:pt x="1358034" y="3472200"/>
                </a:lnTo>
                <a:lnTo>
                  <a:pt x="1342307" y="3466072"/>
                </a:lnTo>
                <a:lnTo>
                  <a:pt x="1334184" y="3443727"/>
                </a:lnTo>
                <a:lnTo>
                  <a:pt x="1343353" y="3421892"/>
                </a:lnTo>
                <a:lnTo>
                  <a:pt x="1328385" y="3402508"/>
                </a:lnTo>
                <a:lnTo>
                  <a:pt x="1276722" y="3379157"/>
                </a:lnTo>
                <a:lnTo>
                  <a:pt x="1257901" y="3389456"/>
                </a:lnTo>
                <a:lnTo>
                  <a:pt x="1248968" y="3418966"/>
                </a:lnTo>
                <a:lnTo>
                  <a:pt x="1232999" y="3404495"/>
                </a:lnTo>
                <a:lnTo>
                  <a:pt x="1221739" y="3420394"/>
                </a:lnTo>
                <a:lnTo>
                  <a:pt x="1186134" y="3418408"/>
                </a:lnTo>
                <a:lnTo>
                  <a:pt x="1170155" y="3411110"/>
                </a:lnTo>
                <a:lnTo>
                  <a:pt x="1173042" y="3369397"/>
                </a:lnTo>
                <a:lnTo>
                  <a:pt x="1153136" y="3353604"/>
                </a:lnTo>
                <a:lnTo>
                  <a:pt x="1168967" y="3329267"/>
                </a:lnTo>
                <a:lnTo>
                  <a:pt x="1146675" y="3331864"/>
                </a:lnTo>
                <a:lnTo>
                  <a:pt x="1091832" y="3284551"/>
                </a:lnTo>
                <a:lnTo>
                  <a:pt x="1043274" y="3286490"/>
                </a:lnTo>
                <a:lnTo>
                  <a:pt x="1005882" y="3272898"/>
                </a:lnTo>
                <a:lnTo>
                  <a:pt x="967597" y="3296607"/>
                </a:lnTo>
                <a:lnTo>
                  <a:pt x="941497" y="3352027"/>
                </a:lnTo>
                <a:lnTo>
                  <a:pt x="928787" y="3348641"/>
                </a:lnTo>
                <a:lnTo>
                  <a:pt x="926043" y="3390812"/>
                </a:lnTo>
                <a:lnTo>
                  <a:pt x="900078" y="3443340"/>
                </a:lnTo>
                <a:lnTo>
                  <a:pt x="854166" y="3488572"/>
                </a:lnTo>
                <a:lnTo>
                  <a:pt x="853335" y="3546277"/>
                </a:lnTo>
                <a:lnTo>
                  <a:pt x="838982" y="3568987"/>
                </a:lnTo>
                <a:lnTo>
                  <a:pt x="777726" y="3597756"/>
                </a:lnTo>
                <a:lnTo>
                  <a:pt x="778244" y="3634850"/>
                </a:lnTo>
                <a:lnTo>
                  <a:pt x="764834" y="3589174"/>
                </a:lnTo>
                <a:lnTo>
                  <a:pt x="775125" y="3552236"/>
                </a:lnTo>
                <a:lnTo>
                  <a:pt x="744284" y="3559833"/>
                </a:lnTo>
                <a:lnTo>
                  <a:pt x="735534" y="3523690"/>
                </a:lnTo>
                <a:lnTo>
                  <a:pt x="712739" y="3570564"/>
                </a:lnTo>
                <a:lnTo>
                  <a:pt x="686635" y="3587637"/>
                </a:lnTo>
                <a:lnTo>
                  <a:pt x="669274" y="3579367"/>
                </a:lnTo>
                <a:lnTo>
                  <a:pt x="644370" y="3598531"/>
                </a:lnTo>
                <a:lnTo>
                  <a:pt x="596880" y="3593661"/>
                </a:lnTo>
                <a:lnTo>
                  <a:pt x="588216" y="3631873"/>
                </a:lnTo>
                <a:lnTo>
                  <a:pt x="566688" y="3649236"/>
                </a:lnTo>
                <a:lnTo>
                  <a:pt x="524041" y="3656116"/>
                </a:lnTo>
                <a:lnTo>
                  <a:pt x="504406" y="3643047"/>
                </a:lnTo>
                <a:lnTo>
                  <a:pt x="486198" y="3603105"/>
                </a:lnTo>
                <a:lnTo>
                  <a:pt x="463594" y="3601857"/>
                </a:lnTo>
                <a:lnTo>
                  <a:pt x="459957" y="3575076"/>
                </a:lnTo>
                <a:lnTo>
                  <a:pt x="479017" y="3539650"/>
                </a:lnTo>
                <a:lnTo>
                  <a:pt x="473740" y="3517320"/>
                </a:lnTo>
                <a:lnTo>
                  <a:pt x="490751" y="3464634"/>
                </a:lnTo>
                <a:lnTo>
                  <a:pt x="482604" y="3428639"/>
                </a:lnTo>
                <a:lnTo>
                  <a:pt x="507335" y="3357052"/>
                </a:lnTo>
                <a:lnTo>
                  <a:pt x="499049" y="3342429"/>
                </a:lnTo>
                <a:lnTo>
                  <a:pt x="517723" y="3334929"/>
                </a:lnTo>
                <a:lnTo>
                  <a:pt x="511321" y="3311786"/>
                </a:lnTo>
                <a:lnTo>
                  <a:pt x="526382" y="3250644"/>
                </a:lnTo>
                <a:lnTo>
                  <a:pt x="498171" y="3251754"/>
                </a:lnTo>
                <a:lnTo>
                  <a:pt x="485423" y="3232072"/>
                </a:lnTo>
                <a:lnTo>
                  <a:pt x="458719" y="3225721"/>
                </a:lnTo>
                <a:lnTo>
                  <a:pt x="459931" y="3186601"/>
                </a:lnTo>
                <a:lnTo>
                  <a:pt x="433364" y="3155723"/>
                </a:lnTo>
                <a:lnTo>
                  <a:pt x="427466" y="3128022"/>
                </a:lnTo>
                <a:lnTo>
                  <a:pt x="454009" y="3069247"/>
                </a:lnTo>
                <a:lnTo>
                  <a:pt x="450612" y="3047060"/>
                </a:lnTo>
                <a:lnTo>
                  <a:pt x="439907" y="3025075"/>
                </a:lnTo>
                <a:lnTo>
                  <a:pt x="403992" y="3030126"/>
                </a:lnTo>
                <a:lnTo>
                  <a:pt x="382575" y="3012049"/>
                </a:lnTo>
                <a:lnTo>
                  <a:pt x="406615" y="2952062"/>
                </a:lnTo>
                <a:lnTo>
                  <a:pt x="389283" y="2934765"/>
                </a:lnTo>
                <a:lnTo>
                  <a:pt x="369657" y="2858560"/>
                </a:lnTo>
                <a:lnTo>
                  <a:pt x="338339" y="2825835"/>
                </a:lnTo>
                <a:lnTo>
                  <a:pt x="262906" y="2830253"/>
                </a:lnTo>
                <a:lnTo>
                  <a:pt x="271788" y="2786233"/>
                </a:lnTo>
                <a:lnTo>
                  <a:pt x="300671" y="2787041"/>
                </a:lnTo>
                <a:lnTo>
                  <a:pt x="308527" y="2772293"/>
                </a:lnTo>
                <a:lnTo>
                  <a:pt x="280732" y="2728283"/>
                </a:lnTo>
                <a:lnTo>
                  <a:pt x="280521" y="2705094"/>
                </a:lnTo>
                <a:lnTo>
                  <a:pt x="265563" y="2695926"/>
                </a:lnTo>
                <a:lnTo>
                  <a:pt x="237323" y="2723490"/>
                </a:lnTo>
                <a:lnTo>
                  <a:pt x="205875" y="2703976"/>
                </a:lnTo>
                <a:lnTo>
                  <a:pt x="184553" y="2714827"/>
                </a:lnTo>
                <a:lnTo>
                  <a:pt x="123408" y="2672535"/>
                </a:lnTo>
                <a:lnTo>
                  <a:pt x="121613" y="2684777"/>
                </a:lnTo>
                <a:lnTo>
                  <a:pt x="89426" y="2696000"/>
                </a:lnTo>
                <a:lnTo>
                  <a:pt x="77418" y="2676375"/>
                </a:lnTo>
                <a:lnTo>
                  <a:pt x="57862" y="2682553"/>
                </a:lnTo>
                <a:lnTo>
                  <a:pt x="48587" y="2651909"/>
                </a:lnTo>
                <a:lnTo>
                  <a:pt x="61875" y="2650754"/>
                </a:lnTo>
                <a:lnTo>
                  <a:pt x="64031" y="2606984"/>
                </a:lnTo>
                <a:lnTo>
                  <a:pt x="85738" y="2611837"/>
                </a:lnTo>
                <a:lnTo>
                  <a:pt x="64405" y="2582143"/>
                </a:lnTo>
                <a:lnTo>
                  <a:pt x="101399" y="2546034"/>
                </a:lnTo>
                <a:lnTo>
                  <a:pt x="95350" y="2527406"/>
                </a:lnTo>
                <a:lnTo>
                  <a:pt x="107748" y="2510578"/>
                </a:lnTo>
                <a:lnTo>
                  <a:pt x="123828" y="2512289"/>
                </a:lnTo>
                <a:lnTo>
                  <a:pt x="131375" y="2487996"/>
                </a:lnTo>
                <a:lnTo>
                  <a:pt x="87260" y="2461059"/>
                </a:lnTo>
                <a:lnTo>
                  <a:pt x="85263" y="2399199"/>
                </a:lnTo>
                <a:lnTo>
                  <a:pt x="73022" y="2373598"/>
                </a:lnTo>
                <a:lnTo>
                  <a:pt x="55416" y="2366687"/>
                </a:lnTo>
                <a:lnTo>
                  <a:pt x="51468" y="2333922"/>
                </a:lnTo>
                <a:lnTo>
                  <a:pt x="65983" y="2314062"/>
                </a:lnTo>
                <a:lnTo>
                  <a:pt x="50445" y="2256257"/>
                </a:lnTo>
                <a:lnTo>
                  <a:pt x="37755" y="2259024"/>
                </a:lnTo>
                <a:lnTo>
                  <a:pt x="39548" y="2239694"/>
                </a:lnTo>
                <a:lnTo>
                  <a:pt x="0" y="2219668"/>
                </a:lnTo>
                <a:lnTo>
                  <a:pt x="25342" y="2213809"/>
                </a:lnTo>
                <a:lnTo>
                  <a:pt x="34994" y="2190269"/>
                </a:lnTo>
                <a:lnTo>
                  <a:pt x="64519" y="2166105"/>
                </a:lnTo>
                <a:lnTo>
                  <a:pt x="77731" y="2171891"/>
                </a:lnTo>
                <a:lnTo>
                  <a:pt x="85596" y="2152203"/>
                </a:lnTo>
                <a:lnTo>
                  <a:pt x="63992" y="1877647"/>
                </a:lnTo>
                <a:lnTo>
                  <a:pt x="4455" y="1780916"/>
                </a:lnTo>
                <a:lnTo>
                  <a:pt x="22410" y="1752350"/>
                </a:lnTo>
                <a:lnTo>
                  <a:pt x="48538" y="1759418"/>
                </a:lnTo>
                <a:lnTo>
                  <a:pt x="116556" y="1722393"/>
                </a:lnTo>
                <a:lnTo>
                  <a:pt x="136536" y="1688106"/>
                </a:lnTo>
                <a:lnTo>
                  <a:pt x="199741" y="1694612"/>
                </a:lnTo>
                <a:lnTo>
                  <a:pt x="210901" y="1646204"/>
                </a:lnTo>
                <a:lnTo>
                  <a:pt x="191925" y="1616356"/>
                </a:lnTo>
                <a:lnTo>
                  <a:pt x="208101" y="1583994"/>
                </a:lnTo>
                <a:lnTo>
                  <a:pt x="248573" y="1569106"/>
                </a:lnTo>
                <a:lnTo>
                  <a:pt x="233030" y="1534349"/>
                </a:lnTo>
                <a:lnTo>
                  <a:pt x="255634" y="1500315"/>
                </a:lnTo>
                <a:lnTo>
                  <a:pt x="303275" y="1482666"/>
                </a:lnTo>
                <a:lnTo>
                  <a:pt x="342492" y="1438476"/>
                </a:lnTo>
                <a:lnTo>
                  <a:pt x="354913" y="1446746"/>
                </a:lnTo>
                <a:lnTo>
                  <a:pt x="375059" y="1404143"/>
                </a:lnTo>
                <a:lnTo>
                  <a:pt x="326966" y="1378472"/>
                </a:lnTo>
                <a:lnTo>
                  <a:pt x="304131" y="1251868"/>
                </a:lnTo>
                <a:lnTo>
                  <a:pt x="290240" y="1252388"/>
                </a:lnTo>
                <a:lnTo>
                  <a:pt x="272921" y="1224381"/>
                </a:lnTo>
                <a:lnTo>
                  <a:pt x="242177" y="1218072"/>
                </a:lnTo>
                <a:lnTo>
                  <a:pt x="251812" y="1193272"/>
                </a:lnTo>
                <a:lnTo>
                  <a:pt x="214180" y="1174453"/>
                </a:lnTo>
                <a:lnTo>
                  <a:pt x="205165" y="1151792"/>
                </a:lnTo>
                <a:lnTo>
                  <a:pt x="214377" y="1103340"/>
                </a:lnTo>
                <a:lnTo>
                  <a:pt x="203692" y="1083645"/>
                </a:lnTo>
                <a:lnTo>
                  <a:pt x="182221" y="1083077"/>
                </a:lnTo>
                <a:lnTo>
                  <a:pt x="186649" y="1060621"/>
                </a:lnTo>
                <a:lnTo>
                  <a:pt x="163627" y="1050369"/>
                </a:lnTo>
                <a:lnTo>
                  <a:pt x="184361" y="1045200"/>
                </a:lnTo>
                <a:lnTo>
                  <a:pt x="209464" y="1009193"/>
                </a:lnTo>
                <a:lnTo>
                  <a:pt x="193124" y="980142"/>
                </a:lnTo>
                <a:lnTo>
                  <a:pt x="212888" y="959098"/>
                </a:lnTo>
                <a:lnTo>
                  <a:pt x="212888" y="95909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map-line"/>
          <p:cNvSpPr/>
          <p:nvPr/>
        </p:nvSpPr>
        <p:spPr>
          <a:xfrm>
            <a:off x="4118053" y="3648783"/>
            <a:ext cx="1630" cy="10186"/>
          </a:xfrm>
          <a:custGeom>
            <a:avLst/>
            <a:gdLst/>
            <a:ahLst/>
            <a:cxnLst/>
            <a:rect l="0" t="0" r="r" b="b"/>
            <a:pathLst>
              <a:path w="1630" h="10186">
                <a:moveTo>
                  <a:pt x="1630" y="0"/>
                </a:moveTo>
                <a:lnTo>
                  <a:pt x="0" y="10186"/>
                </a:lnTo>
                <a:lnTo>
                  <a:pt x="1630" y="0"/>
                </a:lnTo>
                <a:lnTo>
                  <a:pt x="163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p-line"/>
          <p:cNvSpPr/>
          <p:nvPr/>
        </p:nvSpPr>
        <p:spPr>
          <a:xfrm>
            <a:off x="4062715" y="3672569"/>
            <a:ext cx="13729" cy="3474"/>
          </a:xfrm>
          <a:custGeom>
            <a:avLst/>
            <a:gdLst/>
            <a:ahLst/>
            <a:cxnLst/>
            <a:rect l="0" t="0" r="r" b="b"/>
            <a:pathLst>
              <a:path w="13729" h="3474">
                <a:moveTo>
                  <a:pt x="13729" y="0"/>
                </a:moveTo>
                <a:lnTo>
                  <a:pt x="0" y="3474"/>
                </a:lnTo>
                <a:lnTo>
                  <a:pt x="13729" y="0"/>
                </a:lnTo>
                <a:lnTo>
                  <a:pt x="1372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map-line"/>
          <p:cNvSpPr/>
          <p:nvPr/>
        </p:nvSpPr>
        <p:spPr>
          <a:xfrm>
            <a:off x="4009094" y="3707371"/>
            <a:ext cx="24183" cy="20564"/>
          </a:xfrm>
          <a:custGeom>
            <a:avLst/>
            <a:gdLst/>
            <a:ahLst/>
            <a:cxnLst/>
            <a:rect l="0" t="0" r="r" b="b"/>
            <a:pathLst>
              <a:path w="24183" h="20564">
                <a:moveTo>
                  <a:pt x="24183" y="6101"/>
                </a:moveTo>
                <a:lnTo>
                  <a:pt x="20208" y="20564"/>
                </a:lnTo>
                <a:lnTo>
                  <a:pt x="0" y="10578"/>
                </a:lnTo>
                <a:lnTo>
                  <a:pt x="11698" y="0"/>
                </a:lnTo>
                <a:lnTo>
                  <a:pt x="24183" y="6101"/>
                </a:lnTo>
                <a:lnTo>
                  <a:pt x="24183" y="610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p-line"/>
          <p:cNvSpPr/>
          <p:nvPr/>
        </p:nvSpPr>
        <p:spPr>
          <a:xfrm>
            <a:off x="2857756" y="4548624"/>
            <a:ext cx="45605" cy="35585"/>
          </a:xfrm>
          <a:custGeom>
            <a:avLst/>
            <a:gdLst/>
            <a:ahLst/>
            <a:cxnLst/>
            <a:rect l="0" t="0" r="r" b="b"/>
            <a:pathLst>
              <a:path w="45605" h="35585">
                <a:moveTo>
                  <a:pt x="43958" y="0"/>
                </a:moveTo>
                <a:lnTo>
                  <a:pt x="45605" y="28128"/>
                </a:lnTo>
                <a:lnTo>
                  <a:pt x="0" y="35585"/>
                </a:lnTo>
                <a:lnTo>
                  <a:pt x="6335" y="19514"/>
                </a:lnTo>
                <a:lnTo>
                  <a:pt x="43958" y="0"/>
                </a:lnTo>
                <a:lnTo>
                  <a:pt x="4395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map-line"/>
          <p:cNvSpPr/>
          <p:nvPr/>
        </p:nvSpPr>
        <p:spPr>
          <a:xfrm>
            <a:off x="2298622" y="4631981"/>
            <a:ext cx="49049" cy="24731"/>
          </a:xfrm>
          <a:custGeom>
            <a:avLst/>
            <a:gdLst/>
            <a:ahLst/>
            <a:cxnLst/>
            <a:rect l="0" t="0" r="r" b="b"/>
            <a:pathLst>
              <a:path w="49049" h="24731">
                <a:moveTo>
                  <a:pt x="37019" y="0"/>
                </a:moveTo>
                <a:lnTo>
                  <a:pt x="49049" y="6407"/>
                </a:lnTo>
                <a:lnTo>
                  <a:pt x="36837" y="24731"/>
                </a:lnTo>
                <a:lnTo>
                  <a:pt x="0" y="20437"/>
                </a:lnTo>
                <a:lnTo>
                  <a:pt x="37019" y="0"/>
                </a:lnTo>
                <a:lnTo>
                  <a:pt x="3701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p-line"/>
          <p:cNvSpPr/>
          <p:nvPr/>
        </p:nvSpPr>
        <p:spPr>
          <a:xfrm>
            <a:off x="2297306" y="4583774"/>
            <a:ext cx="57594" cy="35118"/>
          </a:xfrm>
          <a:custGeom>
            <a:avLst/>
            <a:gdLst/>
            <a:ahLst/>
            <a:cxnLst/>
            <a:rect l="0" t="0" r="r" b="b"/>
            <a:pathLst>
              <a:path w="57594" h="35118">
                <a:moveTo>
                  <a:pt x="0" y="35118"/>
                </a:moveTo>
                <a:lnTo>
                  <a:pt x="26782" y="0"/>
                </a:lnTo>
                <a:lnTo>
                  <a:pt x="57594" y="9004"/>
                </a:lnTo>
                <a:lnTo>
                  <a:pt x="50333" y="22147"/>
                </a:lnTo>
                <a:lnTo>
                  <a:pt x="0" y="35118"/>
                </a:lnTo>
                <a:lnTo>
                  <a:pt x="0" y="3511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map-line"/>
          <p:cNvSpPr/>
          <p:nvPr/>
        </p:nvSpPr>
        <p:spPr>
          <a:xfrm>
            <a:off x="1813447" y="4725265"/>
            <a:ext cx="36875" cy="27422"/>
          </a:xfrm>
          <a:custGeom>
            <a:avLst/>
            <a:gdLst/>
            <a:ahLst/>
            <a:cxnLst/>
            <a:rect l="0" t="0" r="r" b="b"/>
            <a:pathLst>
              <a:path w="36875" h="27422">
                <a:moveTo>
                  <a:pt x="36345" y="6992"/>
                </a:moveTo>
                <a:lnTo>
                  <a:pt x="36875" y="18070"/>
                </a:lnTo>
                <a:lnTo>
                  <a:pt x="9409" y="27422"/>
                </a:lnTo>
                <a:lnTo>
                  <a:pt x="0" y="13005"/>
                </a:lnTo>
                <a:lnTo>
                  <a:pt x="19005" y="0"/>
                </a:lnTo>
                <a:lnTo>
                  <a:pt x="36345" y="6992"/>
                </a:lnTo>
                <a:lnTo>
                  <a:pt x="36345" y="699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p-line"/>
          <p:cNvSpPr/>
          <p:nvPr/>
        </p:nvSpPr>
        <p:spPr>
          <a:xfrm>
            <a:off x="2815391" y="4072049"/>
            <a:ext cx="193903" cy="149825"/>
          </a:xfrm>
          <a:custGeom>
            <a:avLst/>
            <a:gdLst/>
            <a:ahLst/>
            <a:cxnLst/>
            <a:rect l="0" t="0" r="r" b="b"/>
            <a:pathLst>
              <a:path w="193903" h="149825">
                <a:moveTo>
                  <a:pt x="179816" y="37073"/>
                </a:moveTo>
                <a:lnTo>
                  <a:pt x="193903" y="51139"/>
                </a:lnTo>
                <a:lnTo>
                  <a:pt x="181205" y="67349"/>
                </a:lnTo>
                <a:lnTo>
                  <a:pt x="48204" y="111921"/>
                </a:lnTo>
                <a:lnTo>
                  <a:pt x="18102" y="149825"/>
                </a:lnTo>
                <a:lnTo>
                  <a:pt x="0" y="142646"/>
                </a:lnTo>
                <a:lnTo>
                  <a:pt x="27212" y="110410"/>
                </a:lnTo>
                <a:lnTo>
                  <a:pt x="17177" y="33801"/>
                </a:lnTo>
                <a:lnTo>
                  <a:pt x="54799" y="0"/>
                </a:lnTo>
                <a:lnTo>
                  <a:pt x="153681" y="8273"/>
                </a:lnTo>
                <a:lnTo>
                  <a:pt x="179816" y="37073"/>
                </a:lnTo>
                <a:lnTo>
                  <a:pt x="179816" y="3707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ap-line"/>
          <p:cNvSpPr/>
          <p:nvPr/>
        </p:nvSpPr>
        <p:spPr>
          <a:xfrm>
            <a:off x="2018552" y="4520376"/>
            <a:ext cx="13090" cy="13453"/>
          </a:xfrm>
          <a:custGeom>
            <a:avLst/>
            <a:gdLst/>
            <a:ahLst/>
            <a:cxnLst/>
            <a:rect l="0" t="0" r="r" b="b"/>
            <a:pathLst>
              <a:path w="13090" h="13453">
                <a:moveTo>
                  <a:pt x="12206" y="0"/>
                </a:moveTo>
                <a:lnTo>
                  <a:pt x="13090" y="13453"/>
                </a:lnTo>
                <a:lnTo>
                  <a:pt x="0" y="12585"/>
                </a:lnTo>
                <a:lnTo>
                  <a:pt x="293" y="132"/>
                </a:lnTo>
                <a:lnTo>
                  <a:pt x="12206" y="0"/>
                </a:lnTo>
                <a:lnTo>
                  <a:pt x="12206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p-line"/>
          <p:cNvSpPr/>
          <p:nvPr/>
        </p:nvSpPr>
        <p:spPr>
          <a:xfrm>
            <a:off x="2532942" y="4217901"/>
            <a:ext cx="69615" cy="35445"/>
          </a:xfrm>
          <a:custGeom>
            <a:avLst/>
            <a:gdLst/>
            <a:ahLst/>
            <a:cxnLst/>
            <a:rect l="0" t="0" r="r" b="b"/>
            <a:pathLst>
              <a:path w="69615" h="35445">
                <a:moveTo>
                  <a:pt x="68558" y="20344"/>
                </a:moveTo>
                <a:lnTo>
                  <a:pt x="69615" y="35445"/>
                </a:lnTo>
                <a:lnTo>
                  <a:pt x="0" y="0"/>
                </a:lnTo>
                <a:lnTo>
                  <a:pt x="68558" y="20344"/>
                </a:lnTo>
                <a:lnTo>
                  <a:pt x="68558" y="2034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ap-line"/>
          <p:cNvSpPr/>
          <p:nvPr/>
        </p:nvSpPr>
        <p:spPr>
          <a:xfrm>
            <a:off x="2758997" y="4056971"/>
            <a:ext cx="57173" cy="65432"/>
          </a:xfrm>
          <a:custGeom>
            <a:avLst/>
            <a:gdLst/>
            <a:ahLst/>
            <a:cxnLst/>
            <a:rect l="0" t="0" r="r" b="b"/>
            <a:pathLst>
              <a:path w="57173" h="65432">
                <a:moveTo>
                  <a:pt x="45943" y="11751"/>
                </a:moveTo>
                <a:lnTo>
                  <a:pt x="57173" y="38517"/>
                </a:lnTo>
                <a:lnTo>
                  <a:pt x="31871" y="65432"/>
                </a:lnTo>
                <a:lnTo>
                  <a:pt x="0" y="28296"/>
                </a:lnTo>
                <a:lnTo>
                  <a:pt x="24333" y="0"/>
                </a:lnTo>
                <a:lnTo>
                  <a:pt x="45943" y="11751"/>
                </a:lnTo>
                <a:lnTo>
                  <a:pt x="45943" y="1175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p-line"/>
          <p:cNvSpPr/>
          <p:nvPr/>
        </p:nvSpPr>
        <p:spPr>
          <a:xfrm>
            <a:off x="1561179" y="4583528"/>
            <a:ext cx="8814" cy="11136"/>
          </a:xfrm>
          <a:custGeom>
            <a:avLst/>
            <a:gdLst/>
            <a:ahLst/>
            <a:cxnLst/>
            <a:rect l="0" t="0" r="r" b="b"/>
            <a:pathLst>
              <a:path w="8814" h="11136">
                <a:moveTo>
                  <a:pt x="8814" y="0"/>
                </a:moveTo>
                <a:lnTo>
                  <a:pt x="0" y="11136"/>
                </a:lnTo>
                <a:lnTo>
                  <a:pt x="8814" y="0"/>
                </a:lnTo>
                <a:lnTo>
                  <a:pt x="8814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map-line"/>
          <p:cNvSpPr/>
          <p:nvPr/>
        </p:nvSpPr>
        <p:spPr>
          <a:xfrm>
            <a:off x="1327922" y="4594320"/>
            <a:ext cx="98286" cy="71872"/>
          </a:xfrm>
          <a:custGeom>
            <a:avLst/>
            <a:gdLst/>
            <a:ahLst/>
            <a:cxnLst/>
            <a:rect l="0" t="0" r="r" b="b"/>
            <a:pathLst>
              <a:path w="98286" h="71872">
                <a:moveTo>
                  <a:pt x="98286" y="5206"/>
                </a:moveTo>
                <a:lnTo>
                  <a:pt x="76733" y="71872"/>
                </a:lnTo>
                <a:lnTo>
                  <a:pt x="42552" y="69352"/>
                </a:lnTo>
                <a:lnTo>
                  <a:pt x="0" y="46184"/>
                </a:lnTo>
                <a:lnTo>
                  <a:pt x="24290" y="31988"/>
                </a:lnTo>
                <a:lnTo>
                  <a:pt x="27159" y="0"/>
                </a:lnTo>
                <a:lnTo>
                  <a:pt x="98286" y="5206"/>
                </a:lnTo>
                <a:lnTo>
                  <a:pt x="98286" y="520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p-line"/>
          <p:cNvSpPr/>
          <p:nvPr/>
        </p:nvSpPr>
        <p:spPr>
          <a:xfrm>
            <a:off x="2879720" y="3612395"/>
            <a:ext cx="239802" cy="150078"/>
          </a:xfrm>
          <a:custGeom>
            <a:avLst/>
            <a:gdLst/>
            <a:ahLst/>
            <a:cxnLst/>
            <a:rect l="0" t="0" r="r" b="b"/>
            <a:pathLst>
              <a:path w="239802" h="150078">
                <a:moveTo>
                  <a:pt x="216925" y="0"/>
                </a:moveTo>
                <a:lnTo>
                  <a:pt x="239802" y="41401"/>
                </a:lnTo>
                <a:lnTo>
                  <a:pt x="200911" y="107708"/>
                </a:lnTo>
                <a:lnTo>
                  <a:pt x="154784" y="137581"/>
                </a:lnTo>
                <a:lnTo>
                  <a:pt x="23512" y="150078"/>
                </a:lnTo>
                <a:lnTo>
                  <a:pt x="0" y="91602"/>
                </a:lnTo>
                <a:lnTo>
                  <a:pt x="22696" y="92632"/>
                </a:lnTo>
                <a:lnTo>
                  <a:pt x="38786" y="110105"/>
                </a:lnTo>
                <a:lnTo>
                  <a:pt x="61330" y="95026"/>
                </a:lnTo>
                <a:lnTo>
                  <a:pt x="53844" y="98584"/>
                </a:lnTo>
                <a:lnTo>
                  <a:pt x="53395" y="81707"/>
                </a:lnTo>
                <a:lnTo>
                  <a:pt x="95541" y="50127"/>
                </a:lnTo>
                <a:lnTo>
                  <a:pt x="126163" y="69644"/>
                </a:lnTo>
                <a:lnTo>
                  <a:pt x="140165" y="45411"/>
                </a:lnTo>
                <a:lnTo>
                  <a:pt x="183348" y="16532"/>
                </a:lnTo>
                <a:lnTo>
                  <a:pt x="212462" y="20063"/>
                </a:lnTo>
                <a:lnTo>
                  <a:pt x="216925" y="0"/>
                </a:lnTo>
                <a:lnTo>
                  <a:pt x="216925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map-line"/>
          <p:cNvSpPr/>
          <p:nvPr/>
        </p:nvSpPr>
        <p:spPr>
          <a:xfrm>
            <a:off x="2411441" y="3971968"/>
            <a:ext cx="50926" cy="78095"/>
          </a:xfrm>
          <a:custGeom>
            <a:avLst/>
            <a:gdLst/>
            <a:ahLst/>
            <a:cxnLst/>
            <a:rect l="0" t="0" r="r" b="b"/>
            <a:pathLst>
              <a:path w="50926" h="78095">
                <a:moveTo>
                  <a:pt x="41892" y="42166"/>
                </a:moveTo>
                <a:lnTo>
                  <a:pt x="50926" y="58394"/>
                </a:lnTo>
                <a:lnTo>
                  <a:pt x="30953" y="78095"/>
                </a:lnTo>
                <a:lnTo>
                  <a:pt x="0" y="0"/>
                </a:lnTo>
                <a:lnTo>
                  <a:pt x="42716" y="24336"/>
                </a:lnTo>
                <a:lnTo>
                  <a:pt x="41892" y="42166"/>
                </a:lnTo>
                <a:lnTo>
                  <a:pt x="41892" y="4216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p-line"/>
          <p:cNvSpPr/>
          <p:nvPr/>
        </p:nvSpPr>
        <p:spPr>
          <a:xfrm>
            <a:off x="2478417" y="3745223"/>
            <a:ext cx="377405" cy="317103"/>
          </a:xfrm>
          <a:custGeom>
            <a:avLst/>
            <a:gdLst/>
            <a:ahLst/>
            <a:cxnLst/>
            <a:rect l="0" t="0" r="r" b="b"/>
            <a:pathLst>
              <a:path w="377405" h="317103">
                <a:moveTo>
                  <a:pt x="365098" y="0"/>
                </a:moveTo>
                <a:lnTo>
                  <a:pt x="350936" y="34330"/>
                </a:lnTo>
                <a:lnTo>
                  <a:pt x="359587" y="49822"/>
                </a:lnTo>
                <a:lnTo>
                  <a:pt x="375889" y="48857"/>
                </a:lnTo>
                <a:lnTo>
                  <a:pt x="377405" y="72013"/>
                </a:lnTo>
                <a:lnTo>
                  <a:pt x="363026" y="111893"/>
                </a:lnTo>
                <a:lnTo>
                  <a:pt x="304448" y="129650"/>
                </a:lnTo>
                <a:lnTo>
                  <a:pt x="265466" y="110028"/>
                </a:lnTo>
                <a:lnTo>
                  <a:pt x="253213" y="49649"/>
                </a:lnTo>
                <a:lnTo>
                  <a:pt x="224560" y="66780"/>
                </a:lnTo>
                <a:lnTo>
                  <a:pt x="233422" y="72844"/>
                </a:lnTo>
                <a:lnTo>
                  <a:pt x="221160" y="90491"/>
                </a:lnTo>
                <a:lnTo>
                  <a:pt x="280295" y="135374"/>
                </a:lnTo>
                <a:lnTo>
                  <a:pt x="301333" y="144288"/>
                </a:lnTo>
                <a:lnTo>
                  <a:pt x="348521" y="125748"/>
                </a:lnTo>
                <a:lnTo>
                  <a:pt x="359425" y="133263"/>
                </a:lnTo>
                <a:lnTo>
                  <a:pt x="322580" y="169426"/>
                </a:lnTo>
                <a:lnTo>
                  <a:pt x="321861" y="186345"/>
                </a:lnTo>
                <a:lnTo>
                  <a:pt x="287373" y="186629"/>
                </a:lnTo>
                <a:lnTo>
                  <a:pt x="304224" y="175237"/>
                </a:lnTo>
                <a:lnTo>
                  <a:pt x="289915" y="170081"/>
                </a:lnTo>
                <a:lnTo>
                  <a:pt x="275419" y="181495"/>
                </a:lnTo>
                <a:lnTo>
                  <a:pt x="215724" y="257982"/>
                </a:lnTo>
                <a:lnTo>
                  <a:pt x="183198" y="248313"/>
                </a:lnTo>
                <a:lnTo>
                  <a:pt x="196415" y="283164"/>
                </a:lnTo>
                <a:lnTo>
                  <a:pt x="190933" y="310298"/>
                </a:lnTo>
                <a:lnTo>
                  <a:pt x="118526" y="317103"/>
                </a:lnTo>
                <a:lnTo>
                  <a:pt x="27198" y="270284"/>
                </a:lnTo>
                <a:lnTo>
                  <a:pt x="50922" y="254306"/>
                </a:lnTo>
                <a:lnTo>
                  <a:pt x="35230" y="255893"/>
                </a:lnTo>
                <a:lnTo>
                  <a:pt x="24908" y="224359"/>
                </a:lnTo>
                <a:lnTo>
                  <a:pt x="4340" y="212436"/>
                </a:lnTo>
                <a:lnTo>
                  <a:pt x="4360" y="199874"/>
                </a:lnTo>
                <a:lnTo>
                  <a:pt x="31101" y="191410"/>
                </a:lnTo>
                <a:lnTo>
                  <a:pt x="0" y="170409"/>
                </a:lnTo>
                <a:lnTo>
                  <a:pt x="21438" y="116891"/>
                </a:lnTo>
                <a:lnTo>
                  <a:pt x="32120" y="128636"/>
                </a:lnTo>
                <a:lnTo>
                  <a:pt x="25311" y="108722"/>
                </a:lnTo>
                <a:lnTo>
                  <a:pt x="41786" y="87661"/>
                </a:lnTo>
                <a:lnTo>
                  <a:pt x="48132" y="102305"/>
                </a:lnTo>
                <a:lnTo>
                  <a:pt x="98329" y="104231"/>
                </a:lnTo>
                <a:lnTo>
                  <a:pt x="106513" y="117322"/>
                </a:lnTo>
                <a:lnTo>
                  <a:pt x="143340" y="110242"/>
                </a:lnTo>
                <a:lnTo>
                  <a:pt x="156108" y="132073"/>
                </a:lnTo>
                <a:lnTo>
                  <a:pt x="179528" y="114055"/>
                </a:lnTo>
                <a:lnTo>
                  <a:pt x="162888" y="107396"/>
                </a:lnTo>
                <a:lnTo>
                  <a:pt x="138954" y="63655"/>
                </a:lnTo>
                <a:lnTo>
                  <a:pt x="167729" y="48081"/>
                </a:lnTo>
                <a:lnTo>
                  <a:pt x="138666" y="33535"/>
                </a:lnTo>
                <a:lnTo>
                  <a:pt x="219547" y="41984"/>
                </a:lnTo>
                <a:lnTo>
                  <a:pt x="278436" y="4327"/>
                </a:lnTo>
                <a:lnTo>
                  <a:pt x="365098" y="0"/>
                </a:lnTo>
                <a:lnTo>
                  <a:pt x="36509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map-line"/>
          <p:cNvSpPr/>
          <p:nvPr/>
        </p:nvSpPr>
        <p:spPr>
          <a:xfrm>
            <a:off x="2844214" y="3465912"/>
            <a:ext cx="27975" cy="43173"/>
          </a:xfrm>
          <a:custGeom>
            <a:avLst/>
            <a:gdLst/>
            <a:ahLst/>
            <a:cxnLst/>
            <a:rect l="0" t="0" r="r" b="b"/>
            <a:pathLst>
              <a:path w="27975" h="43173">
                <a:moveTo>
                  <a:pt x="22044" y="0"/>
                </a:moveTo>
                <a:lnTo>
                  <a:pt x="27975" y="19259"/>
                </a:lnTo>
                <a:lnTo>
                  <a:pt x="0" y="43173"/>
                </a:lnTo>
                <a:lnTo>
                  <a:pt x="4357" y="16530"/>
                </a:lnTo>
                <a:lnTo>
                  <a:pt x="22044" y="0"/>
                </a:lnTo>
                <a:lnTo>
                  <a:pt x="22044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p-line"/>
          <p:cNvSpPr/>
          <p:nvPr/>
        </p:nvSpPr>
        <p:spPr>
          <a:xfrm>
            <a:off x="3046343" y="3421138"/>
            <a:ext cx="14205" cy="12441"/>
          </a:xfrm>
          <a:custGeom>
            <a:avLst/>
            <a:gdLst/>
            <a:ahLst/>
            <a:cxnLst/>
            <a:rect l="0" t="0" r="r" b="b"/>
            <a:pathLst>
              <a:path w="14205" h="12441">
                <a:moveTo>
                  <a:pt x="9822" y="0"/>
                </a:moveTo>
                <a:lnTo>
                  <a:pt x="14205" y="11583"/>
                </a:lnTo>
                <a:lnTo>
                  <a:pt x="0" y="12441"/>
                </a:lnTo>
                <a:lnTo>
                  <a:pt x="9822" y="0"/>
                </a:lnTo>
                <a:lnTo>
                  <a:pt x="982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ap-line"/>
          <p:cNvSpPr/>
          <p:nvPr/>
        </p:nvSpPr>
        <p:spPr>
          <a:xfrm>
            <a:off x="4240247" y="3786439"/>
            <a:ext cx="17104" cy="17619"/>
          </a:xfrm>
          <a:custGeom>
            <a:avLst/>
            <a:gdLst/>
            <a:ahLst/>
            <a:cxnLst/>
            <a:rect l="0" t="0" r="r" b="b"/>
            <a:pathLst>
              <a:path w="17104" h="17619">
                <a:moveTo>
                  <a:pt x="6711" y="0"/>
                </a:moveTo>
                <a:lnTo>
                  <a:pt x="17104" y="17619"/>
                </a:lnTo>
                <a:lnTo>
                  <a:pt x="0" y="13664"/>
                </a:lnTo>
                <a:lnTo>
                  <a:pt x="6711" y="0"/>
                </a:lnTo>
                <a:lnTo>
                  <a:pt x="671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p-line"/>
          <p:cNvSpPr/>
          <p:nvPr/>
        </p:nvSpPr>
        <p:spPr>
          <a:xfrm>
            <a:off x="5907" y="4701489"/>
            <a:ext cx="6786" cy="15073"/>
          </a:xfrm>
          <a:custGeom>
            <a:avLst/>
            <a:gdLst/>
            <a:ahLst/>
            <a:cxnLst/>
            <a:rect l="0" t="0" r="r" b="b"/>
            <a:pathLst>
              <a:path w="6786" h="15073">
                <a:moveTo>
                  <a:pt x="6786" y="0"/>
                </a:moveTo>
                <a:lnTo>
                  <a:pt x="0" y="1507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map-line"/>
          <p:cNvSpPr/>
          <p:nvPr/>
        </p:nvSpPr>
        <p:spPr>
          <a:xfrm>
            <a:off x="2570" y="4635365"/>
            <a:ext cx="42161" cy="111331"/>
          </a:xfrm>
          <a:custGeom>
            <a:avLst/>
            <a:gdLst/>
            <a:ahLst/>
            <a:cxnLst/>
            <a:rect l="0" t="0" r="r" b="b"/>
            <a:pathLst>
              <a:path w="42161" h="111331">
                <a:moveTo>
                  <a:pt x="6202" y="111331"/>
                </a:moveTo>
                <a:lnTo>
                  <a:pt x="42161" y="68744"/>
                </a:lnTo>
                <a:lnTo>
                  <a:pt x="20788" y="73478"/>
                </a:lnTo>
                <a:lnTo>
                  <a:pt x="7942" y="37221"/>
                </a:lnTo>
                <a:lnTo>
                  <a:pt x="30946" y="39055"/>
                </a:lnTo>
                <a:lnTo>
                  <a:pt x="6799" y="30474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p-line"/>
          <p:cNvSpPr/>
          <p:nvPr/>
        </p:nvSpPr>
        <p:spPr>
          <a:xfrm>
            <a:off x="204" y="4581831"/>
            <a:ext cx="37841" cy="51146"/>
          </a:xfrm>
          <a:custGeom>
            <a:avLst/>
            <a:gdLst/>
            <a:ahLst/>
            <a:cxnLst/>
            <a:rect l="0" t="0" r="r" b="b"/>
            <a:pathLst>
              <a:path w="37841" h="51146">
                <a:moveTo>
                  <a:pt x="0" y="14062"/>
                </a:moveTo>
                <a:lnTo>
                  <a:pt x="22741" y="30712"/>
                </a:lnTo>
                <a:lnTo>
                  <a:pt x="7345" y="42948"/>
                </a:lnTo>
                <a:lnTo>
                  <a:pt x="20961" y="38471"/>
                </a:lnTo>
                <a:lnTo>
                  <a:pt x="20907" y="51146"/>
                </a:lnTo>
                <a:lnTo>
                  <a:pt x="25293" y="34991"/>
                </a:lnTo>
                <a:lnTo>
                  <a:pt x="37841" y="39597"/>
                </a:lnTo>
                <a:lnTo>
                  <a:pt x="4976" y="5581"/>
                </a:lnTo>
                <a:lnTo>
                  <a:pt x="19454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ap-line"/>
          <p:cNvSpPr/>
          <p:nvPr/>
        </p:nvSpPr>
        <p:spPr>
          <a:xfrm>
            <a:off x="329" y="4115140"/>
            <a:ext cx="1493826" cy="4588372"/>
          </a:xfrm>
          <a:custGeom>
            <a:avLst/>
            <a:gdLst/>
            <a:ahLst/>
            <a:cxnLst/>
            <a:rect l="0" t="0" r="r" b="b"/>
            <a:pathLst>
              <a:path w="1493826" h="4588372">
                <a:moveTo>
                  <a:pt x="30011" y="460381"/>
                </a:moveTo>
                <a:lnTo>
                  <a:pt x="23021" y="442394"/>
                </a:lnTo>
                <a:lnTo>
                  <a:pt x="39300" y="441876"/>
                </a:lnTo>
                <a:lnTo>
                  <a:pt x="62845" y="408294"/>
                </a:lnTo>
                <a:lnTo>
                  <a:pt x="53266" y="399375"/>
                </a:lnTo>
                <a:lnTo>
                  <a:pt x="66846" y="398390"/>
                </a:lnTo>
                <a:lnTo>
                  <a:pt x="72028" y="412545"/>
                </a:lnTo>
                <a:lnTo>
                  <a:pt x="86028" y="398387"/>
                </a:lnTo>
                <a:lnTo>
                  <a:pt x="43296" y="381712"/>
                </a:lnTo>
                <a:lnTo>
                  <a:pt x="51476" y="368054"/>
                </a:lnTo>
                <a:lnTo>
                  <a:pt x="96546" y="387537"/>
                </a:lnTo>
                <a:lnTo>
                  <a:pt x="173277" y="330685"/>
                </a:lnTo>
                <a:lnTo>
                  <a:pt x="194579" y="344817"/>
                </a:lnTo>
                <a:lnTo>
                  <a:pt x="192742" y="334069"/>
                </a:lnTo>
                <a:lnTo>
                  <a:pt x="214255" y="334761"/>
                </a:lnTo>
                <a:lnTo>
                  <a:pt x="210498" y="324336"/>
                </a:lnTo>
                <a:lnTo>
                  <a:pt x="259199" y="315446"/>
                </a:lnTo>
                <a:lnTo>
                  <a:pt x="293075" y="325407"/>
                </a:lnTo>
                <a:lnTo>
                  <a:pt x="301088" y="309686"/>
                </a:lnTo>
                <a:lnTo>
                  <a:pt x="420898" y="292109"/>
                </a:lnTo>
                <a:lnTo>
                  <a:pt x="396441" y="283484"/>
                </a:lnTo>
                <a:lnTo>
                  <a:pt x="388867" y="296306"/>
                </a:lnTo>
                <a:lnTo>
                  <a:pt x="383663" y="277421"/>
                </a:lnTo>
                <a:lnTo>
                  <a:pt x="363010" y="289717"/>
                </a:lnTo>
                <a:lnTo>
                  <a:pt x="377880" y="257780"/>
                </a:lnTo>
                <a:lnTo>
                  <a:pt x="393208" y="257427"/>
                </a:lnTo>
                <a:lnTo>
                  <a:pt x="391515" y="273170"/>
                </a:lnTo>
                <a:lnTo>
                  <a:pt x="420259" y="268774"/>
                </a:lnTo>
                <a:lnTo>
                  <a:pt x="406106" y="254402"/>
                </a:lnTo>
                <a:lnTo>
                  <a:pt x="439623" y="259275"/>
                </a:lnTo>
                <a:lnTo>
                  <a:pt x="442861" y="271107"/>
                </a:lnTo>
                <a:lnTo>
                  <a:pt x="457402" y="261567"/>
                </a:lnTo>
                <a:lnTo>
                  <a:pt x="449869" y="253559"/>
                </a:lnTo>
                <a:lnTo>
                  <a:pt x="513250" y="261673"/>
                </a:lnTo>
                <a:lnTo>
                  <a:pt x="528372" y="272303"/>
                </a:lnTo>
                <a:lnTo>
                  <a:pt x="495955" y="302291"/>
                </a:lnTo>
                <a:lnTo>
                  <a:pt x="503763" y="308256"/>
                </a:lnTo>
                <a:lnTo>
                  <a:pt x="543854" y="283836"/>
                </a:lnTo>
                <a:lnTo>
                  <a:pt x="539782" y="307731"/>
                </a:lnTo>
                <a:lnTo>
                  <a:pt x="558488" y="305788"/>
                </a:lnTo>
                <a:lnTo>
                  <a:pt x="580180" y="280884"/>
                </a:lnTo>
                <a:lnTo>
                  <a:pt x="576163" y="299590"/>
                </a:lnTo>
                <a:lnTo>
                  <a:pt x="608127" y="291142"/>
                </a:lnTo>
                <a:lnTo>
                  <a:pt x="598882" y="275153"/>
                </a:lnTo>
                <a:lnTo>
                  <a:pt x="625277" y="274492"/>
                </a:lnTo>
                <a:lnTo>
                  <a:pt x="616198" y="265363"/>
                </a:lnTo>
                <a:lnTo>
                  <a:pt x="658014" y="245869"/>
                </a:lnTo>
                <a:lnTo>
                  <a:pt x="652762" y="256095"/>
                </a:lnTo>
                <a:lnTo>
                  <a:pt x="678351" y="253388"/>
                </a:lnTo>
                <a:lnTo>
                  <a:pt x="671137" y="263215"/>
                </a:lnTo>
                <a:lnTo>
                  <a:pt x="694860" y="264933"/>
                </a:lnTo>
                <a:lnTo>
                  <a:pt x="690510" y="274901"/>
                </a:lnTo>
                <a:lnTo>
                  <a:pt x="703659" y="282668"/>
                </a:lnTo>
                <a:lnTo>
                  <a:pt x="694288" y="327703"/>
                </a:lnTo>
                <a:lnTo>
                  <a:pt x="710901" y="303051"/>
                </a:lnTo>
                <a:lnTo>
                  <a:pt x="709733" y="274896"/>
                </a:lnTo>
                <a:lnTo>
                  <a:pt x="695784" y="245420"/>
                </a:lnTo>
                <a:lnTo>
                  <a:pt x="668182" y="230201"/>
                </a:lnTo>
                <a:lnTo>
                  <a:pt x="660301" y="204425"/>
                </a:lnTo>
                <a:lnTo>
                  <a:pt x="730452" y="214028"/>
                </a:lnTo>
                <a:lnTo>
                  <a:pt x="756693" y="200865"/>
                </a:lnTo>
                <a:lnTo>
                  <a:pt x="764810" y="214199"/>
                </a:lnTo>
                <a:lnTo>
                  <a:pt x="824818" y="225296"/>
                </a:lnTo>
                <a:lnTo>
                  <a:pt x="757969" y="198389"/>
                </a:lnTo>
                <a:lnTo>
                  <a:pt x="774464" y="163153"/>
                </a:lnTo>
                <a:lnTo>
                  <a:pt x="756696" y="151806"/>
                </a:lnTo>
                <a:lnTo>
                  <a:pt x="759005" y="129191"/>
                </a:lnTo>
                <a:lnTo>
                  <a:pt x="772481" y="127323"/>
                </a:lnTo>
                <a:lnTo>
                  <a:pt x="772189" y="108956"/>
                </a:lnTo>
                <a:lnTo>
                  <a:pt x="860910" y="15328"/>
                </a:lnTo>
                <a:lnTo>
                  <a:pt x="879106" y="18818"/>
                </a:lnTo>
                <a:lnTo>
                  <a:pt x="909722" y="0"/>
                </a:lnTo>
                <a:lnTo>
                  <a:pt x="910312" y="10332"/>
                </a:lnTo>
                <a:lnTo>
                  <a:pt x="930899" y="3625"/>
                </a:lnTo>
                <a:lnTo>
                  <a:pt x="959312" y="28153"/>
                </a:lnTo>
                <a:lnTo>
                  <a:pt x="983502" y="21693"/>
                </a:lnTo>
                <a:lnTo>
                  <a:pt x="1005484" y="51916"/>
                </a:lnTo>
                <a:lnTo>
                  <a:pt x="980970" y="54189"/>
                </a:lnTo>
                <a:lnTo>
                  <a:pt x="968754" y="76192"/>
                </a:lnTo>
                <a:lnTo>
                  <a:pt x="909415" y="105130"/>
                </a:lnTo>
                <a:lnTo>
                  <a:pt x="991985" y="89970"/>
                </a:lnTo>
                <a:lnTo>
                  <a:pt x="971864" y="117946"/>
                </a:lnTo>
                <a:lnTo>
                  <a:pt x="1035316" y="100535"/>
                </a:lnTo>
                <a:lnTo>
                  <a:pt x="1068885" y="118381"/>
                </a:lnTo>
                <a:lnTo>
                  <a:pt x="1035824" y="155789"/>
                </a:lnTo>
                <a:lnTo>
                  <a:pt x="1033070" y="182440"/>
                </a:lnTo>
                <a:lnTo>
                  <a:pt x="1022058" y="176090"/>
                </a:lnTo>
                <a:lnTo>
                  <a:pt x="1024511" y="191632"/>
                </a:lnTo>
                <a:lnTo>
                  <a:pt x="1092478" y="180218"/>
                </a:lnTo>
                <a:lnTo>
                  <a:pt x="1093391" y="146506"/>
                </a:lnTo>
                <a:lnTo>
                  <a:pt x="1161466" y="134005"/>
                </a:lnTo>
                <a:lnTo>
                  <a:pt x="1194375" y="140628"/>
                </a:lnTo>
                <a:lnTo>
                  <a:pt x="1241020" y="121538"/>
                </a:lnTo>
                <a:lnTo>
                  <a:pt x="1244532" y="134325"/>
                </a:lnTo>
                <a:lnTo>
                  <a:pt x="1265015" y="130535"/>
                </a:lnTo>
                <a:lnTo>
                  <a:pt x="1263923" y="143051"/>
                </a:lnTo>
                <a:lnTo>
                  <a:pt x="1301547" y="159666"/>
                </a:lnTo>
                <a:lnTo>
                  <a:pt x="1287707" y="184084"/>
                </a:lnTo>
                <a:lnTo>
                  <a:pt x="1304810" y="162008"/>
                </a:lnTo>
                <a:lnTo>
                  <a:pt x="1331817" y="177067"/>
                </a:lnTo>
                <a:lnTo>
                  <a:pt x="1332381" y="194485"/>
                </a:lnTo>
                <a:lnTo>
                  <a:pt x="1322938" y="194996"/>
                </a:lnTo>
                <a:lnTo>
                  <a:pt x="1343064" y="207388"/>
                </a:lnTo>
                <a:lnTo>
                  <a:pt x="1332126" y="225788"/>
                </a:lnTo>
                <a:lnTo>
                  <a:pt x="1350580" y="219258"/>
                </a:lnTo>
                <a:lnTo>
                  <a:pt x="1352137" y="202197"/>
                </a:lnTo>
                <a:lnTo>
                  <a:pt x="1365409" y="207764"/>
                </a:lnTo>
                <a:lnTo>
                  <a:pt x="1342997" y="187726"/>
                </a:lnTo>
                <a:lnTo>
                  <a:pt x="1358445" y="183553"/>
                </a:lnTo>
                <a:lnTo>
                  <a:pt x="1382562" y="248676"/>
                </a:lnTo>
                <a:lnTo>
                  <a:pt x="1394381" y="231962"/>
                </a:lnTo>
                <a:lnTo>
                  <a:pt x="1402584" y="244852"/>
                </a:lnTo>
                <a:lnTo>
                  <a:pt x="1396736" y="299894"/>
                </a:lnTo>
                <a:lnTo>
                  <a:pt x="1395895" y="280127"/>
                </a:lnTo>
                <a:lnTo>
                  <a:pt x="1367900" y="281022"/>
                </a:lnTo>
                <a:lnTo>
                  <a:pt x="1326859" y="260661"/>
                </a:lnTo>
                <a:lnTo>
                  <a:pt x="1357304" y="278276"/>
                </a:lnTo>
                <a:lnTo>
                  <a:pt x="1359364" y="304303"/>
                </a:lnTo>
                <a:lnTo>
                  <a:pt x="1378806" y="284433"/>
                </a:lnTo>
                <a:lnTo>
                  <a:pt x="1383239" y="300826"/>
                </a:lnTo>
                <a:lnTo>
                  <a:pt x="1406878" y="311052"/>
                </a:lnTo>
                <a:lnTo>
                  <a:pt x="1407762" y="341677"/>
                </a:lnTo>
                <a:lnTo>
                  <a:pt x="1380661" y="397590"/>
                </a:lnTo>
                <a:lnTo>
                  <a:pt x="1346716" y="423771"/>
                </a:lnTo>
                <a:lnTo>
                  <a:pt x="1333643" y="462516"/>
                </a:lnTo>
                <a:lnTo>
                  <a:pt x="1313791" y="462014"/>
                </a:lnTo>
                <a:lnTo>
                  <a:pt x="1294707" y="489949"/>
                </a:lnTo>
                <a:lnTo>
                  <a:pt x="1263123" y="504028"/>
                </a:lnTo>
                <a:lnTo>
                  <a:pt x="1260026" y="526010"/>
                </a:lnTo>
                <a:lnTo>
                  <a:pt x="1226989" y="541054"/>
                </a:lnTo>
                <a:lnTo>
                  <a:pt x="1248825" y="539436"/>
                </a:lnTo>
                <a:lnTo>
                  <a:pt x="1247371" y="558425"/>
                </a:lnTo>
                <a:lnTo>
                  <a:pt x="1203744" y="596155"/>
                </a:lnTo>
                <a:lnTo>
                  <a:pt x="1161380" y="667926"/>
                </a:lnTo>
                <a:lnTo>
                  <a:pt x="1111090" y="676669"/>
                </a:lnTo>
                <a:lnTo>
                  <a:pt x="1095978" y="726732"/>
                </a:lnTo>
                <a:lnTo>
                  <a:pt x="1056646" y="742294"/>
                </a:lnTo>
                <a:lnTo>
                  <a:pt x="1047867" y="790589"/>
                </a:lnTo>
                <a:lnTo>
                  <a:pt x="1007743" y="835549"/>
                </a:lnTo>
                <a:lnTo>
                  <a:pt x="1031226" y="833184"/>
                </a:lnTo>
                <a:lnTo>
                  <a:pt x="1060141" y="798262"/>
                </a:lnTo>
                <a:lnTo>
                  <a:pt x="1097518" y="815997"/>
                </a:lnTo>
                <a:lnTo>
                  <a:pt x="1122565" y="809138"/>
                </a:lnTo>
                <a:lnTo>
                  <a:pt x="1070407" y="792963"/>
                </a:lnTo>
                <a:lnTo>
                  <a:pt x="1073155" y="755406"/>
                </a:lnTo>
                <a:lnTo>
                  <a:pt x="1098897" y="761454"/>
                </a:lnTo>
                <a:lnTo>
                  <a:pt x="1183930" y="737803"/>
                </a:lnTo>
                <a:lnTo>
                  <a:pt x="1178032" y="724604"/>
                </a:lnTo>
                <a:lnTo>
                  <a:pt x="1230644" y="702613"/>
                </a:lnTo>
                <a:lnTo>
                  <a:pt x="1228057" y="688599"/>
                </a:lnTo>
                <a:lnTo>
                  <a:pt x="1240836" y="696195"/>
                </a:lnTo>
                <a:lnTo>
                  <a:pt x="1225247" y="674430"/>
                </a:lnTo>
                <a:lnTo>
                  <a:pt x="1256346" y="687489"/>
                </a:lnTo>
                <a:lnTo>
                  <a:pt x="1317025" y="636797"/>
                </a:lnTo>
                <a:lnTo>
                  <a:pt x="1327677" y="653544"/>
                </a:lnTo>
                <a:lnTo>
                  <a:pt x="1303092" y="688637"/>
                </a:lnTo>
                <a:lnTo>
                  <a:pt x="1282284" y="693080"/>
                </a:lnTo>
                <a:lnTo>
                  <a:pt x="1309671" y="709921"/>
                </a:lnTo>
                <a:lnTo>
                  <a:pt x="1301541" y="727300"/>
                </a:lnTo>
                <a:lnTo>
                  <a:pt x="1322424" y="727082"/>
                </a:lnTo>
                <a:lnTo>
                  <a:pt x="1333109" y="746777"/>
                </a:lnTo>
                <a:lnTo>
                  <a:pt x="1321984" y="776226"/>
                </a:lnTo>
                <a:lnTo>
                  <a:pt x="1330506" y="814601"/>
                </a:lnTo>
                <a:lnTo>
                  <a:pt x="1370544" y="836709"/>
                </a:lnTo>
                <a:lnTo>
                  <a:pt x="1361684" y="862342"/>
                </a:lnTo>
                <a:lnTo>
                  <a:pt x="1391653" y="867818"/>
                </a:lnTo>
                <a:lnTo>
                  <a:pt x="1408971" y="895825"/>
                </a:lnTo>
                <a:lnTo>
                  <a:pt x="1422862" y="895306"/>
                </a:lnTo>
                <a:lnTo>
                  <a:pt x="1445698" y="1021910"/>
                </a:lnTo>
                <a:lnTo>
                  <a:pt x="1493826" y="1042936"/>
                </a:lnTo>
                <a:lnTo>
                  <a:pt x="1473644" y="1090183"/>
                </a:lnTo>
                <a:lnTo>
                  <a:pt x="1461223" y="1081914"/>
                </a:lnTo>
                <a:lnTo>
                  <a:pt x="1422007" y="1126103"/>
                </a:lnTo>
                <a:lnTo>
                  <a:pt x="1374365" y="1143752"/>
                </a:lnTo>
                <a:lnTo>
                  <a:pt x="1351761" y="1177786"/>
                </a:lnTo>
                <a:lnTo>
                  <a:pt x="1367305" y="1212543"/>
                </a:lnTo>
                <a:lnTo>
                  <a:pt x="1326833" y="1227432"/>
                </a:lnTo>
                <a:lnTo>
                  <a:pt x="1310657" y="1259793"/>
                </a:lnTo>
                <a:lnTo>
                  <a:pt x="1329633" y="1289642"/>
                </a:lnTo>
                <a:lnTo>
                  <a:pt x="1318473" y="1338049"/>
                </a:lnTo>
                <a:lnTo>
                  <a:pt x="1255268" y="1331544"/>
                </a:lnTo>
                <a:lnTo>
                  <a:pt x="1235288" y="1365830"/>
                </a:lnTo>
                <a:lnTo>
                  <a:pt x="1167270" y="1402855"/>
                </a:lnTo>
                <a:lnTo>
                  <a:pt x="1141142" y="1395787"/>
                </a:lnTo>
                <a:lnTo>
                  <a:pt x="1122915" y="1425616"/>
                </a:lnTo>
                <a:lnTo>
                  <a:pt x="1182724" y="1521084"/>
                </a:lnTo>
                <a:lnTo>
                  <a:pt x="1204328" y="1795640"/>
                </a:lnTo>
                <a:lnTo>
                  <a:pt x="1196463" y="1815328"/>
                </a:lnTo>
                <a:lnTo>
                  <a:pt x="1183251" y="1809543"/>
                </a:lnTo>
                <a:lnTo>
                  <a:pt x="1153726" y="1833706"/>
                </a:lnTo>
                <a:lnTo>
                  <a:pt x="1144074" y="1857246"/>
                </a:lnTo>
                <a:lnTo>
                  <a:pt x="1118732" y="1863105"/>
                </a:lnTo>
                <a:lnTo>
                  <a:pt x="1158280" y="1883132"/>
                </a:lnTo>
                <a:lnTo>
                  <a:pt x="1156487" y="1902462"/>
                </a:lnTo>
                <a:lnTo>
                  <a:pt x="1169176" y="1899694"/>
                </a:lnTo>
                <a:lnTo>
                  <a:pt x="1184715" y="1957499"/>
                </a:lnTo>
                <a:lnTo>
                  <a:pt x="1170200" y="1977360"/>
                </a:lnTo>
                <a:lnTo>
                  <a:pt x="1174148" y="2010124"/>
                </a:lnTo>
                <a:lnTo>
                  <a:pt x="1191754" y="2017035"/>
                </a:lnTo>
                <a:lnTo>
                  <a:pt x="1203995" y="2042636"/>
                </a:lnTo>
                <a:lnTo>
                  <a:pt x="1205991" y="2104496"/>
                </a:lnTo>
                <a:lnTo>
                  <a:pt x="1250107" y="2131433"/>
                </a:lnTo>
                <a:lnTo>
                  <a:pt x="1242560" y="2155726"/>
                </a:lnTo>
                <a:lnTo>
                  <a:pt x="1226479" y="2154015"/>
                </a:lnTo>
                <a:lnTo>
                  <a:pt x="1214082" y="2170843"/>
                </a:lnTo>
                <a:lnTo>
                  <a:pt x="1220131" y="2189471"/>
                </a:lnTo>
                <a:lnTo>
                  <a:pt x="1183560" y="2224577"/>
                </a:lnTo>
                <a:lnTo>
                  <a:pt x="1204470" y="2255274"/>
                </a:lnTo>
                <a:lnTo>
                  <a:pt x="1182762" y="2250422"/>
                </a:lnTo>
                <a:lnTo>
                  <a:pt x="1188363" y="2263837"/>
                </a:lnTo>
                <a:lnTo>
                  <a:pt x="1176614" y="2268893"/>
                </a:lnTo>
                <a:lnTo>
                  <a:pt x="1169745" y="2309285"/>
                </a:lnTo>
                <a:lnTo>
                  <a:pt x="1177987" y="2327499"/>
                </a:lnTo>
                <a:lnTo>
                  <a:pt x="1203805" y="2325062"/>
                </a:lnTo>
                <a:lnTo>
                  <a:pt x="1205249" y="2339098"/>
                </a:lnTo>
                <a:lnTo>
                  <a:pt x="1240345" y="2328214"/>
                </a:lnTo>
                <a:lnTo>
                  <a:pt x="1240755" y="2315677"/>
                </a:lnTo>
                <a:lnTo>
                  <a:pt x="1303285" y="2358264"/>
                </a:lnTo>
                <a:lnTo>
                  <a:pt x="1324607" y="2347413"/>
                </a:lnTo>
                <a:lnTo>
                  <a:pt x="1356054" y="2366928"/>
                </a:lnTo>
                <a:lnTo>
                  <a:pt x="1370044" y="2352580"/>
                </a:lnTo>
                <a:lnTo>
                  <a:pt x="1387191" y="2387526"/>
                </a:lnTo>
                <a:lnTo>
                  <a:pt x="1336780" y="2402759"/>
                </a:lnTo>
                <a:lnTo>
                  <a:pt x="1329062" y="2428219"/>
                </a:lnTo>
                <a:lnTo>
                  <a:pt x="1306147" y="2413441"/>
                </a:lnTo>
                <a:lnTo>
                  <a:pt x="1289685" y="2426896"/>
                </a:lnTo>
                <a:lnTo>
                  <a:pt x="1258672" y="2411548"/>
                </a:lnTo>
                <a:lnTo>
                  <a:pt x="1268068" y="2437401"/>
                </a:lnTo>
                <a:lnTo>
                  <a:pt x="1251211" y="2503589"/>
                </a:lnTo>
                <a:lnTo>
                  <a:pt x="1271664" y="2525312"/>
                </a:lnTo>
                <a:lnTo>
                  <a:pt x="1268167" y="2538655"/>
                </a:lnTo>
                <a:lnTo>
                  <a:pt x="1248369" y="2536411"/>
                </a:lnTo>
                <a:lnTo>
                  <a:pt x="1249138" y="2574759"/>
                </a:lnTo>
                <a:lnTo>
                  <a:pt x="1226786" y="2586827"/>
                </a:lnTo>
                <a:lnTo>
                  <a:pt x="1265301" y="2654749"/>
                </a:lnTo>
                <a:lnTo>
                  <a:pt x="1291288" y="2665838"/>
                </a:lnTo>
                <a:lnTo>
                  <a:pt x="1257439" y="2731667"/>
                </a:lnTo>
                <a:lnTo>
                  <a:pt x="1268108" y="2736309"/>
                </a:lnTo>
                <a:lnTo>
                  <a:pt x="1268293" y="2773670"/>
                </a:lnTo>
                <a:lnTo>
                  <a:pt x="1228066" y="2814545"/>
                </a:lnTo>
                <a:lnTo>
                  <a:pt x="1234291" y="2841192"/>
                </a:lnTo>
                <a:lnTo>
                  <a:pt x="1223369" y="2854513"/>
                </a:lnTo>
                <a:lnTo>
                  <a:pt x="1186902" y="2874039"/>
                </a:lnTo>
                <a:lnTo>
                  <a:pt x="1177802" y="2895921"/>
                </a:lnTo>
                <a:lnTo>
                  <a:pt x="1137973" y="2912177"/>
                </a:lnTo>
                <a:lnTo>
                  <a:pt x="1159465" y="2941552"/>
                </a:lnTo>
                <a:lnTo>
                  <a:pt x="1126108" y="2964034"/>
                </a:lnTo>
                <a:lnTo>
                  <a:pt x="1129646" y="2998041"/>
                </a:lnTo>
                <a:lnTo>
                  <a:pt x="1115190" y="3008543"/>
                </a:lnTo>
                <a:lnTo>
                  <a:pt x="1128469" y="3023637"/>
                </a:lnTo>
                <a:lnTo>
                  <a:pt x="1123185" y="3045187"/>
                </a:lnTo>
                <a:lnTo>
                  <a:pt x="1139092" y="3088073"/>
                </a:lnTo>
                <a:lnTo>
                  <a:pt x="1160770" y="3105364"/>
                </a:lnTo>
                <a:lnTo>
                  <a:pt x="1215088" y="3111019"/>
                </a:lnTo>
                <a:lnTo>
                  <a:pt x="1222234" y="3185690"/>
                </a:lnTo>
                <a:lnTo>
                  <a:pt x="1179462" y="3190971"/>
                </a:lnTo>
                <a:lnTo>
                  <a:pt x="1160561" y="3219126"/>
                </a:lnTo>
                <a:lnTo>
                  <a:pt x="1180213" y="3260013"/>
                </a:lnTo>
                <a:lnTo>
                  <a:pt x="1203757" y="3264664"/>
                </a:lnTo>
                <a:lnTo>
                  <a:pt x="1220027" y="3326311"/>
                </a:lnTo>
                <a:lnTo>
                  <a:pt x="1171355" y="3372521"/>
                </a:lnTo>
                <a:lnTo>
                  <a:pt x="1178177" y="3402666"/>
                </a:lnTo>
                <a:lnTo>
                  <a:pt x="1142296" y="3423107"/>
                </a:lnTo>
                <a:lnTo>
                  <a:pt x="1117756" y="3395686"/>
                </a:lnTo>
                <a:lnTo>
                  <a:pt x="1084600" y="3401904"/>
                </a:lnTo>
                <a:lnTo>
                  <a:pt x="1085915" y="3371696"/>
                </a:lnTo>
                <a:lnTo>
                  <a:pt x="1057549" y="3370274"/>
                </a:lnTo>
                <a:lnTo>
                  <a:pt x="1034796" y="3348936"/>
                </a:lnTo>
                <a:lnTo>
                  <a:pt x="1021298" y="3322447"/>
                </a:lnTo>
                <a:lnTo>
                  <a:pt x="1027939" y="3307235"/>
                </a:lnTo>
                <a:lnTo>
                  <a:pt x="998015" y="3297847"/>
                </a:lnTo>
                <a:lnTo>
                  <a:pt x="982033" y="3317784"/>
                </a:lnTo>
                <a:lnTo>
                  <a:pt x="953124" y="3324228"/>
                </a:lnTo>
                <a:lnTo>
                  <a:pt x="942960" y="3345701"/>
                </a:lnTo>
                <a:lnTo>
                  <a:pt x="955510" y="3410530"/>
                </a:lnTo>
                <a:lnTo>
                  <a:pt x="925503" y="3448520"/>
                </a:lnTo>
                <a:lnTo>
                  <a:pt x="879406" y="3468206"/>
                </a:lnTo>
                <a:lnTo>
                  <a:pt x="863890" y="3505482"/>
                </a:lnTo>
                <a:lnTo>
                  <a:pt x="841341" y="3507070"/>
                </a:lnTo>
                <a:lnTo>
                  <a:pt x="824264" y="3526015"/>
                </a:lnTo>
                <a:lnTo>
                  <a:pt x="816371" y="3567279"/>
                </a:lnTo>
                <a:lnTo>
                  <a:pt x="795154" y="3570159"/>
                </a:lnTo>
                <a:lnTo>
                  <a:pt x="794515" y="3609305"/>
                </a:lnTo>
                <a:lnTo>
                  <a:pt x="810341" y="3641564"/>
                </a:lnTo>
                <a:lnTo>
                  <a:pt x="789897" y="3659483"/>
                </a:lnTo>
                <a:lnTo>
                  <a:pt x="755685" y="3632453"/>
                </a:lnTo>
                <a:lnTo>
                  <a:pt x="719967" y="3534415"/>
                </a:lnTo>
                <a:lnTo>
                  <a:pt x="686868" y="3533028"/>
                </a:lnTo>
                <a:lnTo>
                  <a:pt x="659142" y="3586169"/>
                </a:lnTo>
                <a:lnTo>
                  <a:pt x="613833" y="3599649"/>
                </a:lnTo>
                <a:lnTo>
                  <a:pt x="592833" y="3586388"/>
                </a:lnTo>
                <a:lnTo>
                  <a:pt x="513494" y="3581001"/>
                </a:lnTo>
                <a:lnTo>
                  <a:pt x="450669" y="3720707"/>
                </a:lnTo>
                <a:lnTo>
                  <a:pt x="477176" y="3739234"/>
                </a:lnTo>
                <a:lnTo>
                  <a:pt x="462804" y="3765312"/>
                </a:lnTo>
                <a:lnTo>
                  <a:pt x="491664" y="3771995"/>
                </a:lnTo>
                <a:lnTo>
                  <a:pt x="487941" y="3812703"/>
                </a:lnTo>
                <a:lnTo>
                  <a:pt x="500570" y="3815961"/>
                </a:lnTo>
                <a:lnTo>
                  <a:pt x="499900" y="3840779"/>
                </a:lnTo>
                <a:lnTo>
                  <a:pt x="468204" y="3845006"/>
                </a:lnTo>
                <a:lnTo>
                  <a:pt x="468183" y="3879869"/>
                </a:lnTo>
                <a:lnTo>
                  <a:pt x="443796" y="3905698"/>
                </a:lnTo>
                <a:lnTo>
                  <a:pt x="420929" y="3895377"/>
                </a:lnTo>
                <a:lnTo>
                  <a:pt x="401992" y="3939300"/>
                </a:lnTo>
                <a:lnTo>
                  <a:pt x="381333" y="3955429"/>
                </a:lnTo>
                <a:lnTo>
                  <a:pt x="393192" y="4037630"/>
                </a:lnTo>
                <a:lnTo>
                  <a:pt x="370440" y="4049717"/>
                </a:lnTo>
                <a:lnTo>
                  <a:pt x="355501" y="4092720"/>
                </a:lnTo>
                <a:lnTo>
                  <a:pt x="368155" y="4112626"/>
                </a:lnTo>
                <a:lnTo>
                  <a:pt x="349506" y="4186160"/>
                </a:lnTo>
                <a:lnTo>
                  <a:pt x="295846" y="4173044"/>
                </a:lnTo>
                <a:lnTo>
                  <a:pt x="278715" y="4204262"/>
                </a:lnTo>
                <a:lnTo>
                  <a:pt x="258081" y="4203938"/>
                </a:lnTo>
                <a:lnTo>
                  <a:pt x="248535" y="4224295"/>
                </a:lnTo>
                <a:lnTo>
                  <a:pt x="289587" y="4262826"/>
                </a:lnTo>
                <a:lnTo>
                  <a:pt x="288125" y="4279096"/>
                </a:lnTo>
                <a:lnTo>
                  <a:pt x="334330" y="4340148"/>
                </a:lnTo>
                <a:lnTo>
                  <a:pt x="353425" y="4349607"/>
                </a:lnTo>
                <a:lnTo>
                  <a:pt x="349795" y="4364732"/>
                </a:lnTo>
                <a:lnTo>
                  <a:pt x="325941" y="4371924"/>
                </a:lnTo>
                <a:lnTo>
                  <a:pt x="307265" y="4351181"/>
                </a:lnTo>
                <a:lnTo>
                  <a:pt x="286757" y="4380925"/>
                </a:lnTo>
                <a:lnTo>
                  <a:pt x="250890" y="4365800"/>
                </a:lnTo>
                <a:lnTo>
                  <a:pt x="209559" y="4390617"/>
                </a:lnTo>
                <a:lnTo>
                  <a:pt x="195727" y="4374040"/>
                </a:lnTo>
                <a:lnTo>
                  <a:pt x="171956" y="4386991"/>
                </a:lnTo>
                <a:lnTo>
                  <a:pt x="137674" y="4383432"/>
                </a:lnTo>
                <a:lnTo>
                  <a:pt x="119647" y="4396078"/>
                </a:lnTo>
                <a:lnTo>
                  <a:pt x="131330" y="4409886"/>
                </a:lnTo>
                <a:lnTo>
                  <a:pt x="105668" y="4468522"/>
                </a:lnTo>
                <a:lnTo>
                  <a:pt x="64244" y="4477886"/>
                </a:lnTo>
                <a:lnTo>
                  <a:pt x="0" y="458837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p-line"/>
          <p:cNvSpPr/>
          <p:nvPr/>
        </p:nvSpPr>
        <p:spPr>
          <a:xfrm>
            <a:off x="552901" y="4388352"/>
            <a:ext cx="23341" cy="14403"/>
          </a:xfrm>
          <a:custGeom>
            <a:avLst/>
            <a:gdLst/>
            <a:ahLst/>
            <a:cxnLst/>
            <a:rect l="0" t="0" r="r" b="b"/>
            <a:pathLst>
              <a:path w="23341" h="14403">
                <a:moveTo>
                  <a:pt x="23341" y="0"/>
                </a:moveTo>
                <a:lnTo>
                  <a:pt x="17304" y="13437"/>
                </a:lnTo>
                <a:lnTo>
                  <a:pt x="0" y="14403"/>
                </a:lnTo>
                <a:lnTo>
                  <a:pt x="23341" y="0"/>
                </a:lnTo>
                <a:lnTo>
                  <a:pt x="2334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p-line"/>
          <p:cNvSpPr/>
          <p:nvPr/>
        </p:nvSpPr>
        <p:spPr>
          <a:xfrm>
            <a:off x="476841" y="4359805"/>
            <a:ext cx="3054" cy="9324"/>
          </a:xfrm>
          <a:custGeom>
            <a:avLst/>
            <a:gdLst/>
            <a:ahLst/>
            <a:cxnLst/>
            <a:rect l="0" t="0" r="r" b="b"/>
            <a:pathLst>
              <a:path w="3054" h="9324">
                <a:moveTo>
                  <a:pt x="3054" y="9324"/>
                </a:moveTo>
                <a:lnTo>
                  <a:pt x="0" y="0"/>
                </a:lnTo>
                <a:lnTo>
                  <a:pt x="3054" y="9324"/>
                </a:lnTo>
                <a:lnTo>
                  <a:pt x="3054" y="93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p-line"/>
          <p:cNvSpPr/>
          <p:nvPr/>
        </p:nvSpPr>
        <p:spPr>
          <a:xfrm>
            <a:off x="442967" y="4351506"/>
            <a:ext cx="29468" cy="13908"/>
          </a:xfrm>
          <a:custGeom>
            <a:avLst/>
            <a:gdLst/>
            <a:ahLst/>
            <a:cxnLst/>
            <a:rect l="0" t="0" r="r" b="b"/>
            <a:pathLst>
              <a:path w="29468" h="13908">
                <a:moveTo>
                  <a:pt x="29468" y="0"/>
                </a:moveTo>
                <a:lnTo>
                  <a:pt x="21061" y="13908"/>
                </a:lnTo>
                <a:lnTo>
                  <a:pt x="0" y="7851"/>
                </a:lnTo>
                <a:lnTo>
                  <a:pt x="29468" y="0"/>
                </a:lnTo>
                <a:lnTo>
                  <a:pt x="2946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p-line"/>
          <p:cNvSpPr/>
          <p:nvPr/>
        </p:nvSpPr>
        <p:spPr>
          <a:xfrm>
            <a:off x="540342" y="4344952"/>
            <a:ext cx="14303" cy="8085"/>
          </a:xfrm>
          <a:custGeom>
            <a:avLst/>
            <a:gdLst/>
            <a:ahLst/>
            <a:cxnLst/>
            <a:rect l="0" t="0" r="r" b="b"/>
            <a:pathLst>
              <a:path w="14303" h="8085">
                <a:moveTo>
                  <a:pt x="9352" y="0"/>
                </a:moveTo>
                <a:lnTo>
                  <a:pt x="14303" y="8085"/>
                </a:lnTo>
                <a:lnTo>
                  <a:pt x="0" y="549"/>
                </a:lnTo>
                <a:lnTo>
                  <a:pt x="9352" y="0"/>
                </a:lnTo>
                <a:lnTo>
                  <a:pt x="935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p-line"/>
          <p:cNvSpPr/>
          <p:nvPr/>
        </p:nvSpPr>
        <p:spPr>
          <a:xfrm>
            <a:off x="555477" y="4343261"/>
            <a:ext cx="18278" cy="24073"/>
          </a:xfrm>
          <a:custGeom>
            <a:avLst/>
            <a:gdLst/>
            <a:ahLst/>
            <a:cxnLst/>
            <a:rect l="0" t="0" r="r" b="b"/>
            <a:pathLst>
              <a:path w="18278" h="24073">
                <a:moveTo>
                  <a:pt x="9192" y="16545"/>
                </a:moveTo>
                <a:lnTo>
                  <a:pt x="0" y="24073"/>
                </a:lnTo>
                <a:lnTo>
                  <a:pt x="7875" y="0"/>
                </a:lnTo>
                <a:lnTo>
                  <a:pt x="18278" y="8381"/>
                </a:lnTo>
                <a:lnTo>
                  <a:pt x="9192" y="16545"/>
                </a:lnTo>
                <a:lnTo>
                  <a:pt x="9192" y="1654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p-line"/>
          <p:cNvSpPr/>
          <p:nvPr/>
        </p:nvSpPr>
        <p:spPr>
          <a:xfrm>
            <a:off x="422183" y="4294988"/>
            <a:ext cx="14198" cy="360"/>
          </a:xfrm>
          <a:custGeom>
            <a:avLst/>
            <a:gdLst/>
            <a:ahLst/>
            <a:cxnLst/>
            <a:rect l="0" t="0" r="r" b="b"/>
            <a:pathLst>
              <a:path w="14198" h="360">
                <a:moveTo>
                  <a:pt x="14198" y="20"/>
                </a:moveTo>
                <a:lnTo>
                  <a:pt x="0" y="0"/>
                </a:lnTo>
                <a:lnTo>
                  <a:pt x="14198" y="20"/>
                </a:lnTo>
                <a:lnTo>
                  <a:pt x="14198" y="2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p-line"/>
          <p:cNvSpPr/>
          <p:nvPr/>
        </p:nvSpPr>
        <p:spPr>
          <a:xfrm>
            <a:off x="468450" y="4278437"/>
            <a:ext cx="21552" cy="11448"/>
          </a:xfrm>
          <a:custGeom>
            <a:avLst/>
            <a:gdLst/>
            <a:ahLst/>
            <a:cxnLst/>
            <a:rect l="0" t="0" r="r" b="b"/>
            <a:pathLst>
              <a:path w="21552" h="11448">
                <a:moveTo>
                  <a:pt x="21552" y="8338"/>
                </a:moveTo>
                <a:lnTo>
                  <a:pt x="0" y="11448"/>
                </a:lnTo>
                <a:lnTo>
                  <a:pt x="15249" y="0"/>
                </a:lnTo>
                <a:lnTo>
                  <a:pt x="21552" y="8338"/>
                </a:lnTo>
                <a:lnTo>
                  <a:pt x="21552" y="8338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p-line"/>
          <p:cNvSpPr/>
          <p:nvPr/>
        </p:nvSpPr>
        <p:spPr>
          <a:xfrm>
            <a:off x="1238001" y="4684426"/>
            <a:ext cx="101656" cy="82017"/>
          </a:xfrm>
          <a:custGeom>
            <a:avLst/>
            <a:gdLst/>
            <a:ahLst/>
            <a:cxnLst/>
            <a:rect l="0" t="0" r="r" b="b"/>
            <a:pathLst>
              <a:path w="101656" h="82017">
                <a:moveTo>
                  <a:pt x="74183" y="54294"/>
                </a:moveTo>
                <a:lnTo>
                  <a:pt x="14783" y="82017"/>
                </a:lnTo>
                <a:lnTo>
                  <a:pt x="0" y="60568"/>
                </a:lnTo>
                <a:lnTo>
                  <a:pt x="21340" y="19275"/>
                </a:lnTo>
                <a:lnTo>
                  <a:pt x="74680" y="29500"/>
                </a:lnTo>
                <a:lnTo>
                  <a:pt x="80268" y="7230"/>
                </a:lnTo>
                <a:lnTo>
                  <a:pt x="101656" y="0"/>
                </a:lnTo>
                <a:lnTo>
                  <a:pt x="85634" y="15546"/>
                </a:lnTo>
                <a:lnTo>
                  <a:pt x="93439" y="34986"/>
                </a:lnTo>
                <a:lnTo>
                  <a:pt x="74183" y="54294"/>
                </a:lnTo>
                <a:lnTo>
                  <a:pt x="74183" y="5429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p-line"/>
          <p:cNvSpPr/>
          <p:nvPr/>
        </p:nvSpPr>
        <p:spPr>
          <a:xfrm>
            <a:off x="433674" y="4036258"/>
            <a:ext cx="11249" cy="7494"/>
          </a:xfrm>
          <a:custGeom>
            <a:avLst/>
            <a:gdLst/>
            <a:ahLst/>
            <a:cxnLst/>
            <a:rect l="0" t="0" r="r" b="b"/>
            <a:pathLst>
              <a:path w="11249" h="7494">
                <a:moveTo>
                  <a:pt x="11249" y="7494"/>
                </a:moveTo>
                <a:lnTo>
                  <a:pt x="0" y="0"/>
                </a:lnTo>
                <a:lnTo>
                  <a:pt x="11249" y="7494"/>
                </a:lnTo>
                <a:lnTo>
                  <a:pt x="11249" y="749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map-line"/>
          <p:cNvSpPr/>
          <p:nvPr/>
        </p:nvSpPr>
        <p:spPr>
          <a:xfrm>
            <a:off x="399379" y="3888171"/>
            <a:ext cx="10640" cy="6347"/>
          </a:xfrm>
          <a:custGeom>
            <a:avLst/>
            <a:gdLst/>
            <a:ahLst/>
            <a:cxnLst/>
            <a:rect l="0" t="0" r="r" b="b"/>
            <a:pathLst>
              <a:path w="10640" h="6347">
                <a:moveTo>
                  <a:pt x="0" y="0"/>
                </a:moveTo>
                <a:lnTo>
                  <a:pt x="10640" y="6347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p-line"/>
          <p:cNvSpPr/>
          <p:nvPr/>
        </p:nvSpPr>
        <p:spPr>
          <a:xfrm>
            <a:off x="409893" y="3842595"/>
            <a:ext cx="16667" cy="1106"/>
          </a:xfrm>
          <a:custGeom>
            <a:avLst/>
            <a:gdLst/>
            <a:ahLst/>
            <a:cxnLst/>
            <a:rect l="0" t="0" r="r" b="b"/>
            <a:pathLst>
              <a:path w="16667" h="1106">
                <a:moveTo>
                  <a:pt x="16667" y="1106"/>
                </a:moveTo>
                <a:lnTo>
                  <a:pt x="0" y="0"/>
                </a:lnTo>
                <a:lnTo>
                  <a:pt x="16667" y="1106"/>
                </a:lnTo>
                <a:lnTo>
                  <a:pt x="16667" y="110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map-line"/>
          <p:cNvSpPr/>
          <p:nvPr/>
        </p:nvSpPr>
        <p:spPr>
          <a:xfrm>
            <a:off x="376977" y="3835594"/>
            <a:ext cx="21973" cy="10360"/>
          </a:xfrm>
          <a:custGeom>
            <a:avLst/>
            <a:gdLst/>
            <a:ahLst/>
            <a:cxnLst/>
            <a:rect l="0" t="0" r="r" b="b"/>
            <a:pathLst>
              <a:path w="21973" h="10360">
                <a:moveTo>
                  <a:pt x="21973" y="0"/>
                </a:moveTo>
                <a:lnTo>
                  <a:pt x="18224" y="10360"/>
                </a:lnTo>
                <a:lnTo>
                  <a:pt x="0" y="2528"/>
                </a:lnTo>
                <a:lnTo>
                  <a:pt x="21973" y="0"/>
                </a:lnTo>
                <a:lnTo>
                  <a:pt x="2197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p-line"/>
          <p:cNvSpPr/>
          <p:nvPr/>
        </p:nvSpPr>
        <p:spPr>
          <a:xfrm>
            <a:off x="339254" y="3811313"/>
            <a:ext cx="22054" cy="14785"/>
          </a:xfrm>
          <a:custGeom>
            <a:avLst/>
            <a:gdLst/>
            <a:ahLst/>
            <a:cxnLst/>
            <a:rect l="0" t="0" r="r" b="b"/>
            <a:pathLst>
              <a:path w="22054" h="14785">
                <a:moveTo>
                  <a:pt x="22054" y="14785"/>
                </a:moveTo>
                <a:lnTo>
                  <a:pt x="0" y="0"/>
                </a:lnTo>
                <a:lnTo>
                  <a:pt x="22054" y="14785"/>
                </a:lnTo>
                <a:lnTo>
                  <a:pt x="22054" y="1478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ap-line"/>
          <p:cNvSpPr/>
          <p:nvPr/>
        </p:nvSpPr>
        <p:spPr>
          <a:xfrm>
            <a:off x="713783" y="3818415"/>
            <a:ext cx="10450" cy="14369"/>
          </a:xfrm>
          <a:custGeom>
            <a:avLst/>
            <a:gdLst/>
            <a:ahLst/>
            <a:cxnLst/>
            <a:rect l="0" t="0" r="r" b="b"/>
            <a:pathLst>
              <a:path w="10450" h="14369">
                <a:moveTo>
                  <a:pt x="10450" y="1111"/>
                </a:moveTo>
                <a:lnTo>
                  <a:pt x="0" y="14369"/>
                </a:lnTo>
                <a:lnTo>
                  <a:pt x="115" y="0"/>
                </a:lnTo>
                <a:lnTo>
                  <a:pt x="10450" y="1111"/>
                </a:lnTo>
                <a:lnTo>
                  <a:pt x="10450" y="1111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p-line"/>
          <p:cNvSpPr/>
          <p:nvPr/>
        </p:nvSpPr>
        <p:spPr>
          <a:xfrm>
            <a:off x="472664" y="3757961"/>
            <a:ext cx="16586" cy="6662"/>
          </a:xfrm>
          <a:custGeom>
            <a:avLst/>
            <a:gdLst/>
            <a:ahLst/>
            <a:cxnLst/>
            <a:rect l="0" t="0" r="r" b="b"/>
            <a:pathLst>
              <a:path w="16586" h="6662">
                <a:moveTo>
                  <a:pt x="16586" y="0"/>
                </a:moveTo>
                <a:lnTo>
                  <a:pt x="0" y="6662"/>
                </a:lnTo>
                <a:lnTo>
                  <a:pt x="16586" y="0"/>
                </a:lnTo>
                <a:lnTo>
                  <a:pt x="16586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map-line"/>
          <p:cNvSpPr/>
          <p:nvPr/>
        </p:nvSpPr>
        <p:spPr>
          <a:xfrm>
            <a:off x="1886" y="4512064"/>
            <a:ext cx="44569" cy="27655"/>
          </a:xfrm>
          <a:custGeom>
            <a:avLst/>
            <a:gdLst/>
            <a:ahLst/>
            <a:cxnLst/>
            <a:rect l="0" t="0" r="r" b="b"/>
            <a:pathLst>
              <a:path w="44569" h="27655">
                <a:moveTo>
                  <a:pt x="44569" y="0"/>
                </a:moveTo>
                <a:lnTo>
                  <a:pt x="42572" y="17093"/>
                </a:lnTo>
                <a:lnTo>
                  <a:pt x="23959" y="12559"/>
                </a:lnTo>
                <a:lnTo>
                  <a:pt x="33389" y="27655"/>
                </a:lnTo>
                <a:lnTo>
                  <a:pt x="0" y="6421"/>
                </a:lnTo>
                <a:lnTo>
                  <a:pt x="44569" y="0"/>
                </a:lnTo>
                <a:lnTo>
                  <a:pt x="44569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p-line"/>
          <p:cNvSpPr/>
          <p:nvPr/>
        </p:nvSpPr>
        <p:spPr>
          <a:xfrm>
            <a:off x="484785" y="4350151"/>
            <a:ext cx="67655" cy="33495"/>
          </a:xfrm>
          <a:custGeom>
            <a:avLst/>
            <a:gdLst/>
            <a:ahLst/>
            <a:cxnLst/>
            <a:rect l="0" t="0" r="r" b="b"/>
            <a:pathLst>
              <a:path w="67655" h="33495">
                <a:moveTo>
                  <a:pt x="67655" y="7320"/>
                </a:moveTo>
                <a:lnTo>
                  <a:pt x="64376" y="25459"/>
                </a:lnTo>
                <a:lnTo>
                  <a:pt x="58085" y="6067"/>
                </a:lnTo>
                <a:lnTo>
                  <a:pt x="47700" y="16608"/>
                </a:lnTo>
                <a:lnTo>
                  <a:pt x="51624" y="33495"/>
                </a:lnTo>
                <a:lnTo>
                  <a:pt x="0" y="11359"/>
                </a:lnTo>
                <a:lnTo>
                  <a:pt x="4887" y="0"/>
                </a:lnTo>
                <a:lnTo>
                  <a:pt x="67655" y="7320"/>
                </a:lnTo>
                <a:lnTo>
                  <a:pt x="67655" y="732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map-line"/>
          <p:cNvSpPr/>
          <p:nvPr/>
        </p:nvSpPr>
        <p:spPr>
          <a:xfrm>
            <a:off x="1353290" y="4269696"/>
            <a:ext cx="3948" cy="12917"/>
          </a:xfrm>
          <a:custGeom>
            <a:avLst/>
            <a:gdLst/>
            <a:ahLst/>
            <a:cxnLst/>
            <a:rect l="0" t="0" r="r" b="b"/>
            <a:pathLst>
              <a:path w="3948" h="12917">
                <a:moveTo>
                  <a:pt x="3948" y="12917"/>
                </a:moveTo>
                <a:lnTo>
                  <a:pt x="0" y="0"/>
                </a:lnTo>
                <a:lnTo>
                  <a:pt x="3948" y="12917"/>
                </a:lnTo>
                <a:lnTo>
                  <a:pt x="3948" y="1291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p-line"/>
          <p:cNvSpPr/>
          <p:nvPr/>
        </p:nvSpPr>
        <p:spPr>
          <a:xfrm>
            <a:off x="1286689" y="4247437"/>
            <a:ext cx="35093" cy="28276"/>
          </a:xfrm>
          <a:custGeom>
            <a:avLst/>
            <a:gdLst/>
            <a:ahLst/>
            <a:cxnLst/>
            <a:rect l="0" t="0" r="r" b="b"/>
            <a:pathLst>
              <a:path w="35093" h="28276">
                <a:moveTo>
                  <a:pt x="0" y="8219"/>
                </a:moveTo>
                <a:lnTo>
                  <a:pt x="26240" y="0"/>
                </a:lnTo>
                <a:lnTo>
                  <a:pt x="35093" y="28276"/>
                </a:lnTo>
                <a:lnTo>
                  <a:pt x="0" y="8219"/>
                </a:lnTo>
                <a:lnTo>
                  <a:pt x="0" y="821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map-line"/>
          <p:cNvSpPr/>
          <p:nvPr/>
        </p:nvSpPr>
        <p:spPr>
          <a:xfrm>
            <a:off x="519207" y="4286904"/>
            <a:ext cx="28498" cy="10800"/>
          </a:xfrm>
          <a:custGeom>
            <a:avLst/>
            <a:gdLst/>
            <a:ahLst/>
            <a:cxnLst/>
            <a:rect l="0" t="0" r="r" b="b"/>
            <a:pathLst>
              <a:path w="28498" h="10800">
                <a:moveTo>
                  <a:pt x="28498" y="0"/>
                </a:moveTo>
                <a:lnTo>
                  <a:pt x="0" y="10800"/>
                </a:lnTo>
                <a:lnTo>
                  <a:pt x="28498" y="0"/>
                </a:lnTo>
                <a:lnTo>
                  <a:pt x="28498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p-line"/>
          <p:cNvSpPr/>
          <p:nvPr/>
        </p:nvSpPr>
        <p:spPr>
          <a:xfrm>
            <a:off x="497575" y="4281653"/>
            <a:ext cx="10816" cy="5224"/>
          </a:xfrm>
          <a:custGeom>
            <a:avLst/>
            <a:gdLst/>
            <a:ahLst/>
            <a:cxnLst/>
            <a:rect l="0" t="0" r="r" b="b"/>
            <a:pathLst>
              <a:path w="10816" h="5224">
                <a:moveTo>
                  <a:pt x="10816" y="5224"/>
                </a:moveTo>
                <a:lnTo>
                  <a:pt x="0" y="0"/>
                </a:lnTo>
                <a:lnTo>
                  <a:pt x="10816" y="5224"/>
                </a:lnTo>
                <a:lnTo>
                  <a:pt x="10816" y="522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map-line"/>
          <p:cNvSpPr/>
          <p:nvPr/>
        </p:nvSpPr>
        <p:spPr>
          <a:xfrm>
            <a:off x="587375" y="4284444"/>
            <a:ext cx="11854" cy="22024"/>
          </a:xfrm>
          <a:custGeom>
            <a:avLst/>
            <a:gdLst/>
            <a:ahLst/>
            <a:cxnLst/>
            <a:rect l="0" t="0" r="r" b="b"/>
            <a:pathLst>
              <a:path w="11854" h="22024">
                <a:moveTo>
                  <a:pt x="7981" y="11387"/>
                </a:moveTo>
                <a:lnTo>
                  <a:pt x="11854" y="22024"/>
                </a:lnTo>
                <a:lnTo>
                  <a:pt x="0" y="17801"/>
                </a:lnTo>
                <a:lnTo>
                  <a:pt x="5628" y="0"/>
                </a:lnTo>
                <a:lnTo>
                  <a:pt x="7981" y="11387"/>
                </a:lnTo>
                <a:lnTo>
                  <a:pt x="7981" y="1138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p-line"/>
          <p:cNvSpPr/>
          <p:nvPr/>
        </p:nvSpPr>
        <p:spPr>
          <a:xfrm>
            <a:off x="493240" y="4203052"/>
            <a:ext cx="61401" cy="34286"/>
          </a:xfrm>
          <a:custGeom>
            <a:avLst/>
            <a:gdLst/>
            <a:ahLst/>
            <a:cxnLst/>
            <a:rect l="0" t="0" r="r" b="b"/>
            <a:pathLst>
              <a:path w="61401" h="34286">
                <a:moveTo>
                  <a:pt x="61401" y="0"/>
                </a:moveTo>
                <a:lnTo>
                  <a:pt x="45883" y="34286"/>
                </a:lnTo>
                <a:lnTo>
                  <a:pt x="0" y="31222"/>
                </a:lnTo>
                <a:lnTo>
                  <a:pt x="61401" y="0"/>
                </a:lnTo>
                <a:lnTo>
                  <a:pt x="6140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map-line"/>
          <p:cNvSpPr/>
          <p:nvPr/>
        </p:nvSpPr>
        <p:spPr>
          <a:xfrm>
            <a:off x="983754" y="4181563"/>
            <a:ext cx="10359" cy="2015"/>
          </a:xfrm>
          <a:custGeom>
            <a:avLst/>
            <a:gdLst/>
            <a:ahLst/>
            <a:cxnLst/>
            <a:rect l="0" t="0" r="r" b="b"/>
            <a:pathLst>
              <a:path w="10359" h="2015">
                <a:moveTo>
                  <a:pt x="0" y="2015"/>
                </a:moveTo>
                <a:lnTo>
                  <a:pt x="10359" y="0"/>
                </a:lnTo>
                <a:lnTo>
                  <a:pt x="0" y="2015"/>
                </a:lnTo>
                <a:lnTo>
                  <a:pt x="0" y="201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p-line"/>
          <p:cNvSpPr/>
          <p:nvPr/>
        </p:nvSpPr>
        <p:spPr>
          <a:xfrm>
            <a:off x="219068" y="4152943"/>
            <a:ext cx="21161" cy="24927"/>
          </a:xfrm>
          <a:custGeom>
            <a:avLst/>
            <a:gdLst/>
            <a:ahLst/>
            <a:cxnLst/>
            <a:rect l="0" t="0" r="r" b="b"/>
            <a:pathLst>
              <a:path w="21161" h="24927">
                <a:moveTo>
                  <a:pt x="21161" y="5859"/>
                </a:moveTo>
                <a:lnTo>
                  <a:pt x="20959" y="24927"/>
                </a:lnTo>
                <a:lnTo>
                  <a:pt x="0" y="24504"/>
                </a:lnTo>
                <a:lnTo>
                  <a:pt x="2254" y="0"/>
                </a:lnTo>
                <a:lnTo>
                  <a:pt x="21161" y="5859"/>
                </a:lnTo>
                <a:lnTo>
                  <a:pt x="21161" y="585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map-line"/>
          <p:cNvSpPr/>
          <p:nvPr/>
        </p:nvSpPr>
        <p:spPr>
          <a:xfrm>
            <a:off x="1050030" y="4163512"/>
            <a:ext cx="23189" cy="21258"/>
          </a:xfrm>
          <a:custGeom>
            <a:avLst/>
            <a:gdLst/>
            <a:ahLst/>
            <a:cxnLst/>
            <a:rect l="0" t="0" r="r" b="b"/>
            <a:pathLst>
              <a:path w="23189" h="21258">
                <a:moveTo>
                  <a:pt x="23189" y="3229"/>
                </a:moveTo>
                <a:lnTo>
                  <a:pt x="0" y="21258"/>
                </a:lnTo>
                <a:lnTo>
                  <a:pt x="6576" y="0"/>
                </a:lnTo>
                <a:lnTo>
                  <a:pt x="23189" y="3229"/>
                </a:lnTo>
                <a:lnTo>
                  <a:pt x="23189" y="3229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p-line"/>
          <p:cNvSpPr/>
          <p:nvPr/>
        </p:nvSpPr>
        <p:spPr>
          <a:xfrm>
            <a:off x="1016181" y="4152333"/>
            <a:ext cx="14521" cy="10421"/>
          </a:xfrm>
          <a:custGeom>
            <a:avLst/>
            <a:gdLst/>
            <a:ahLst/>
            <a:cxnLst/>
            <a:rect l="0" t="0" r="r" b="b"/>
            <a:pathLst>
              <a:path w="14521" h="10421">
                <a:moveTo>
                  <a:pt x="14521" y="0"/>
                </a:moveTo>
                <a:lnTo>
                  <a:pt x="0" y="10421"/>
                </a:lnTo>
                <a:lnTo>
                  <a:pt x="14521" y="0"/>
                </a:lnTo>
                <a:lnTo>
                  <a:pt x="14521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map-line"/>
          <p:cNvSpPr/>
          <p:nvPr/>
        </p:nvSpPr>
        <p:spPr>
          <a:xfrm>
            <a:off x="999082" y="4031595"/>
            <a:ext cx="57594" cy="21135"/>
          </a:xfrm>
          <a:custGeom>
            <a:avLst/>
            <a:gdLst/>
            <a:ahLst/>
            <a:cxnLst/>
            <a:rect l="0" t="0" r="r" b="b"/>
            <a:pathLst>
              <a:path w="57594" h="21135">
                <a:moveTo>
                  <a:pt x="57594" y="6642"/>
                </a:moveTo>
                <a:lnTo>
                  <a:pt x="47908" y="21135"/>
                </a:lnTo>
                <a:lnTo>
                  <a:pt x="0" y="13632"/>
                </a:lnTo>
                <a:lnTo>
                  <a:pt x="40553" y="0"/>
                </a:lnTo>
                <a:lnTo>
                  <a:pt x="57594" y="6642"/>
                </a:lnTo>
                <a:lnTo>
                  <a:pt x="57594" y="664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p-line"/>
          <p:cNvSpPr/>
          <p:nvPr/>
        </p:nvSpPr>
        <p:spPr>
          <a:xfrm>
            <a:off x="980019" y="4011628"/>
            <a:ext cx="32621" cy="21322"/>
          </a:xfrm>
          <a:custGeom>
            <a:avLst/>
            <a:gdLst/>
            <a:ahLst/>
            <a:cxnLst/>
            <a:rect l="0" t="0" r="r" b="b"/>
            <a:pathLst>
              <a:path w="32621" h="21322">
                <a:moveTo>
                  <a:pt x="23249" y="13667"/>
                </a:moveTo>
                <a:lnTo>
                  <a:pt x="0" y="21322"/>
                </a:lnTo>
                <a:lnTo>
                  <a:pt x="19194" y="0"/>
                </a:lnTo>
                <a:lnTo>
                  <a:pt x="32621" y="4085"/>
                </a:lnTo>
                <a:lnTo>
                  <a:pt x="23249" y="13667"/>
                </a:lnTo>
                <a:lnTo>
                  <a:pt x="23249" y="1366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map-line"/>
          <p:cNvSpPr/>
          <p:nvPr/>
        </p:nvSpPr>
        <p:spPr>
          <a:xfrm>
            <a:off x="683495" y="3855021"/>
            <a:ext cx="266670" cy="230619"/>
          </a:xfrm>
          <a:custGeom>
            <a:avLst/>
            <a:gdLst/>
            <a:ahLst/>
            <a:cxnLst/>
            <a:rect l="0" t="0" r="r" b="b"/>
            <a:pathLst>
              <a:path w="266670" h="230619">
                <a:moveTo>
                  <a:pt x="266670" y="122993"/>
                </a:moveTo>
                <a:lnTo>
                  <a:pt x="242294" y="163688"/>
                </a:lnTo>
                <a:lnTo>
                  <a:pt x="165321" y="180728"/>
                </a:lnTo>
                <a:lnTo>
                  <a:pt x="150247" y="195915"/>
                </a:lnTo>
                <a:lnTo>
                  <a:pt x="147523" y="186360"/>
                </a:lnTo>
                <a:lnTo>
                  <a:pt x="86019" y="193152"/>
                </a:lnTo>
                <a:lnTo>
                  <a:pt x="34247" y="230437"/>
                </a:lnTo>
                <a:lnTo>
                  <a:pt x="4467" y="230619"/>
                </a:lnTo>
                <a:lnTo>
                  <a:pt x="0" y="217542"/>
                </a:lnTo>
                <a:lnTo>
                  <a:pt x="34756" y="170004"/>
                </a:lnTo>
                <a:lnTo>
                  <a:pt x="49102" y="106085"/>
                </a:lnTo>
                <a:lnTo>
                  <a:pt x="82573" y="104249"/>
                </a:lnTo>
                <a:lnTo>
                  <a:pt x="65927" y="88618"/>
                </a:lnTo>
                <a:lnTo>
                  <a:pt x="75973" y="62552"/>
                </a:lnTo>
                <a:lnTo>
                  <a:pt x="101420" y="68914"/>
                </a:lnTo>
                <a:lnTo>
                  <a:pt x="74256" y="57779"/>
                </a:lnTo>
                <a:lnTo>
                  <a:pt x="76390" y="46953"/>
                </a:lnTo>
                <a:lnTo>
                  <a:pt x="100914" y="11184"/>
                </a:lnTo>
                <a:lnTo>
                  <a:pt x="126401" y="29125"/>
                </a:lnTo>
                <a:lnTo>
                  <a:pt x="127781" y="0"/>
                </a:lnTo>
                <a:lnTo>
                  <a:pt x="163776" y="17270"/>
                </a:lnTo>
                <a:lnTo>
                  <a:pt x="134207" y="93362"/>
                </a:lnTo>
                <a:lnTo>
                  <a:pt x="155780" y="56084"/>
                </a:lnTo>
                <a:lnTo>
                  <a:pt x="184487" y="37386"/>
                </a:lnTo>
                <a:lnTo>
                  <a:pt x="221332" y="66650"/>
                </a:lnTo>
                <a:lnTo>
                  <a:pt x="228553" y="95860"/>
                </a:lnTo>
                <a:lnTo>
                  <a:pt x="235405" y="83251"/>
                </a:lnTo>
                <a:lnTo>
                  <a:pt x="253621" y="88761"/>
                </a:lnTo>
                <a:lnTo>
                  <a:pt x="266670" y="122993"/>
                </a:lnTo>
                <a:lnTo>
                  <a:pt x="266670" y="12299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p-line"/>
          <p:cNvSpPr/>
          <p:nvPr/>
        </p:nvSpPr>
        <p:spPr>
          <a:xfrm>
            <a:off x="352187" y="3737984"/>
            <a:ext cx="111544" cy="61982"/>
          </a:xfrm>
          <a:custGeom>
            <a:avLst/>
            <a:gdLst/>
            <a:ahLst/>
            <a:cxnLst/>
            <a:rect l="0" t="0" r="r" b="b"/>
            <a:pathLst>
              <a:path w="111544" h="61982">
                <a:moveTo>
                  <a:pt x="107845" y="31584"/>
                </a:moveTo>
                <a:lnTo>
                  <a:pt x="111544" y="43459"/>
                </a:lnTo>
                <a:lnTo>
                  <a:pt x="81453" y="61655"/>
                </a:lnTo>
                <a:lnTo>
                  <a:pt x="35066" y="61982"/>
                </a:lnTo>
                <a:lnTo>
                  <a:pt x="52601" y="52286"/>
                </a:lnTo>
                <a:lnTo>
                  <a:pt x="4050" y="32172"/>
                </a:lnTo>
                <a:lnTo>
                  <a:pt x="14406" y="23307"/>
                </a:lnTo>
                <a:lnTo>
                  <a:pt x="0" y="0"/>
                </a:lnTo>
                <a:lnTo>
                  <a:pt x="107845" y="31584"/>
                </a:lnTo>
                <a:lnTo>
                  <a:pt x="107845" y="3158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map-line"/>
          <p:cNvSpPr/>
          <p:nvPr/>
        </p:nvSpPr>
        <p:spPr>
          <a:xfrm>
            <a:off x="423114" y="3748230"/>
            <a:ext cx="296085" cy="201822"/>
          </a:xfrm>
          <a:custGeom>
            <a:avLst/>
            <a:gdLst/>
            <a:ahLst/>
            <a:cxnLst/>
            <a:rect l="0" t="0" r="r" b="b"/>
            <a:pathLst>
              <a:path w="296085" h="201822">
                <a:moveTo>
                  <a:pt x="288147" y="168122"/>
                </a:moveTo>
                <a:lnTo>
                  <a:pt x="289801" y="182831"/>
                </a:lnTo>
                <a:lnTo>
                  <a:pt x="267566" y="201822"/>
                </a:lnTo>
                <a:lnTo>
                  <a:pt x="183677" y="200689"/>
                </a:lnTo>
                <a:lnTo>
                  <a:pt x="157444" y="172978"/>
                </a:lnTo>
                <a:lnTo>
                  <a:pt x="110972" y="169009"/>
                </a:lnTo>
                <a:lnTo>
                  <a:pt x="102430" y="151015"/>
                </a:lnTo>
                <a:lnTo>
                  <a:pt x="75014" y="155959"/>
                </a:lnTo>
                <a:lnTo>
                  <a:pt x="56625" y="126545"/>
                </a:lnTo>
                <a:lnTo>
                  <a:pt x="58649" y="91571"/>
                </a:lnTo>
                <a:lnTo>
                  <a:pt x="33099" y="92245"/>
                </a:lnTo>
                <a:lnTo>
                  <a:pt x="45656" y="88197"/>
                </a:lnTo>
                <a:lnTo>
                  <a:pt x="33978" y="79802"/>
                </a:lnTo>
                <a:lnTo>
                  <a:pt x="42661" y="71312"/>
                </a:lnTo>
                <a:lnTo>
                  <a:pt x="13835" y="93567"/>
                </a:lnTo>
                <a:lnTo>
                  <a:pt x="16809" y="81586"/>
                </a:lnTo>
                <a:lnTo>
                  <a:pt x="0" y="74355"/>
                </a:lnTo>
                <a:lnTo>
                  <a:pt x="17357" y="76681"/>
                </a:lnTo>
                <a:lnTo>
                  <a:pt x="78132" y="42399"/>
                </a:lnTo>
                <a:lnTo>
                  <a:pt x="60386" y="28620"/>
                </a:lnTo>
                <a:lnTo>
                  <a:pt x="91879" y="603"/>
                </a:lnTo>
                <a:lnTo>
                  <a:pt x="102551" y="13636"/>
                </a:lnTo>
                <a:lnTo>
                  <a:pt x="113827" y="1115"/>
                </a:lnTo>
                <a:lnTo>
                  <a:pt x="203060" y="0"/>
                </a:lnTo>
                <a:lnTo>
                  <a:pt x="216603" y="14097"/>
                </a:lnTo>
                <a:lnTo>
                  <a:pt x="180784" y="65949"/>
                </a:lnTo>
                <a:lnTo>
                  <a:pt x="209374" y="36717"/>
                </a:lnTo>
                <a:lnTo>
                  <a:pt x="227464" y="40820"/>
                </a:lnTo>
                <a:lnTo>
                  <a:pt x="233605" y="15116"/>
                </a:lnTo>
                <a:lnTo>
                  <a:pt x="260930" y="15918"/>
                </a:lnTo>
                <a:lnTo>
                  <a:pt x="296085" y="55788"/>
                </a:lnTo>
                <a:lnTo>
                  <a:pt x="285522" y="61908"/>
                </a:lnTo>
                <a:lnTo>
                  <a:pt x="279089" y="126676"/>
                </a:lnTo>
                <a:lnTo>
                  <a:pt x="270415" y="136478"/>
                </a:lnTo>
                <a:lnTo>
                  <a:pt x="252763" y="128902"/>
                </a:lnTo>
                <a:lnTo>
                  <a:pt x="288147" y="168122"/>
                </a:lnTo>
                <a:lnTo>
                  <a:pt x="288147" y="168122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p-line"/>
          <p:cNvSpPr/>
          <p:nvPr/>
        </p:nvSpPr>
        <p:spPr>
          <a:xfrm>
            <a:off x="337341" y="3574808"/>
            <a:ext cx="61266" cy="22927"/>
          </a:xfrm>
          <a:custGeom>
            <a:avLst/>
            <a:gdLst/>
            <a:ahLst/>
            <a:cxnLst/>
            <a:rect l="0" t="0" r="r" b="b"/>
            <a:pathLst>
              <a:path w="61266" h="22927">
                <a:moveTo>
                  <a:pt x="61266" y="11203"/>
                </a:moveTo>
                <a:lnTo>
                  <a:pt x="46027" y="22927"/>
                </a:lnTo>
                <a:lnTo>
                  <a:pt x="0" y="0"/>
                </a:lnTo>
                <a:lnTo>
                  <a:pt x="61266" y="11203"/>
                </a:lnTo>
                <a:lnTo>
                  <a:pt x="61266" y="1120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map-line"/>
          <p:cNvSpPr/>
          <p:nvPr/>
        </p:nvSpPr>
        <p:spPr>
          <a:xfrm>
            <a:off x="378762" y="3582126"/>
            <a:ext cx="259172" cy="178551"/>
          </a:xfrm>
          <a:custGeom>
            <a:avLst/>
            <a:gdLst/>
            <a:ahLst/>
            <a:cxnLst/>
            <a:rect l="0" t="0" r="r" b="b"/>
            <a:pathLst>
              <a:path w="259172" h="178551">
                <a:moveTo>
                  <a:pt x="250567" y="80377"/>
                </a:moveTo>
                <a:lnTo>
                  <a:pt x="259172" y="83571"/>
                </a:lnTo>
                <a:lnTo>
                  <a:pt x="249112" y="91480"/>
                </a:lnTo>
                <a:lnTo>
                  <a:pt x="226386" y="90303"/>
                </a:lnTo>
                <a:lnTo>
                  <a:pt x="221260" y="110222"/>
                </a:lnTo>
                <a:lnTo>
                  <a:pt x="235821" y="139675"/>
                </a:lnTo>
                <a:lnTo>
                  <a:pt x="226013" y="152930"/>
                </a:lnTo>
                <a:lnTo>
                  <a:pt x="119772" y="161516"/>
                </a:lnTo>
                <a:lnTo>
                  <a:pt x="87007" y="178551"/>
                </a:lnTo>
                <a:lnTo>
                  <a:pt x="22853" y="145810"/>
                </a:lnTo>
                <a:lnTo>
                  <a:pt x="55322" y="149421"/>
                </a:lnTo>
                <a:lnTo>
                  <a:pt x="26487" y="128952"/>
                </a:lnTo>
                <a:lnTo>
                  <a:pt x="71390" y="130905"/>
                </a:lnTo>
                <a:lnTo>
                  <a:pt x="0" y="122814"/>
                </a:lnTo>
                <a:lnTo>
                  <a:pt x="10747" y="113059"/>
                </a:lnTo>
                <a:lnTo>
                  <a:pt x="48495" y="116521"/>
                </a:lnTo>
                <a:lnTo>
                  <a:pt x="20829" y="103308"/>
                </a:lnTo>
                <a:lnTo>
                  <a:pt x="55950" y="99094"/>
                </a:lnTo>
                <a:lnTo>
                  <a:pt x="79351" y="61122"/>
                </a:lnTo>
                <a:lnTo>
                  <a:pt x="50574" y="64408"/>
                </a:lnTo>
                <a:lnTo>
                  <a:pt x="57922" y="47249"/>
                </a:lnTo>
                <a:lnTo>
                  <a:pt x="76604" y="41811"/>
                </a:lnTo>
                <a:lnTo>
                  <a:pt x="73906" y="32368"/>
                </a:lnTo>
                <a:lnTo>
                  <a:pt x="170374" y="8865"/>
                </a:lnTo>
                <a:lnTo>
                  <a:pt x="154273" y="728"/>
                </a:lnTo>
                <a:lnTo>
                  <a:pt x="179550" y="0"/>
                </a:lnTo>
                <a:lnTo>
                  <a:pt x="214236" y="49328"/>
                </a:lnTo>
                <a:lnTo>
                  <a:pt x="251270" y="67913"/>
                </a:lnTo>
                <a:lnTo>
                  <a:pt x="250567" y="80377"/>
                </a:lnTo>
                <a:lnTo>
                  <a:pt x="250567" y="8037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p-line"/>
          <p:cNvSpPr/>
          <p:nvPr/>
        </p:nvSpPr>
        <p:spPr>
          <a:xfrm>
            <a:off x="346859" y="4116620"/>
            <a:ext cx="8893" cy="846"/>
          </a:xfrm>
          <a:custGeom>
            <a:avLst/>
            <a:gdLst/>
            <a:ahLst/>
            <a:cxnLst/>
            <a:rect l="0" t="0" r="r" b="b"/>
            <a:pathLst>
              <a:path w="8893" h="846">
                <a:moveTo>
                  <a:pt x="8893" y="846"/>
                </a:moveTo>
                <a:lnTo>
                  <a:pt x="0" y="0"/>
                </a:lnTo>
                <a:lnTo>
                  <a:pt x="8893" y="846"/>
                </a:lnTo>
                <a:lnTo>
                  <a:pt x="8893" y="846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map-line"/>
          <p:cNvSpPr/>
          <p:nvPr/>
        </p:nvSpPr>
        <p:spPr>
          <a:xfrm>
            <a:off x="580979" y="4278251"/>
            <a:ext cx="23079" cy="454"/>
          </a:xfrm>
          <a:custGeom>
            <a:avLst/>
            <a:gdLst/>
            <a:ahLst/>
            <a:cxnLst/>
            <a:rect l="0" t="0" r="r" b="b"/>
            <a:pathLst>
              <a:path w="23079" h="454">
                <a:moveTo>
                  <a:pt x="23079" y="454"/>
                </a:moveTo>
                <a:lnTo>
                  <a:pt x="0" y="0"/>
                </a:lnTo>
                <a:lnTo>
                  <a:pt x="23079" y="454"/>
                </a:lnTo>
                <a:lnTo>
                  <a:pt x="23079" y="454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p-line"/>
          <p:cNvSpPr/>
          <p:nvPr/>
        </p:nvSpPr>
        <p:spPr>
          <a:xfrm>
            <a:off x="187918" y="4176583"/>
            <a:ext cx="19282" cy="23284"/>
          </a:xfrm>
          <a:custGeom>
            <a:avLst/>
            <a:gdLst/>
            <a:ahLst/>
            <a:cxnLst/>
            <a:rect l="0" t="0" r="r" b="b"/>
            <a:pathLst>
              <a:path w="19282" h="23284">
                <a:moveTo>
                  <a:pt x="19282" y="0"/>
                </a:moveTo>
                <a:lnTo>
                  <a:pt x="4497" y="23284"/>
                </a:lnTo>
                <a:lnTo>
                  <a:pt x="0" y="6811"/>
                </a:lnTo>
                <a:lnTo>
                  <a:pt x="19282" y="0"/>
                </a:lnTo>
                <a:lnTo>
                  <a:pt x="19282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map-line"/>
          <p:cNvSpPr/>
          <p:nvPr/>
        </p:nvSpPr>
        <p:spPr>
          <a:xfrm>
            <a:off x="6744727" y="4957760"/>
            <a:ext cx="85593" cy="23257"/>
          </a:xfrm>
          <a:custGeom>
            <a:avLst/>
            <a:gdLst/>
            <a:ahLst/>
            <a:cxnLst/>
            <a:rect l="0" t="0" r="r" b="b"/>
            <a:pathLst>
              <a:path w="85593" h="23257">
                <a:moveTo>
                  <a:pt x="85593" y="0"/>
                </a:moveTo>
                <a:lnTo>
                  <a:pt x="0" y="23257"/>
                </a:lnTo>
                <a:lnTo>
                  <a:pt x="85593" y="0"/>
                </a:lnTo>
                <a:lnTo>
                  <a:pt x="85593" y="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p-line"/>
          <p:cNvSpPr/>
          <p:nvPr/>
        </p:nvSpPr>
        <p:spPr>
          <a:xfrm>
            <a:off x="6579039" y="5037165"/>
            <a:ext cx="149144" cy="47510"/>
          </a:xfrm>
          <a:custGeom>
            <a:avLst/>
            <a:gdLst/>
            <a:ahLst/>
            <a:cxnLst/>
            <a:rect l="0" t="0" r="r" b="b"/>
            <a:pathLst>
              <a:path w="149144" h="47510">
                <a:moveTo>
                  <a:pt x="137377" y="23675"/>
                </a:moveTo>
                <a:lnTo>
                  <a:pt x="149144" y="31545"/>
                </a:lnTo>
                <a:lnTo>
                  <a:pt x="106348" y="42204"/>
                </a:lnTo>
                <a:lnTo>
                  <a:pt x="26123" y="34076"/>
                </a:lnTo>
                <a:lnTo>
                  <a:pt x="0" y="47510"/>
                </a:lnTo>
                <a:lnTo>
                  <a:pt x="1106" y="23633"/>
                </a:lnTo>
                <a:lnTo>
                  <a:pt x="24635" y="0"/>
                </a:lnTo>
                <a:lnTo>
                  <a:pt x="52014" y="18986"/>
                </a:lnTo>
                <a:lnTo>
                  <a:pt x="137377" y="23675"/>
                </a:lnTo>
                <a:lnTo>
                  <a:pt x="137377" y="23675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map-line"/>
          <p:cNvSpPr/>
          <p:nvPr/>
        </p:nvSpPr>
        <p:spPr>
          <a:xfrm>
            <a:off x="5900348" y="4760823"/>
            <a:ext cx="72047" cy="169015"/>
          </a:xfrm>
          <a:custGeom>
            <a:avLst/>
            <a:gdLst/>
            <a:ahLst/>
            <a:cxnLst/>
            <a:rect l="0" t="0" r="r" b="b"/>
            <a:pathLst>
              <a:path w="72047" h="169015">
                <a:moveTo>
                  <a:pt x="59306" y="16923"/>
                </a:moveTo>
                <a:lnTo>
                  <a:pt x="72047" y="34735"/>
                </a:lnTo>
                <a:lnTo>
                  <a:pt x="52639" y="74845"/>
                </a:lnTo>
                <a:lnTo>
                  <a:pt x="54576" y="114453"/>
                </a:lnTo>
                <a:lnTo>
                  <a:pt x="71215" y="169015"/>
                </a:lnTo>
                <a:lnTo>
                  <a:pt x="51243" y="163046"/>
                </a:lnTo>
                <a:lnTo>
                  <a:pt x="53706" y="141737"/>
                </a:lnTo>
                <a:lnTo>
                  <a:pt x="12748" y="76019"/>
                </a:lnTo>
                <a:lnTo>
                  <a:pt x="0" y="89680"/>
                </a:lnTo>
                <a:lnTo>
                  <a:pt x="15299" y="34693"/>
                </a:lnTo>
                <a:lnTo>
                  <a:pt x="11388" y="0"/>
                </a:lnTo>
                <a:lnTo>
                  <a:pt x="59306" y="16923"/>
                </a:lnTo>
                <a:lnTo>
                  <a:pt x="59306" y="16923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p-line"/>
          <p:cNvSpPr/>
          <p:nvPr/>
        </p:nvSpPr>
        <p:spPr>
          <a:xfrm>
            <a:off x="5005781" y="3723469"/>
            <a:ext cx="1590954" cy="2657349"/>
          </a:xfrm>
          <a:custGeom>
            <a:avLst/>
            <a:gdLst/>
            <a:ahLst/>
            <a:cxnLst/>
            <a:rect l="0" t="0" r="r" b="b"/>
            <a:pathLst>
              <a:path w="1590954" h="2657349">
                <a:moveTo>
                  <a:pt x="964644" y="25297"/>
                </a:moveTo>
                <a:lnTo>
                  <a:pt x="945020" y="52391"/>
                </a:lnTo>
                <a:lnTo>
                  <a:pt x="956478" y="55062"/>
                </a:lnTo>
                <a:lnTo>
                  <a:pt x="965694" y="89590"/>
                </a:lnTo>
                <a:lnTo>
                  <a:pt x="938799" y="101074"/>
                </a:lnTo>
                <a:lnTo>
                  <a:pt x="967946" y="122855"/>
                </a:lnTo>
                <a:lnTo>
                  <a:pt x="979198" y="164047"/>
                </a:lnTo>
                <a:lnTo>
                  <a:pt x="957213" y="175293"/>
                </a:lnTo>
                <a:lnTo>
                  <a:pt x="956345" y="193008"/>
                </a:lnTo>
                <a:lnTo>
                  <a:pt x="978342" y="183342"/>
                </a:lnTo>
                <a:lnTo>
                  <a:pt x="988802" y="192720"/>
                </a:lnTo>
                <a:lnTo>
                  <a:pt x="969994" y="205278"/>
                </a:lnTo>
                <a:lnTo>
                  <a:pt x="985903" y="204010"/>
                </a:lnTo>
                <a:lnTo>
                  <a:pt x="992428" y="219697"/>
                </a:lnTo>
                <a:lnTo>
                  <a:pt x="975995" y="241866"/>
                </a:lnTo>
                <a:lnTo>
                  <a:pt x="991213" y="240533"/>
                </a:lnTo>
                <a:lnTo>
                  <a:pt x="988382" y="256370"/>
                </a:lnTo>
                <a:lnTo>
                  <a:pt x="1007141" y="245090"/>
                </a:lnTo>
                <a:lnTo>
                  <a:pt x="1004570" y="265363"/>
                </a:lnTo>
                <a:lnTo>
                  <a:pt x="979593" y="277297"/>
                </a:lnTo>
                <a:lnTo>
                  <a:pt x="1008232" y="273745"/>
                </a:lnTo>
                <a:lnTo>
                  <a:pt x="1020191" y="296163"/>
                </a:lnTo>
                <a:lnTo>
                  <a:pt x="1001313" y="294743"/>
                </a:lnTo>
                <a:lnTo>
                  <a:pt x="1017912" y="304924"/>
                </a:lnTo>
                <a:lnTo>
                  <a:pt x="1006384" y="340897"/>
                </a:lnTo>
                <a:lnTo>
                  <a:pt x="1020660" y="339128"/>
                </a:lnTo>
                <a:lnTo>
                  <a:pt x="1019714" y="361281"/>
                </a:lnTo>
                <a:lnTo>
                  <a:pt x="1004000" y="354061"/>
                </a:lnTo>
                <a:lnTo>
                  <a:pt x="1025471" y="368835"/>
                </a:lnTo>
                <a:lnTo>
                  <a:pt x="1030338" y="391724"/>
                </a:lnTo>
                <a:lnTo>
                  <a:pt x="1015589" y="427994"/>
                </a:lnTo>
                <a:lnTo>
                  <a:pt x="1030296" y="440114"/>
                </a:lnTo>
                <a:lnTo>
                  <a:pt x="1017441" y="453755"/>
                </a:lnTo>
                <a:lnTo>
                  <a:pt x="1043164" y="453471"/>
                </a:lnTo>
                <a:lnTo>
                  <a:pt x="1045303" y="471623"/>
                </a:lnTo>
                <a:lnTo>
                  <a:pt x="1089638" y="508638"/>
                </a:lnTo>
                <a:lnTo>
                  <a:pt x="1090506" y="523660"/>
                </a:lnTo>
                <a:lnTo>
                  <a:pt x="1050206" y="534814"/>
                </a:lnTo>
                <a:lnTo>
                  <a:pt x="1024367" y="529114"/>
                </a:lnTo>
                <a:lnTo>
                  <a:pt x="1027122" y="516826"/>
                </a:lnTo>
                <a:lnTo>
                  <a:pt x="1009884" y="529807"/>
                </a:lnTo>
                <a:lnTo>
                  <a:pt x="984585" y="521067"/>
                </a:lnTo>
                <a:lnTo>
                  <a:pt x="928354" y="537510"/>
                </a:lnTo>
                <a:lnTo>
                  <a:pt x="935794" y="547170"/>
                </a:lnTo>
                <a:lnTo>
                  <a:pt x="870575" y="655486"/>
                </a:lnTo>
                <a:lnTo>
                  <a:pt x="878695" y="679706"/>
                </a:lnTo>
                <a:lnTo>
                  <a:pt x="862015" y="696561"/>
                </a:lnTo>
                <a:lnTo>
                  <a:pt x="874029" y="700309"/>
                </a:lnTo>
                <a:lnTo>
                  <a:pt x="872870" y="719316"/>
                </a:lnTo>
                <a:lnTo>
                  <a:pt x="853245" y="724576"/>
                </a:lnTo>
                <a:lnTo>
                  <a:pt x="869783" y="732979"/>
                </a:lnTo>
                <a:lnTo>
                  <a:pt x="905671" y="845601"/>
                </a:lnTo>
                <a:lnTo>
                  <a:pt x="899120" y="856294"/>
                </a:lnTo>
                <a:lnTo>
                  <a:pt x="886186" y="848243"/>
                </a:lnTo>
                <a:lnTo>
                  <a:pt x="809346" y="766291"/>
                </a:lnTo>
                <a:lnTo>
                  <a:pt x="800102" y="799441"/>
                </a:lnTo>
                <a:lnTo>
                  <a:pt x="807829" y="812735"/>
                </a:lnTo>
                <a:lnTo>
                  <a:pt x="807616" y="782761"/>
                </a:lnTo>
                <a:lnTo>
                  <a:pt x="811304" y="844929"/>
                </a:lnTo>
                <a:lnTo>
                  <a:pt x="798526" y="861148"/>
                </a:lnTo>
                <a:lnTo>
                  <a:pt x="811862" y="894501"/>
                </a:lnTo>
                <a:lnTo>
                  <a:pt x="798800" y="889556"/>
                </a:lnTo>
                <a:lnTo>
                  <a:pt x="793964" y="907675"/>
                </a:lnTo>
                <a:lnTo>
                  <a:pt x="827068" y="907070"/>
                </a:lnTo>
                <a:lnTo>
                  <a:pt x="838208" y="957043"/>
                </a:lnTo>
                <a:lnTo>
                  <a:pt x="770548" y="948421"/>
                </a:lnTo>
                <a:lnTo>
                  <a:pt x="776219" y="994459"/>
                </a:lnTo>
                <a:lnTo>
                  <a:pt x="793260" y="998539"/>
                </a:lnTo>
                <a:lnTo>
                  <a:pt x="777184" y="1003838"/>
                </a:lnTo>
                <a:lnTo>
                  <a:pt x="772462" y="981870"/>
                </a:lnTo>
                <a:lnTo>
                  <a:pt x="733916" y="1019271"/>
                </a:lnTo>
                <a:lnTo>
                  <a:pt x="747701" y="1023193"/>
                </a:lnTo>
                <a:lnTo>
                  <a:pt x="751159" y="1013107"/>
                </a:lnTo>
                <a:lnTo>
                  <a:pt x="752056" y="1063220"/>
                </a:lnTo>
                <a:lnTo>
                  <a:pt x="782858" y="1082787"/>
                </a:lnTo>
                <a:lnTo>
                  <a:pt x="782132" y="1106585"/>
                </a:lnTo>
                <a:lnTo>
                  <a:pt x="829866" y="1126688"/>
                </a:lnTo>
                <a:lnTo>
                  <a:pt x="824039" y="1151124"/>
                </a:lnTo>
                <a:lnTo>
                  <a:pt x="857847" y="1153427"/>
                </a:lnTo>
                <a:lnTo>
                  <a:pt x="859365" y="1166054"/>
                </a:lnTo>
                <a:lnTo>
                  <a:pt x="838128" y="1160776"/>
                </a:lnTo>
                <a:lnTo>
                  <a:pt x="828677" y="1176294"/>
                </a:lnTo>
                <a:lnTo>
                  <a:pt x="863707" y="1180614"/>
                </a:lnTo>
                <a:lnTo>
                  <a:pt x="862022" y="1201920"/>
                </a:lnTo>
                <a:lnTo>
                  <a:pt x="851960" y="1192958"/>
                </a:lnTo>
                <a:lnTo>
                  <a:pt x="855290" y="1220823"/>
                </a:lnTo>
                <a:lnTo>
                  <a:pt x="867909" y="1217126"/>
                </a:lnTo>
                <a:lnTo>
                  <a:pt x="872124" y="1266110"/>
                </a:lnTo>
                <a:lnTo>
                  <a:pt x="931470" y="1361803"/>
                </a:lnTo>
                <a:lnTo>
                  <a:pt x="966895" y="1378226"/>
                </a:lnTo>
                <a:lnTo>
                  <a:pt x="1003601" y="1360319"/>
                </a:lnTo>
                <a:lnTo>
                  <a:pt x="1011732" y="1379001"/>
                </a:lnTo>
                <a:lnTo>
                  <a:pt x="1012000" y="1358552"/>
                </a:lnTo>
                <a:lnTo>
                  <a:pt x="985509" y="1337413"/>
                </a:lnTo>
                <a:lnTo>
                  <a:pt x="990037" y="1321242"/>
                </a:lnTo>
                <a:lnTo>
                  <a:pt x="1044284" y="1297351"/>
                </a:lnTo>
                <a:lnTo>
                  <a:pt x="1066335" y="1300239"/>
                </a:lnTo>
                <a:lnTo>
                  <a:pt x="1088277" y="1347886"/>
                </a:lnTo>
                <a:lnTo>
                  <a:pt x="1088958" y="1382414"/>
                </a:lnTo>
                <a:lnTo>
                  <a:pt x="1174455" y="1449028"/>
                </a:lnTo>
                <a:lnTo>
                  <a:pt x="1194421" y="1440870"/>
                </a:lnTo>
                <a:lnTo>
                  <a:pt x="1206457" y="1415629"/>
                </a:lnTo>
                <a:lnTo>
                  <a:pt x="1296496" y="1466435"/>
                </a:lnTo>
                <a:lnTo>
                  <a:pt x="1292370" y="1495060"/>
                </a:lnTo>
                <a:lnTo>
                  <a:pt x="1303285" y="1511782"/>
                </a:lnTo>
                <a:lnTo>
                  <a:pt x="1239686" y="1527308"/>
                </a:lnTo>
                <a:lnTo>
                  <a:pt x="1237633" y="1458322"/>
                </a:lnTo>
                <a:lnTo>
                  <a:pt x="1222286" y="1455074"/>
                </a:lnTo>
                <a:lnTo>
                  <a:pt x="1232192" y="1476507"/>
                </a:lnTo>
                <a:lnTo>
                  <a:pt x="1209676" y="1488410"/>
                </a:lnTo>
                <a:lnTo>
                  <a:pt x="1207910" y="1521413"/>
                </a:lnTo>
                <a:lnTo>
                  <a:pt x="1235982" y="1519910"/>
                </a:lnTo>
                <a:lnTo>
                  <a:pt x="1232022" y="1585975"/>
                </a:lnTo>
                <a:lnTo>
                  <a:pt x="1288935" y="1668372"/>
                </a:lnTo>
                <a:lnTo>
                  <a:pt x="1347087" y="1707147"/>
                </a:lnTo>
                <a:lnTo>
                  <a:pt x="1415407" y="1714802"/>
                </a:lnTo>
                <a:lnTo>
                  <a:pt x="1430249" y="1731908"/>
                </a:lnTo>
                <a:lnTo>
                  <a:pt x="1439292" y="1790921"/>
                </a:lnTo>
                <a:lnTo>
                  <a:pt x="1414908" y="1827794"/>
                </a:lnTo>
                <a:lnTo>
                  <a:pt x="1388653" y="1828948"/>
                </a:lnTo>
                <a:lnTo>
                  <a:pt x="1370361" y="1870318"/>
                </a:lnTo>
                <a:lnTo>
                  <a:pt x="1375549" y="1969682"/>
                </a:lnTo>
                <a:lnTo>
                  <a:pt x="1433191" y="2050118"/>
                </a:lnTo>
                <a:lnTo>
                  <a:pt x="1449738" y="2050107"/>
                </a:lnTo>
                <a:lnTo>
                  <a:pt x="1443090" y="2042352"/>
                </a:lnTo>
                <a:lnTo>
                  <a:pt x="1466376" y="2057284"/>
                </a:lnTo>
                <a:lnTo>
                  <a:pt x="1451765" y="2069322"/>
                </a:lnTo>
                <a:lnTo>
                  <a:pt x="1530394" y="2095848"/>
                </a:lnTo>
                <a:lnTo>
                  <a:pt x="1495021" y="2107870"/>
                </a:lnTo>
                <a:lnTo>
                  <a:pt x="1487462" y="2093956"/>
                </a:lnTo>
                <a:lnTo>
                  <a:pt x="1461726" y="2167611"/>
                </a:lnTo>
                <a:lnTo>
                  <a:pt x="1463369" y="2235250"/>
                </a:lnTo>
                <a:lnTo>
                  <a:pt x="1430950" y="2224649"/>
                </a:lnTo>
                <a:lnTo>
                  <a:pt x="1425012" y="2242027"/>
                </a:lnTo>
                <a:lnTo>
                  <a:pt x="1439658" y="2254965"/>
                </a:lnTo>
                <a:lnTo>
                  <a:pt x="1457855" y="2239548"/>
                </a:lnTo>
                <a:lnTo>
                  <a:pt x="1464077" y="2266522"/>
                </a:lnTo>
                <a:lnTo>
                  <a:pt x="1487281" y="2276863"/>
                </a:lnTo>
                <a:lnTo>
                  <a:pt x="1475154" y="2287641"/>
                </a:lnTo>
                <a:lnTo>
                  <a:pt x="1507170" y="2298989"/>
                </a:lnTo>
                <a:lnTo>
                  <a:pt x="1509777" y="2317450"/>
                </a:lnTo>
                <a:lnTo>
                  <a:pt x="1517547" y="2305961"/>
                </a:lnTo>
                <a:lnTo>
                  <a:pt x="1533715" y="2317688"/>
                </a:lnTo>
                <a:lnTo>
                  <a:pt x="1533530" y="2342530"/>
                </a:lnTo>
                <a:lnTo>
                  <a:pt x="1562068" y="2382646"/>
                </a:lnTo>
                <a:lnTo>
                  <a:pt x="1580933" y="2455622"/>
                </a:lnTo>
                <a:lnTo>
                  <a:pt x="1572500" y="2505837"/>
                </a:lnTo>
                <a:lnTo>
                  <a:pt x="1585057" y="2526360"/>
                </a:lnTo>
                <a:lnTo>
                  <a:pt x="1590954" y="2657349"/>
                </a:lnTo>
                <a:lnTo>
                  <a:pt x="1568849" y="2622930"/>
                </a:lnTo>
                <a:lnTo>
                  <a:pt x="1518391" y="2614395"/>
                </a:lnTo>
                <a:lnTo>
                  <a:pt x="1388424" y="2508942"/>
                </a:lnTo>
                <a:lnTo>
                  <a:pt x="1333725" y="2482872"/>
                </a:lnTo>
                <a:lnTo>
                  <a:pt x="1351832" y="2485722"/>
                </a:lnTo>
                <a:lnTo>
                  <a:pt x="1348654" y="2471497"/>
                </a:lnTo>
                <a:lnTo>
                  <a:pt x="1323107" y="2475644"/>
                </a:lnTo>
                <a:lnTo>
                  <a:pt x="1265502" y="2446105"/>
                </a:lnTo>
                <a:lnTo>
                  <a:pt x="905523" y="2194050"/>
                </a:lnTo>
                <a:lnTo>
                  <a:pt x="812776" y="2088095"/>
                </a:lnTo>
                <a:lnTo>
                  <a:pt x="751614" y="1994963"/>
                </a:lnTo>
                <a:lnTo>
                  <a:pt x="735187" y="1955237"/>
                </a:lnTo>
                <a:lnTo>
                  <a:pt x="746827" y="1974407"/>
                </a:lnTo>
                <a:lnTo>
                  <a:pt x="742062" y="1915754"/>
                </a:lnTo>
                <a:lnTo>
                  <a:pt x="726139" y="1888950"/>
                </a:lnTo>
                <a:lnTo>
                  <a:pt x="743327" y="1886778"/>
                </a:lnTo>
                <a:lnTo>
                  <a:pt x="715584" y="1822502"/>
                </a:lnTo>
                <a:lnTo>
                  <a:pt x="651235" y="1787792"/>
                </a:lnTo>
                <a:lnTo>
                  <a:pt x="651498" y="1764255"/>
                </a:lnTo>
                <a:lnTo>
                  <a:pt x="680496" y="1755993"/>
                </a:lnTo>
                <a:lnTo>
                  <a:pt x="690691" y="1735165"/>
                </a:lnTo>
                <a:lnTo>
                  <a:pt x="670886" y="1695554"/>
                </a:lnTo>
                <a:lnTo>
                  <a:pt x="708273" y="1652619"/>
                </a:lnTo>
                <a:lnTo>
                  <a:pt x="725692" y="1653048"/>
                </a:lnTo>
                <a:lnTo>
                  <a:pt x="705955" y="1647764"/>
                </a:lnTo>
                <a:lnTo>
                  <a:pt x="698368" y="1526199"/>
                </a:lnTo>
                <a:lnTo>
                  <a:pt x="709285" y="1524780"/>
                </a:lnTo>
                <a:lnTo>
                  <a:pt x="696066" y="1519096"/>
                </a:lnTo>
                <a:lnTo>
                  <a:pt x="680078" y="1439350"/>
                </a:lnTo>
                <a:lnTo>
                  <a:pt x="654099" y="1408564"/>
                </a:lnTo>
                <a:lnTo>
                  <a:pt x="647821" y="1338641"/>
                </a:lnTo>
                <a:lnTo>
                  <a:pt x="629679" y="1304557"/>
                </a:lnTo>
                <a:lnTo>
                  <a:pt x="640592" y="1271587"/>
                </a:lnTo>
                <a:lnTo>
                  <a:pt x="615166" y="1128295"/>
                </a:lnTo>
                <a:lnTo>
                  <a:pt x="586085" y="1100991"/>
                </a:lnTo>
                <a:lnTo>
                  <a:pt x="597099" y="1016566"/>
                </a:lnTo>
                <a:lnTo>
                  <a:pt x="589016" y="992103"/>
                </a:lnTo>
                <a:lnTo>
                  <a:pt x="604307" y="957784"/>
                </a:lnTo>
                <a:lnTo>
                  <a:pt x="616129" y="967685"/>
                </a:lnTo>
                <a:lnTo>
                  <a:pt x="606252" y="946788"/>
                </a:lnTo>
                <a:lnTo>
                  <a:pt x="616255" y="921667"/>
                </a:lnTo>
                <a:lnTo>
                  <a:pt x="611184" y="912839"/>
                </a:lnTo>
                <a:lnTo>
                  <a:pt x="583568" y="924338"/>
                </a:lnTo>
                <a:lnTo>
                  <a:pt x="560312" y="847748"/>
                </a:lnTo>
                <a:lnTo>
                  <a:pt x="543158" y="843607"/>
                </a:lnTo>
                <a:lnTo>
                  <a:pt x="531417" y="856916"/>
                </a:lnTo>
                <a:lnTo>
                  <a:pt x="506918" y="826546"/>
                </a:lnTo>
                <a:lnTo>
                  <a:pt x="510577" y="809889"/>
                </a:lnTo>
                <a:lnTo>
                  <a:pt x="427853" y="741092"/>
                </a:lnTo>
                <a:lnTo>
                  <a:pt x="419991" y="692133"/>
                </a:lnTo>
                <a:lnTo>
                  <a:pt x="464173" y="651576"/>
                </a:lnTo>
                <a:lnTo>
                  <a:pt x="476833" y="652974"/>
                </a:lnTo>
                <a:lnTo>
                  <a:pt x="448915" y="651472"/>
                </a:lnTo>
                <a:lnTo>
                  <a:pt x="473283" y="613704"/>
                </a:lnTo>
                <a:lnTo>
                  <a:pt x="442978" y="648734"/>
                </a:lnTo>
                <a:lnTo>
                  <a:pt x="379573" y="672734"/>
                </a:lnTo>
                <a:lnTo>
                  <a:pt x="368608" y="721108"/>
                </a:lnTo>
                <a:lnTo>
                  <a:pt x="344264" y="756882"/>
                </a:lnTo>
                <a:lnTo>
                  <a:pt x="353920" y="788572"/>
                </a:lnTo>
                <a:lnTo>
                  <a:pt x="379700" y="786327"/>
                </a:lnTo>
                <a:lnTo>
                  <a:pt x="380521" y="816582"/>
                </a:lnTo>
                <a:lnTo>
                  <a:pt x="409525" y="827322"/>
                </a:lnTo>
                <a:lnTo>
                  <a:pt x="437954" y="871997"/>
                </a:lnTo>
                <a:lnTo>
                  <a:pt x="477266" y="863275"/>
                </a:lnTo>
                <a:lnTo>
                  <a:pt x="482077" y="900658"/>
                </a:lnTo>
                <a:lnTo>
                  <a:pt x="444370" y="891858"/>
                </a:lnTo>
                <a:lnTo>
                  <a:pt x="440163" y="912340"/>
                </a:lnTo>
                <a:lnTo>
                  <a:pt x="457838" y="909023"/>
                </a:lnTo>
                <a:lnTo>
                  <a:pt x="434334" y="920227"/>
                </a:lnTo>
                <a:lnTo>
                  <a:pt x="383145" y="902963"/>
                </a:lnTo>
                <a:lnTo>
                  <a:pt x="387806" y="885286"/>
                </a:lnTo>
                <a:lnTo>
                  <a:pt x="371408" y="870014"/>
                </a:lnTo>
                <a:lnTo>
                  <a:pt x="338259" y="884632"/>
                </a:lnTo>
                <a:lnTo>
                  <a:pt x="352385" y="834361"/>
                </a:lnTo>
                <a:lnTo>
                  <a:pt x="295193" y="781577"/>
                </a:lnTo>
                <a:lnTo>
                  <a:pt x="233761" y="792981"/>
                </a:lnTo>
                <a:lnTo>
                  <a:pt x="214296" y="774541"/>
                </a:lnTo>
                <a:lnTo>
                  <a:pt x="221082" y="731174"/>
                </a:lnTo>
                <a:lnTo>
                  <a:pt x="188603" y="716187"/>
                </a:lnTo>
                <a:lnTo>
                  <a:pt x="185583" y="683835"/>
                </a:lnTo>
                <a:lnTo>
                  <a:pt x="167333" y="668884"/>
                </a:lnTo>
                <a:lnTo>
                  <a:pt x="129447" y="666507"/>
                </a:lnTo>
                <a:lnTo>
                  <a:pt x="117797" y="636578"/>
                </a:lnTo>
                <a:lnTo>
                  <a:pt x="81701" y="623762"/>
                </a:lnTo>
                <a:lnTo>
                  <a:pt x="93534" y="596120"/>
                </a:lnTo>
                <a:lnTo>
                  <a:pt x="78213" y="553642"/>
                </a:lnTo>
                <a:lnTo>
                  <a:pt x="39680" y="553921"/>
                </a:lnTo>
                <a:lnTo>
                  <a:pt x="19404" y="530008"/>
                </a:lnTo>
                <a:lnTo>
                  <a:pt x="443" y="529907"/>
                </a:lnTo>
                <a:lnTo>
                  <a:pt x="8556" y="513474"/>
                </a:lnTo>
                <a:lnTo>
                  <a:pt x="0" y="490017"/>
                </a:lnTo>
                <a:lnTo>
                  <a:pt x="26206" y="474893"/>
                </a:lnTo>
                <a:lnTo>
                  <a:pt x="30499" y="447421"/>
                </a:lnTo>
                <a:lnTo>
                  <a:pt x="101983" y="426434"/>
                </a:lnTo>
                <a:lnTo>
                  <a:pt x="82640" y="403467"/>
                </a:lnTo>
                <a:lnTo>
                  <a:pt x="91992" y="387501"/>
                </a:lnTo>
                <a:lnTo>
                  <a:pt x="109856" y="390682"/>
                </a:lnTo>
                <a:lnTo>
                  <a:pt x="125573" y="370392"/>
                </a:lnTo>
                <a:lnTo>
                  <a:pt x="164291" y="378995"/>
                </a:lnTo>
                <a:lnTo>
                  <a:pt x="169554" y="353337"/>
                </a:lnTo>
                <a:lnTo>
                  <a:pt x="209265" y="319606"/>
                </a:lnTo>
                <a:lnTo>
                  <a:pt x="214147" y="281869"/>
                </a:lnTo>
                <a:lnTo>
                  <a:pt x="278665" y="278520"/>
                </a:lnTo>
                <a:lnTo>
                  <a:pt x="300678" y="262983"/>
                </a:lnTo>
                <a:lnTo>
                  <a:pt x="299854" y="243698"/>
                </a:lnTo>
                <a:lnTo>
                  <a:pt x="316126" y="227866"/>
                </a:lnTo>
                <a:lnTo>
                  <a:pt x="377081" y="231753"/>
                </a:lnTo>
                <a:lnTo>
                  <a:pt x="410737" y="205504"/>
                </a:lnTo>
                <a:lnTo>
                  <a:pt x="466944" y="216424"/>
                </a:lnTo>
                <a:lnTo>
                  <a:pt x="508398" y="352527"/>
                </a:lnTo>
                <a:lnTo>
                  <a:pt x="550016" y="332966"/>
                </a:lnTo>
                <a:lnTo>
                  <a:pt x="554366" y="315844"/>
                </a:lnTo>
                <a:lnTo>
                  <a:pt x="635926" y="294978"/>
                </a:lnTo>
                <a:lnTo>
                  <a:pt x="645265" y="277294"/>
                </a:lnTo>
                <a:lnTo>
                  <a:pt x="659724" y="295075"/>
                </a:lnTo>
                <a:lnTo>
                  <a:pt x="714118" y="299184"/>
                </a:lnTo>
                <a:lnTo>
                  <a:pt x="744832" y="258851"/>
                </a:lnTo>
                <a:lnTo>
                  <a:pt x="741100" y="221192"/>
                </a:lnTo>
                <a:lnTo>
                  <a:pt x="761649" y="206550"/>
                </a:lnTo>
                <a:lnTo>
                  <a:pt x="760571" y="150112"/>
                </a:lnTo>
                <a:lnTo>
                  <a:pt x="815388" y="102574"/>
                </a:lnTo>
                <a:lnTo>
                  <a:pt x="815860" y="22018"/>
                </a:lnTo>
                <a:lnTo>
                  <a:pt x="838628" y="16229"/>
                </a:lnTo>
                <a:lnTo>
                  <a:pt x="845754" y="0"/>
                </a:lnTo>
                <a:lnTo>
                  <a:pt x="907436" y="29465"/>
                </a:lnTo>
                <a:lnTo>
                  <a:pt x="914800" y="11157"/>
                </a:lnTo>
                <a:lnTo>
                  <a:pt x="964644" y="25297"/>
                </a:lnTo>
                <a:lnTo>
                  <a:pt x="964644" y="25297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map-line"/>
          <p:cNvSpPr/>
          <p:nvPr/>
        </p:nvSpPr>
        <p:spPr>
          <a:xfrm>
            <a:off x="249529" y="6454504"/>
            <a:ext cx="2291645" cy="2470133"/>
          </a:xfrm>
          <a:custGeom>
            <a:avLst/>
            <a:gdLst/>
            <a:ahLst/>
            <a:cxnLst/>
            <a:rect l="0" t="0" r="r" b="b"/>
            <a:pathLst>
              <a:path w="2291645" h="2470133">
                <a:moveTo>
                  <a:pt x="638285" y="1123180"/>
                </a:moveTo>
                <a:lnTo>
                  <a:pt x="676303" y="1109157"/>
                </a:lnTo>
                <a:lnTo>
                  <a:pt x="706309" y="1071166"/>
                </a:lnTo>
                <a:lnTo>
                  <a:pt x="696436" y="994381"/>
                </a:lnTo>
                <a:lnTo>
                  <a:pt x="748815" y="958484"/>
                </a:lnTo>
                <a:lnTo>
                  <a:pt x="779328" y="968574"/>
                </a:lnTo>
                <a:lnTo>
                  <a:pt x="772383" y="983954"/>
                </a:lnTo>
                <a:lnTo>
                  <a:pt x="807403" y="1030297"/>
                </a:lnTo>
                <a:lnTo>
                  <a:pt x="836227" y="1031726"/>
                </a:lnTo>
                <a:lnTo>
                  <a:pt x="835400" y="1062541"/>
                </a:lnTo>
                <a:lnTo>
                  <a:pt x="868556" y="1056323"/>
                </a:lnTo>
                <a:lnTo>
                  <a:pt x="893095" y="1083744"/>
                </a:lnTo>
                <a:lnTo>
                  <a:pt x="928977" y="1063303"/>
                </a:lnTo>
                <a:lnTo>
                  <a:pt x="922155" y="1033157"/>
                </a:lnTo>
                <a:lnTo>
                  <a:pt x="970826" y="986948"/>
                </a:lnTo>
                <a:lnTo>
                  <a:pt x="954557" y="925300"/>
                </a:lnTo>
                <a:lnTo>
                  <a:pt x="931013" y="920650"/>
                </a:lnTo>
                <a:lnTo>
                  <a:pt x="911360" y="879763"/>
                </a:lnTo>
                <a:lnTo>
                  <a:pt x="930262" y="851608"/>
                </a:lnTo>
                <a:lnTo>
                  <a:pt x="973034" y="846327"/>
                </a:lnTo>
                <a:lnTo>
                  <a:pt x="965888" y="771656"/>
                </a:lnTo>
                <a:lnTo>
                  <a:pt x="911570" y="766001"/>
                </a:lnTo>
                <a:lnTo>
                  <a:pt x="889891" y="748710"/>
                </a:lnTo>
                <a:lnTo>
                  <a:pt x="873984" y="705823"/>
                </a:lnTo>
                <a:lnTo>
                  <a:pt x="879269" y="684274"/>
                </a:lnTo>
                <a:lnTo>
                  <a:pt x="865990" y="669179"/>
                </a:lnTo>
                <a:lnTo>
                  <a:pt x="880445" y="658678"/>
                </a:lnTo>
                <a:lnTo>
                  <a:pt x="876908" y="624671"/>
                </a:lnTo>
                <a:lnTo>
                  <a:pt x="910265" y="602189"/>
                </a:lnTo>
                <a:lnTo>
                  <a:pt x="888773" y="572814"/>
                </a:lnTo>
                <a:lnTo>
                  <a:pt x="928602" y="556557"/>
                </a:lnTo>
                <a:lnTo>
                  <a:pt x="937702" y="534676"/>
                </a:lnTo>
                <a:lnTo>
                  <a:pt x="974169" y="515150"/>
                </a:lnTo>
                <a:lnTo>
                  <a:pt x="985091" y="501828"/>
                </a:lnTo>
                <a:lnTo>
                  <a:pt x="978866" y="475182"/>
                </a:lnTo>
                <a:lnTo>
                  <a:pt x="1019092" y="434307"/>
                </a:lnTo>
                <a:lnTo>
                  <a:pt x="1018908" y="396946"/>
                </a:lnTo>
                <a:lnTo>
                  <a:pt x="1008239" y="392304"/>
                </a:lnTo>
                <a:lnTo>
                  <a:pt x="1042088" y="326474"/>
                </a:lnTo>
                <a:lnTo>
                  <a:pt x="1016100" y="315386"/>
                </a:lnTo>
                <a:lnTo>
                  <a:pt x="977585" y="247464"/>
                </a:lnTo>
                <a:lnTo>
                  <a:pt x="999938" y="235395"/>
                </a:lnTo>
                <a:lnTo>
                  <a:pt x="999169" y="197048"/>
                </a:lnTo>
                <a:lnTo>
                  <a:pt x="1018967" y="199292"/>
                </a:lnTo>
                <a:lnTo>
                  <a:pt x="1022464" y="185949"/>
                </a:lnTo>
                <a:lnTo>
                  <a:pt x="1002010" y="164226"/>
                </a:lnTo>
                <a:lnTo>
                  <a:pt x="1018868" y="98038"/>
                </a:lnTo>
                <a:lnTo>
                  <a:pt x="1009472" y="72185"/>
                </a:lnTo>
                <a:lnTo>
                  <a:pt x="1040484" y="87533"/>
                </a:lnTo>
                <a:lnTo>
                  <a:pt x="1056947" y="74078"/>
                </a:lnTo>
                <a:lnTo>
                  <a:pt x="1065309" y="88880"/>
                </a:lnTo>
                <a:lnTo>
                  <a:pt x="1080859" y="88461"/>
                </a:lnTo>
                <a:lnTo>
                  <a:pt x="1087580" y="63396"/>
                </a:lnTo>
                <a:lnTo>
                  <a:pt x="1134360" y="56641"/>
                </a:lnTo>
                <a:lnTo>
                  <a:pt x="1125727" y="17394"/>
                </a:lnTo>
                <a:lnTo>
                  <a:pt x="1110390" y="17169"/>
                </a:lnTo>
                <a:lnTo>
                  <a:pt x="1135094" y="0"/>
                </a:lnTo>
                <a:lnTo>
                  <a:pt x="1150589" y="10043"/>
                </a:lnTo>
                <a:lnTo>
                  <a:pt x="1150263" y="32357"/>
                </a:lnTo>
                <a:lnTo>
                  <a:pt x="1178059" y="76367"/>
                </a:lnTo>
                <a:lnTo>
                  <a:pt x="1170202" y="91115"/>
                </a:lnTo>
                <a:lnTo>
                  <a:pt x="1141319" y="90307"/>
                </a:lnTo>
                <a:lnTo>
                  <a:pt x="1132437" y="134327"/>
                </a:lnTo>
                <a:lnTo>
                  <a:pt x="1207871" y="129909"/>
                </a:lnTo>
                <a:lnTo>
                  <a:pt x="1239188" y="162634"/>
                </a:lnTo>
                <a:lnTo>
                  <a:pt x="1258814" y="238839"/>
                </a:lnTo>
                <a:lnTo>
                  <a:pt x="1276146" y="256136"/>
                </a:lnTo>
                <a:lnTo>
                  <a:pt x="1252106" y="316123"/>
                </a:lnTo>
                <a:lnTo>
                  <a:pt x="1273524" y="334200"/>
                </a:lnTo>
                <a:lnTo>
                  <a:pt x="1309438" y="329149"/>
                </a:lnTo>
                <a:lnTo>
                  <a:pt x="1320143" y="351134"/>
                </a:lnTo>
                <a:lnTo>
                  <a:pt x="1323540" y="373321"/>
                </a:lnTo>
                <a:lnTo>
                  <a:pt x="1296997" y="432096"/>
                </a:lnTo>
                <a:lnTo>
                  <a:pt x="1302895" y="459797"/>
                </a:lnTo>
                <a:lnTo>
                  <a:pt x="1329463" y="490675"/>
                </a:lnTo>
                <a:lnTo>
                  <a:pt x="1328251" y="529795"/>
                </a:lnTo>
                <a:lnTo>
                  <a:pt x="1354955" y="536146"/>
                </a:lnTo>
                <a:lnTo>
                  <a:pt x="1367702" y="555828"/>
                </a:lnTo>
                <a:lnTo>
                  <a:pt x="1393145" y="551189"/>
                </a:lnTo>
                <a:lnTo>
                  <a:pt x="1398191" y="563178"/>
                </a:lnTo>
                <a:lnTo>
                  <a:pt x="1380852" y="615860"/>
                </a:lnTo>
                <a:lnTo>
                  <a:pt x="1387255" y="639003"/>
                </a:lnTo>
                <a:lnTo>
                  <a:pt x="1368384" y="647269"/>
                </a:lnTo>
                <a:lnTo>
                  <a:pt x="1376866" y="661126"/>
                </a:lnTo>
                <a:lnTo>
                  <a:pt x="1352136" y="732713"/>
                </a:lnTo>
                <a:lnTo>
                  <a:pt x="1360282" y="768708"/>
                </a:lnTo>
                <a:lnTo>
                  <a:pt x="1343272" y="821394"/>
                </a:lnTo>
                <a:lnTo>
                  <a:pt x="1348833" y="842375"/>
                </a:lnTo>
                <a:lnTo>
                  <a:pt x="1329488" y="879150"/>
                </a:lnTo>
                <a:lnTo>
                  <a:pt x="1332385" y="905024"/>
                </a:lnTo>
                <a:lnTo>
                  <a:pt x="1356354" y="907784"/>
                </a:lnTo>
                <a:lnTo>
                  <a:pt x="1374555" y="947789"/>
                </a:lnTo>
                <a:lnTo>
                  <a:pt x="1393572" y="960189"/>
                </a:lnTo>
                <a:lnTo>
                  <a:pt x="1436219" y="953309"/>
                </a:lnTo>
                <a:lnTo>
                  <a:pt x="1457747" y="935947"/>
                </a:lnTo>
                <a:lnTo>
                  <a:pt x="1467458" y="897078"/>
                </a:lnTo>
                <a:lnTo>
                  <a:pt x="1513901" y="902605"/>
                </a:lnTo>
                <a:lnTo>
                  <a:pt x="1538805" y="883441"/>
                </a:lnTo>
                <a:lnTo>
                  <a:pt x="1556166" y="891711"/>
                </a:lnTo>
                <a:lnTo>
                  <a:pt x="1582270" y="874638"/>
                </a:lnTo>
                <a:lnTo>
                  <a:pt x="1605066" y="827764"/>
                </a:lnTo>
                <a:lnTo>
                  <a:pt x="1613815" y="863907"/>
                </a:lnTo>
                <a:lnTo>
                  <a:pt x="1644656" y="856310"/>
                </a:lnTo>
                <a:lnTo>
                  <a:pt x="1634365" y="893248"/>
                </a:lnTo>
                <a:lnTo>
                  <a:pt x="1647776" y="938924"/>
                </a:lnTo>
                <a:lnTo>
                  <a:pt x="1647257" y="901830"/>
                </a:lnTo>
                <a:lnTo>
                  <a:pt x="1708513" y="873061"/>
                </a:lnTo>
                <a:lnTo>
                  <a:pt x="1722867" y="850351"/>
                </a:lnTo>
                <a:lnTo>
                  <a:pt x="1723697" y="792646"/>
                </a:lnTo>
                <a:lnTo>
                  <a:pt x="1769609" y="747414"/>
                </a:lnTo>
                <a:lnTo>
                  <a:pt x="1795574" y="694886"/>
                </a:lnTo>
                <a:lnTo>
                  <a:pt x="1798318" y="652715"/>
                </a:lnTo>
                <a:lnTo>
                  <a:pt x="1811029" y="656101"/>
                </a:lnTo>
                <a:lnTo>
                  <a:pt x="1837128" y="600681"/>
                </a:lnTo>
                <a:lnTo>
                  <a:pt x="1875413" y="576972"/>
                </a:lnTo>
                <a:lnTo>
                  <a:pt x="1912805" y="590564"/>
                </a:lnTo>
                <a:lnTo>
                  <a:pt x="1961364" y="588625"/>
                </a:lnTo>
                <a:lnTo>
                  <a:pt x="2016207" y="635938"/>
                </a:lnTo>
                <a:lnTo>
                  <a:pt x="2038498" y="633341"/>
                </a:lnTo>
                <a:lnTo>
                  <a:pt x="2022667" y="657678"/>
                </a:lnTo>
                <a:lnTo>
                  <a:pt x="2042574" y="673471"/>
                </a:lnTo>
                <a:lnTo>
                  <a:pt x="2039686" y="715184"/>
                </a:lnTo>
                <a:lnTo>
                  <a:pt x="2055665" y="722482"/>
                </a:lnTo>
                <a:lnTo>
                  <a:pt x="2091271" y="724468"/>
                </a:lnTo>
                <a:lnTo>
                  <a:pt x="2102531" y="708569"/>
                </a:lnTo>
                <a:lnTo>
                  <a:pt x="2118499" y="723040"/>
                </a:lnTo>
                <a:lnTo>
                  <a:pt x="2127432" y="693530"/>
                </a:lnTo>
                <a:lnTo>
                  <a:pt x="2146253" y="683231"/>
                </a:lnTo>
                <a:lnTo>
                  <a:pt x="2197917" y="706582"/>
                </a:lnTo>
                <a:lnTo>
                  <a:pt x="2212884" y="725966"/>
                </a:lnTo>
                <a:lnTo>
                  <a:pt x="2203716" y="747801"/>
                </a:lnTo>
                <a:lnTo>
                  <a:pt x="2211839" y="770146"/>
                </a:lnTo>
                <a:lnTo>
                  <a:pt x="2227566" y="776274"/>
                </a:lnTo>
                <a:lnTo>
                  <a:pt x="2227272" y="797415"/>
                </a:lnTo>
                <a:lnTo>
                  <a:pt x="2241969" y="811616"/>
                </a:lnTo>
                <a:lnTo>
                  <a:pt x="2241442" y="850572"/>
                </a:lnTo>
                <a:lnTo>
                  <a:pt x="2279496" y="862586"/>
                </a:lnTo>
                <a:lnTo>
                  <a:pt x="2290298" y="899115"/>
                </a:lnTo>
                <a:lnTo>
                  <a:pt x="2291645" y="909890"/>
                </a:lnTo>
                <a:lnTo>
                  <a:pt x="2250873" y="930916"/>
                </a:lnTo>
                <a:lnTo>
                  <a:pt x="2197764" y="905532"/>
                </a:lnTo>
                <a:lnTo>
                  <a:pt x="2189170" y="915964"/>
                </a:lnTo>
                <a:lnTo>
                  <a:pt x="2150435" y="915291"/>
                </a:lnTo>
                <a:lnTo>
                  <a:pt x="2136048" y="934180"/>
                </a:lnTo>
                <a:lnTo>
                  <a:pt x="2151811" y="956802"/>
                </a:lnTo>
                <a:lnTo>
                  <a:pt x="2137532" y="970821"/>
                </a:lnTo>
                <a:lnTo>
                  <a:pt x="2148056" y="1010507"/>
                </a:lnTo>
                <a:lnTo>
                  <a:pt x="2122166" y="1036687"/>
                </a:lnTo>
                <a:lnTo>
                  <a:pt x="2180893" y="1126948"/>
                </a:lnTo>
                <a:lnTo>
                  <a:pt x="2193613" y="1110836"/>
                </a:lnTo>
                <a:lnTo>
                  <a:pt x="2213914" y="1110900"/>
                </a:lnTo>
                <a:lnTo>
                  <a:pt x="2202140" y="1141529"/>
                </a:lnTo>
                <a:lnTo>
                  <a:pt x="2217270" y="1170604"/>
                </a:lnTo>
                <a:lnTo>
                  <a:pt x="2213422" y="1195896"/>
                </a:lnTo>
                <a:lnTo>
                  <a:pt x="2199076" y="1204398"/>
                </a:lnTo>
                <a:lnTo>
                  <a:pt x="2185506" y="1185653"/>
                </a:lnTo>
                <a:lnTo>
                  <a:pt x="2172823" y="1215524"/>
                </a:lnTo>
                <a:lnTo>
                  <a:pt x="2144745" y="1237932"/>
                </a:lnTo>
                <a:lnTo>
                  <a:pt x="2095796" y="1226642"/>
                </a:lnTo>
                <a:lnTo>
                  <a:pt x="2073907" y="1238606"/>
                </a:lnTo>
                <a:lnTo>
                  <a:pt x="2027227" y="1220943"/>
                </a:lnTo>
                <a:lnTo>
                  <a:pt x="2070482" y="1175084"/>
                </a:lnTo>
                <a:lnTo>
                  <a:pt x="2040560" y="1164319"/>
                </a:lnTo>
                <a:lnTo>
                  <a:pt x="1996173" y="1202721"/>
                </a:lnTo>
                <a:lnTo>
                  <a:pt x="1959855" y="1206918"/>
                </a:lnTo>
                <a:lnTo>
                  <a:pt x="1946792" y="1289620"/>
                </a:lnTo>
                <a:lnTo>
                  <a:pt x="1884887" y="1306467"/>
                </a:lnTo>
                <a:lnTo>
                  <a:pt x="1866311" y="1339900"/>
                </a:lnTo>
                <a:lnTo>
                  <a:pt x="1822550" y="1319781"/>
                </a:lnTo>
                <a:lnTo>
                  <a:pt x="1810187" y="1332249"/>
                </a:lnTo>
                <a:lnTo>
                  <a:pt x="1760856" y="1329481"/>
                </a:lnTo>
                <a:lnTo>
                  <a:pt x="1728454" y="1284988"/>
                </a:lnTo>
                <a:lnTo>
                  <a:pt x="1711571" y="1306275"/>
                </a:lnTo>
                <a:lnTo>
                  <a:pt x="1674491" y="1297822"/>
                </a:lnTo>
                <a:lnTo>
                  <a:pt x="1646432" y="1309600"/>
                </a:lnTo>
                <a:lnTo>
                  <a:pt x="1617741" y="1277118"/>
                </a:lnTo>
                <a:lnTo>
                  <a:pt x="1605643" y="1280077"/>
                </a:lnTo>
                <a:lnTo>
                  <a:pt x="1603005" y="1318603"/>
                </a:lnTo>
                <a:lnTo>
                  <a:pt x="1585081" y="1337622"/>
                </a:lnTo>
                <a:lnTo>
                  <a:pt x="1542388" y="1333503"/>
                </a:lnTo>
                <a:lnTo>
                  <a:pt x="1528525" y="1343941"/>
                </a:lnTo>
                <a:lnTo>
                  <a:pt x="1464622" y="1327408"/>
                </a:lnTo>
                <a:lnTo>
                  <a:pt x="1449027" y="1379652"/>
                </a:lnTo>
                <a:lnTo>
                  <a:pt x="1412571" y="1379044"/>
                </a:lnTo>
                <a:lnTo>
                  <a:pt x="1345089" y="1416580"/>
                </a:lnTo>
                <a:lnTo>
                  <a:pt x="1339730" y="1473029"/>
                </a:lnTo>
                <a:lnTo>
                  <a:pt x="1362933" y="1475221"/>
                </a:lnTo>
                <a:lnTo>
                  <a:pt x="1387738" y="1512725"/>
                </a:lnTo>
                <a:lnTo>
                  <a:pt x="1416485" y="1522244"/>
                </a:lnTo>
                <a:lnTo>
                  <a:pt x="1410136" y="1533437"/>
                </a:lnTo>
                <a:lnTo>
                  <a:pt x="1386960" y="1531246"/>
                </a:lnTo>
                <a:lnTo>
                  <a:pt x="1366656" y="1599482"/>
                </a:lnTo>
                <a:lnTo>
                  <a:pt x="1390996" y="1720636"/>
                </a:lnTo>
                <a:lnTo>
                  <a:pt x="1378470" y="1793961"/>
                </a:lnTo>
                <a:lnTo>
                  <a:pt x="1431156" y="1798707"/>
                </a:lnTo>
                <a:lnTo>
                  <a:pt x="1355106" y="2046565"/>
                </a:lnTo>
                <a:lnTo>
                  <a:pt x="1162611" y="2209827"/>
                </a:lnTo>
                <a:lnTo>
                  <a:pt x="1089236" y="2322455"/>
                </a:lnTo>
                <a:lnTo>
                  <a:pt x="999929" y="2373738"/>
                </a:lnTo>
                <a:lnTo>
                  <a:pt x="999722" y="2439289"/>
                </a:lnTo>
                <a:lnTo>
                  <a:pt x="953717" y="2439910"/>
                </a:lnTo>
                <a:lnTo>
                  <a:pt x="909211" y="2470133"/>
                </a:lnTo>
                <a:lnTo>
                  <a:pt x="904365" y="2417690"/>
                </a:lnTo>
                <a:lnTo>
                  <a:pt x="878308" y="2407601"/>
                </a:lnTo>
                <a:lnTo>
                  <a:pt x="850954" y="2417320"/>
                </a:lnTo>
                <a:lnTo>
                  <a:pt x="831736" y="2385546"/>
                </a:lnTo>
                <a:lnTo>
                  <a:pt x="834110" y="2349896"/>
                </a:lnTo>
                <a:lnTo>
                  <a:pt x="781554" y="2317740"/>
                </a:lnTo>
                <a:lnTo>
                  <a:pt x="754124" y="2274796"/>
                </a:lnTo>
                <a:lnTo>
                  <a:pt x="712491" y="2267085"/>
                </a:lnTo>
                <a:lnTo>
                  <a:pt x="688685" y="2277922"/>
                </a:lnTo>
                <a:lnTo>
                  <a:pt x="630171" y="2205680"/>
                </a:lnTo>
                <a:lnTo>
                  <a:pt x="563139" y="2173650"/>
                </a:lnTo>
                <a:lnTo>
                  <a:pt x="510317" y="2118457"/>
                </a:lnTo>
                <a:lnTo>
                  <a:pt x="495205" y="2067869"/>
                </a:lnTo>
                <a:lnTo>
                  <a:pt x="452147" y="2082224"/>
                </a:lnTo>
                <a:lnTo>
                  <a:pt x="453027" y="2099503"/>
                </a:lnTo>
                <a:lnTo>
                  <a:pt x="432251" y="2112811"/>
                </a:lnTo>
                <a:lnTo>
                  <a:pt x="396805" y="2116765"/>
                </a:lnTo>
                <a:lnTo>
                  <a:pt x="383142" y="2145396"/>
                </a:lnTo>
                <a:lnTo>
                  <a:pt x="354411" y="2130094"/>
                </a:lnTo>
                <a:lnTo>
                  <a:pt x="362896" y="2118569"/>
                </a:lnTo>
                <a:lnTo>
                  <a:pt x="349010" y="2108746"/>
                </a:lnTo>
                <a:lnTo>
                  <a:pt x="283483" y="2117961"/>
                </a:lnTo>
                <a:lnTo>
                  <a:pt x="277613" y="2093607"/>
                </a:lnTo>
                <a:lnTo>
                  <a:pt x="249257" y="2087402"/>
                </a:lnTo>
                <a:lnTo>
                  <a:pt x="241758" y="2067712"/>
                </a:lnTo>
                <a:lnTo>
                  <a:pt x="203210" y="2063619"/>
                </a:lnTo>
                <a:lnTo>
                  <a:pt x="174277" y="2021151"/>
                </a:lnTo>
                <a:lnTo>
                  <a:pt x="125838" y="1994480"/>
                </a:lnTo>
                <a:lnTo>
                  <a:pt x="91695" y="2007469"/>
                </a:lnTo>
                <a:lnTo>
                  <a:pt x="38925" y="1939733"/>
                </a:lnTo>
                <a:lnTo>
                  <a:pt x="40387" y="1923462"/>
                </a:lnTo>
                <a:lnTo>
                  <a:pt x="0" y="1891074"/>
                </a:lnTo>
                <a:lnTo>
                  <a:pt x="7396" y="1865738"/>
                </a:lnTo>
                <a:lnTo>
                  <a:pt x="28682" y="1865640"/>
                </a:lnTo>
                <a:lnTo>
                  <a:pt x="46645" y="1833681"/>
                </a:lnTo>
                <a:lnTo>
                  <a:pt x="100305" y="1846797"/>
                </a:lnTo>
                <a:lnTo>
                  <a:pt x="118954" y="1773262"/>
                </a:lnTo>
                <a:lnTo>
                  <a:pt x="106301" y="1753357"/>
                </a:lnTo>
                <a:lnTo>
                  <a:pt x="121240" y="1710353"/>
                </a:lnTo>
                <a:lnTo>
                  <a:pt x="143991" y="1698267"/>
                </a:lnTo>
                <a:lnTo>
                  <a:pt x="132133" y="1616066"/>
                </a:lnTo>
                <a:lnTo>
                  <a:pt x="152792" y="1599937"/>
                </a:lnTo>
                <a:lnTo>
                  <a:pt x="171729" y="1556014"/>
                </a:lnTo>
                <a:lnTo>
                  <a:pt x="194595" y="1566335"/>
                </a:lnTo>
                <a:lnTo>
                  <a:pt x="218983" y="1540506"/>
                </a:lnTo>
                <a:lnTo>
                  <a:pt x="219004" y="1505643"/>
                </a:lnTo>
                <a:lnTo>
                  <a:pt x="250699" y="1501415"/>
                </a:lnTo>
                <a:lnTo>
                  <a:pt x="251370" y="1476598"/>
                </a:lnTo>
                <a:lnTo>
                  <a:pt x="238741" y="1473340"/>
                </a:lnTo>
                <a:lnTo>
                  <a:pt x="242464" y="1432631"/>
                </a:lnTo>
                <a:lnTo>
                  <a:pt x="213603" y="1425949"/>
                </a:lnTo>
                <a:lnTo>
                  <a:pt x="227976" y="1399871"/>
                </a:lnTo>
                <a:lnTo>
                  <a:pt x="201468" y="1381344"/>
                </a:lnTo>
                <a:lnTo>
                  <a:pt x="264293" y="1241638"/>
                </a:lnTo>
                <a:lnTo>
                  <a:pt x="343632" y="1247025"/>
                </a:lnTo>
                <a:lnTo>
                  <a:pt x="364633" y="1260286"/>
                </a:lnTo>
                <a:lnTo>
                  <a:pt x="409941" y="1246806"/>
                </a:lnTo>
                <a:lnTo>
                  <a:pt x="437668" y="1193665"/>
                </a:lnTo>
                <a:lnTo>
                  <a:pt x="470766" y="1195052"/>
                </a:lnTo>
                <a:lnTo>
                  <a:pt x="506484" y="1293090"/>
                </a:lnTo>
                <a:lnTo>
                  <a:pt x="540697" y="1320119"/>
                </a:lnTo>
                <a:lnTo>
                  <a:pt x="561141" y="1302201"/>
                </a:lnTo>
                <a:lnTo>
                  <a:pt x="545315" y="1269942"/>
                </a:lnTo>
                <a:lnTo>
                  <a:pt x="545954" y="1230796"/>
                </a:lnTo>
                <a:lnTo>
                  <a:pt x="566418" y="1228878"/>
                </a:lnTo>
                <a:lnTo>
                  <a:pt x="575063" y="1186651"/>
                </a:lnTo>
                <a:lnTo>
                  <a:pt x="592141" y="1167707"/>
                </a:lnTo>
                <a:lnTo>
                  <a:pt x="614690" y="1166119"/>
                </a:lnTo>
                <a:lnTo>
                  <a:pt x="638285" y="1123180"/>
                </a:lnTo>
                <a:lnTo>
                  <a:pt x="638285" y="1123180"/>
                </a:lnTo>
              </a:path>
            </a:pathLst>
          </a:custGeom>
          <a:noFill/>
          <a:ln w="3810">
            <a:solidFill>
              <a:srgbClr val="1814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motif"/>
          <p:cNvCxnSpPr/>
          <p:nvPr/>
        </p:nvCxnSpPr>
        <p:spPr>
          <a:xfrm>
            <a:off x="648000" y="2012400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38" name="item: Брянская область"/>
          <p:cNvSpPr txBox="1"/>
          <p:nvPr/>
        </p:nvSpPr>
        <p:spPr>
          <a:xfrm>
            <a:off x="864000" y="2155077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Брянская область</a:t>
            </a:r>
          </a:p>
        </p:txBody>
      </p:sp>
      <p:sp>
        <p:nvSpPr>
          <p:cNvPr id="139" name="marker"/>
          <p:cNvSpPr/>
          <p:nvPr/>
        </p:nvSpPr>
        <p:spPr>
          <a:xfrm>
            <a:off x="658800" y="2203488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motif"/>
          <p:cNvCxnSpPr/>
          <p:nvPr/>
        </p:nvCxnSpPr>
        <p:spPr>
          <a:xfrm>
            <a:off x="648000" y="2467906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41" name="item: Владимирская область"/>
          <p:cNvSpPr txBox="1"/>
          <p:nvPr/>
        </p:nvSpPr>
        <p:spPr>
          <a:xfrm>
            <a:off x="864000" y="2610583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Владимирская область</a:t>
            </a:r>
          </a:p>
        </p:txBody>
      </p:sp>
      <p:sp>
        <p:nvSpPr>
          <p:cNvPr id="142" name="marker"/>
          <p:cNvSpPr/>
          <p:nvPr/>
        </p:nvSpPr>
        <p:spPr>
          <a:xfrm>
            <a:off x="658800" y="2658994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3" name="motif"/>
          <p:cNvCxnSpPr/>
          <p:nvPr/>
        </p:nvCxnSpPr>
        <p:spPr>
          <a:xfrm>
            <a:off x="648000" y="2923412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44" name="item: Волгоградская область"/>
          <p:cNvSpPr txBox="1"/>
          <p:nvPr/>
        </p:nvSpPr>
        <p:spPr>
          <a:xfrm>
            <a:off x="864000" y="3066089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Волгоградская область</a:t>
            </a:r>
          </a:p>
        </p:txBody>
      </p:sp>
      <p:sp>
        <p:nvSpPr>
          <p:cNvPr id="145" name="marker"/>
          <p:cNvSpPr/>
          <p:nvPr/>
        </p:nvSpPr>
        <p:spPr>
          <a:xfrm>
            <a:off x="658800" y="3114500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motif"/>
          <p:cNvCxnSpPr/>
          <p:nvPr/>
        </p:nvCxnSpPr>
        <p:spPr>
          <a:xfrm>
            <a:off x="648000" y="3378918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47" name="item: Вологодская область"/>
          <p:cNvSpPr txBox="1"/>
          <p:nvPr/>
        </p:nvSpPr>
        <p:spPr>
          <a:xfrm>
            <a:off x="864000" y="3521595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Вологодская область</a:t>
            </a:r>
          </a:p>
        </p:txBody>
      </p:sp>
      <p:sp>
        <p:nvSpPr>
          <p:cNvPr id="148" name="marker"/>
          <p:cNvSpPr/>
          <p:nvPr/>
        </p:nvSpPr>
        <p:spPr>
          <a:xfrm>
            <a:off x="658800" y="3570006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motif"/>
          <p:cNvCxnSpPr/>
          <p:nvPr/>
        </p:nvCxnSpPr>
        <p:spPr>
          <a:xfrm>
            <a:off x="648000" y="3834424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50" name="item: Воронежская область"/>
          <p:cNvSpPr txBox="1"/>
          <p:nvPr/>
        </p:nvSpPr>
        <p:spPr>
          <a:xfrm>
            <a:off x="864000" y="3977101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Воронежская область</a:t>
            </a:r>
          </a:p>
        </p:txBody>
      </p:sp>
      <p:sp>
        <p:nvSpPr>
          <p:cNvPr id="151" name="marker"/>
          <p:cNvSpPr/>
          <p:nvPr/>
        </p:nvSpPr>
        <p:spPr>
          <a:xfrm>
            <a:off x="658800" y="4025512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2" name="motif"/>
          <p:cNvCxnSpPr/>
          <p:nvPr/>
        </p:nvCxnSpPr>
        <p:spPr>
          <a:xfrm>
            <a:off x="648000" y="4289929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53" name="item: Ленинградская область"/>
          <p:cNvSpPr txBox="1"/>
          <p:nvPr/>
        </p:nvSpPr>
        <p:spPr>
          <a:xfrm>
            <a:off x="864000" y="4432607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Ленинградская область</a:t>
            </a:r>
          </a:p>
        </p:txBody>
      </p:sp>
      <p:sp>
        <p:nvSpPr>
          <p:cNvPr id="154" name="marker"/>
          <p:cNvSpPr/>
          <p:nvPr/>
        </p:nvSpPr>
        <p:spPr>
          <a:xfrm>
            <a:off x="658800" y="4481018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motif"/>
          <p:cNvCxnSpPr/>
          <p:nvPr/>
        </p:nvCxnSpPr>
        <p:spPr>
          <a:xfrm>
            <a:off x="648000" y="4745435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56" name="item: Липецкая область"/>
          <p:cNvSpPr txBox="1"/>
          <p:nvPr/>
        </p:nvSpPr>
        <p:spPr>
          <a:xfrm>
            <a:off x="864000" y="4888113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Липецкая область</a:t>
            </a:r>
          </a:p>
        </p:txBody>
      </p:sp>
      <p:sp>
        <p:nvSpPr>
          <p:cNvPr id="157" name="marker"/>
          <p:cNvSpPr/>
          <p:nvPr/>
        </p:nvSpPr>
        <p:spPr>
          <a:xfrm>
            <a:off x="658800" y="4936524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motif"/>
          <p:cNvCxnSpPr/>
          <p:nvPr/>
        </p:nvCxnSpPr>
        <p:spPr>
          <a:xfrm>
            <a:off x="648000" y="5200941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59" name="item: Московская область"/>
          <p:cNvSpPr txBox="1"/>
          <p:nvPr/>
        </p:nvSpPr>
        <p:spPr>
          <a:xfrm>
            <a:off x="864000" y="5343619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Московская область</a:t>
            </a:r>
          </a:p>
        </p:txBody>
      </p:sp>
      <p:sp>
        <p:nvSpPr>
          <p:cNvPr id="160" name="marker"/>
          <p:cNvSpPr/>
          <p:nvPr/>
        </p:nvSpPr>
        <p:spPr>
          <a:xfrm>
            <a:off x="658800" y="5392030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1" name="motif"/>
          <p:cNvCxnSpPr/>
          <p:nvPr/>
        </p:nvCxnSpPr>
        <p:spPr>
          <a:xfrm>
            <a:off x="648000" y="5656447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62" name="item: Мурманская область"/>
          <p:cNvSpPr txBox="1"/>
          <p:nvPr/>
        </p:nvSpPr>
        <p:spPr>
          <a:xfrm>
            <a:off x="864000" y="5799124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Мурманская область</a:t>
            </a:r>
          </a:p>
        </p:txBody>
      </p:sp>
      <p:sp>
        <p:nvSpPr>
          <p:cNvPr id="163" name="marker"/>
          <p:cNvSpPr/>
          <p:nvPr/>
        </p:nvSpPr>
        <p:spPr>
          <a:xfrm>
            <a:off x="658800" y="5847536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motif"/>
          <p:cNvCxnSpPr/>
          <p:nvPr/>
        </p:nvCxnSpPr>
        <p:spPr>
          <a:xfrm>
            <a:off x="648000" y="6111953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65" name="item: Нижегородская область"/>
          <p:cNvSpPr txBox="1"/>
          <p:nvPr/>
        </p:nvSpPr>
        <p:spPr>
          <a:xfrm>
            <a:off x="864000" y="6254630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Нижегородская область</a:t>
            </a:r>
          </a:p>
        </p:txBody>
      </p:sp>
      <p:sp>
        <p:nvSpPr>
          <p:cNvPr id="166" name="marker"/>
          <p:cNvSpPr/>
          <p:nvPr/>
        </p:nvSpPr>
        <p:spPr>
          <a:xfrm>
            <a:off x="658800" y="6303041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7" name="motif"/>
          <p:cNvCxnSpPr/>
          <p:nvPr/>
        </p:nvCxnSpPr>
        <p:spPr>
          <a:xfrm>
            <a:off x="648000" y="6567459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68" name="item: Орловская область"/>
          <p:cNvSpPr txBox="1"/>
          <p:nvPr/>
        </p:nvSpPr>
        <p:spPr>
          <a:xfrm>
            <a:off x="864000" y="6710136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Орловская область</a:t>
            </a:r>
          </a:p>
        </p:txBody>
      </p:sp>
      <p:sp>
        <p:nvSpPr>
          <p:cNvPr id="169" name="marker"/>
          <p:cNvSpPr/>
          <p:nvPr/>
        </p:nvSpPr>
        <p:spPr>
          <a:xfrm>
            <a:off x="658800" y="6758547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motif"/>
          <p:cNvCxnSpPr/>
          <p:nvPr/>
        </p:nvCxnSpPr>
        <p:spPr>
          <a:xfrm>
            <a:off x="648000" y="7022965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71" name="item: Рязанская область"/>
          <p:cNvSpPr txBox="1"/>
          <p:nvPr/>
        </p:nvSpPr>
        <p:spPr>
          <a:xfrm>
            <a:off x="864000" y="7165642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Рязанская область</a:t>
            </a:r>
          </a:p>
        </p:txBody>
      </p:sp>
      <p:sp>
        <p:nvSpPr>
          <p:cNvPr id="172" name="marker"/>
          <p:cNvSpPr/>
          <p:nvPr/>
        </p:nvSpPr>
        <p:spPr>
          <a:xfrm>
            <a:off x="658800" y="7214053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3" name="motif"/>
          <p:cNvCxnSpPr/>
          <p:nvPr/>
        </p:nvCxnSpPr>
        <p:spPr>
          <a:xfrm>
            <a:off x="648000" y="7478471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74" name="item: Смоленская область"/>
          <p:cNvSpPr txBox="1"/>
          <p:nvPr/>
        </p:nvSpPr>
        <p:spPr>
          <a:xfrm>
            <a:off x="864000" y="7621148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Смоленская область</a:t>
            </a:r>
          </a:p>
        </p:txBody>
      </p:sp>
      <p:sp>
        <p:nvSpPr>
          <p:cNvPr id="175" name="marker"/>
          <p:cNvSpPr/>
          <p:nvPr/>
        </p:nvSpPr>
        <p:spPr>
          <a:xfrm>
            <a:off x="658800" y="7669559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6" name="motif"/>
          <p:cNvCxnSpPr/>
          <p:nvPr/>
        </p:nvCxnSpPr>
        <p:spPr>
          <a:xfrm>
            <a:off x="648000" y="7933976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77" name="item: Тамбовская область"/>
          <p:cNvSpPr txBox="1"/>
          <p:nvPr/>
        </p:nvSpPr>
        <p:spPr>
          <a:xfrm>
            <a:off x="864000" y="8076654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Тамбовская область</a:t>
            </a:r>
          </a:p>
        </p:txBody>
      </p:sp>
      <p:sp>
        <p:nvSpPr>
          <p:cNvPr id="178" name="marker"/>
          <p:cNvSpPr/>
          <p:nvPr/>
        </p:nvSpPr>
        <p:spPr>
          <a:xfrm>
            <a:off x="658800" y="8125065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9" name="motif"/>
          <p:cNvCxnSpPr/>
          <p:nvPr/>
        </p:nvCxnSpPr>
        <p:spPr>
          <a:xfrm>
            <a:off x="648000" y="8389482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80" name="item: Тверская область"/>
          <p:cNvSpPr txBox="1"/>
          <p:nvPr/>
        </p:nvSpPr>
        <p:spPr>
          <a:xfrm>
            <a:off x="864000" y="8532160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Тверская область</a:t>
            </a:r>
          </a:p>
        </p:txBody>
      </p:sp>
      <p:sp>
        <p:nvSpPr>
          <p:cNvPr id="181" name="marker"/>
          <p:cNvSpPr/>
          <p:nvPr/>
        </p:nvSpPr>
        <p:spPr>
          <a:xfrm>
            <a:off x="658800" y="8580571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2" name="motif"/>
          <p:cNvCxnSpPr/>
          <p:nvPr/>
        </p:nvCxnSpPr>
        <p:spPr>
          <a:xfrm>
            <a:off x="648000" y="8844988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83" name="item: Тульская область"/>
          <p:cNvSpPr txBox="1"/>
          <p:nvPr/>
        </p:nvSpPr>
        <p:spPr>
          <a:xfrm>
            <a:off x="864000" y="8987666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Тульская область</a:t>
            </a:r>
          </a:p>
        </p:txBody>
      </p:sp>
      <p:sp>
        <p:nvSpPr>
          <p:cNvPr id="184" name="marker"/>
          <p:cNvSpPr/>
          <p:nvPr/>
        </p:nvSpPr>
        <p:spPr>
          <a:xfrm>
            <a:off x="658800" y="9036077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motif"/>
          <p:cNvCxnSpPr/>
          <p:nvPr/>
        </p:nvCxnSpPr>
        <p:spPr>
          <a:xfrm>
            <a:off x="648000" y="9300494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86" name="item: Ярославская область"/>
          <p:cNvSpPr txBox="1"/>
          <p:nvPr/>
        </p:nvSpPr>
        <p:spPr>
          <a:xfrm>
            <a:off x="864000" y="9443172"/>
            <a:ext cx="472608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F7F5F1"/>
                </a:solidFill>
                <a:latin typeface="Onest"/>
                <a:ea typeface="Onest"/>
                <a:cs typeface="Onest"/>
              </a:rPr>
              <a:t>Ярославская область</a:t>
            </a:r>
          </a:p>
        </p:txBody>
      </p:sp>
      <p:sp>
        <p:nvSpPr>
          <p:cNvPr id="187" name="marker"/>
          <p:cNvSpPr/>
          <p:nvPr/>
        </p:nvSpPr>
        <p:spPr>
          <a:xfrm>
            <a:off x="658800" y="9491583"/>
            <a:ext cx="79200" cy="79200"/>
          </a:xfrm>
          <a:prstGeom prst="ellipse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motif"/>
          <p:cNvCxnSpPr/>
          <p:nvPr/>
        </p:nvCxnSpPr>
        <p:spPr>
          <a:xfrm>
            <a:off x="648000" y="9756000"/>
            <a:ext cx="4942080" cy="0"/>
          </a:xfrm>
          <a:prstGeom prst="line">
            <a:avLst/>
          </a:prstGeom>
          <a:ln w="6350">
            <a:solidFill>
              <a:srgbClr val="625B80"/>
            </a:solidFill>
          </a:ln>
          <a:effectLst/>
        </p:spPr>
      </p:cxnSp>
      <p:sp>
        <p:nvSpPr>
          <p:cNvPr id="189" name="plate"/>
          <p:cNvSpPr/>
          <p:nvPr/>
        </p:nvSpPr>
        <p:spPr>
          <a:xfrm>
            <a:off x="6768000" y="10080000"/>
            <a:ext cx="432000" cy="25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tab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91" name="tab"/>
          <p:cNvCxnSpPr/>
          <p:nvPr/>
        </p:nvCxnSpPr>
        <p:spPr>
          <a:xfrm>
            <a:off x="7200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92" name="tab"/>
          <p:cNvCxnSpPr/>
          <p:nvPr/>
        </p:nvCxnSpPr>
        <p:spPr>
          <a:xfrm flipH="1">
            <a:off x="6768000" y="10332000"/>
            <a:ext cx="432000" cy="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cxnSp>
        <p:nvCxnSpPr>
          <p:cNvPr id="193" name="tab"/>
          <p:cNvCxnSpPr/>
          <p:nvPr/>
        </p:nvCxnSpPr>
        <p:spPr>
          <a:xfrm flipV="1">
            <a:off x="6768000" y="10080000"/>
            <a:ext cx="0" cy="252000"/>
          </a:xfrm>
          <a:prstGeom prst="line">
            <a:avLst/>
          </a:prstGeom>
          <a:ln w="6350">
            <a:solidFill>
              <a:srgbClr val="48406C"/>
            </a:solidFill>
          </a:ln>
          <a:effectLst/>
        </p:spPr>
      </p:cxnSp>
      <p:sp>
        <p:nvSpPr>
          <p:cNvPr id="194" name="folio: 29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B0A9C4"/>
                </a:solidFill>
                <a:latin typeface="Onest SemiBold"/>
                <a:ea typeface="Onest SemiBold"/>
                <a:cs typeface="Onest SemiBold"/>
              </a:rPr>
              <a:t>29</a:t>
            </a:r>
          </a:p>
        </p:txBody>
      </p:sp>
      <p:sp>
        <p:nvSpPr>
          <p:cNvPr id="195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frame"/>
          <p:cNvCxnSpPr/>
          <p:nvPr/>
        </p:nvCxnSpPr>
        <p:spPr>
          <a:xfrm>
            <a:off x="360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792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8" name="folio: 30"/>
          <p:cNvSpPr txBox="1"/>
          <p:nvPr/>
        </p:nvSpPr>
        <p:spPr>
          <a:xfrm>
            <a:off x="360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30</a:t>
            </a:r>
          </a:p>
        </p:txBody>
      </p:sp>
      <p:pic>
        <p:nvPicPr>
          <p:cNvPr id="49" name="image" descr="4abc67d5cca9df5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0000" y="1276349"/>
            <a:ext cx="1944000" cy="1236550"/>
          </a:xfrm>
          <a:prstGeom prst="rect">
            <a:avLst/>
          </a:prstGeom>
        </p:spPr>
      </p:pic>
      <p:cxnSp>
        <p:nvCxnSpPr>
          <p:cNvPr id="50" name="card-frame"/>
          <p:cNvCxnSpPr/>
          <p:nvPr/>
        </p:nvCxnSpPr>
        <p:spPr>
          <a:xfrm>
            <a:off x="720000" y="127634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1" name="card-frame"/>
          <p:cNvCxnSpPr/>
          <p:nvPr/>
        </p:nvCxnSpPr>
        <p:spPr>
          <a:xfrm>
            <a:off x="2664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2" name="card-frame"/>
          <p:cNvCxnSpPr/>
          <p:nvPr/>
        </p:nvCxnSpPr>
        <p:spPr>
          <a:xfrm>
            <a:off x="720000" y="2512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3" name="card-frame"/>
          <p:cNvCxnSpPr/>
          <p:nvPr/>
        </p:nvCxnSpPr>
        <p:spPr>
          <a:xfrm>
            <a:off x="720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54" name="image" descr="445b675de0b14f8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08000" y="1276349"/>
            <a:ext cx="1944000" cy="1236550"/>
          </a:xfrm>
          <a:prstGeom prst="rect">
            <a:avLst/>
          </a:prstGeom>
        </p:spPr>
      </p:pic>
      <p:cxnSp>
        <p:nvCxnSpPr>
          <p:cNvPr id="55" name="card-frame"/>
          <p:cNvCxnSpPr/>
          <p:nvPr/>
        </p:nvCxnSpPr>
        <p:spPr>
          <a:xfrm>
            <a:off x="2808000" y="127634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6" name="card-frame"/>
          <p:cNvCxnSpPr/>
          <p:nvPr/>
        </p:nvCxnSpPr>
        <p:spPr>
          <a:xfrm>
            <a:off x="4752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7" name="card-frame"/>
          <p:cNvCxnSpPr/>
          <p:nvPr/>
        </p:nvCxnSpPr>
        <p:spPr>
          <a:xfrm>
            <a:off x="2808000" y="2512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58" name="card-frame"/>
          <p:cNvCxnSpPr/>
          <p:nvPr/>
        </p:nvCxnSpPr>
        <p:spPr>
          <a:xfrm>
            <a:off x="2808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59" name="image" descr="c640099159a80395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96000" y="1276349"/>
            <a:ext cx="1944000" cy="1236550"/>
          </a:xfrm>
          <a:prstGeom prst="rect">
            <a:avLst/>
          </a:prstGeom>
        </p:spPr>
      </p:pic>
      <p:cxnSp>
        <p:nvCxnSpPr>
          <p:cNvPr id="60" name="card-frame"/>
          <p:cNvCxnSpPr/>
          <p:nvPr/>
        </p:nvCxnSpPr>
        <p:spPr>
          <a:xfrm>
            <a:off x="4896000" y="127634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1" name="card-frame"/>
          <p:cNvCxnSpPr/>
          <p:nvPr/>
        </p:nvCxnSpPr>
        <p:spPr>
          <a:xfrm>
            <a:off x="6840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2" name="card-frame"/>
          <p:cNvCxnSpPr/>
          <p:nvPr/>
        </p:nvCxnSpPr>
        <p:spPr>
          <a:xfrm>
            <a:off x="4896000" y="2512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3" name="card-frame"/>
          <p:cNvCxnSpPr/>
          <p:nvPr/>
        </p:nvCxnSpPr>
        <p:spPr>
          <a:xfrm>
            <a:off x="4896000" y="1276349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64" name="image" descr="a046af198d074961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0000" y="2656899"/>
            <a:ext cx="1944000" cy="1236550"/>
          </a:xfrm>
          <a:prstGeom prst="rect">
            <a:avLst/>
          </a:prstGeom>
        </p:spPr>
      </p:pic>
      <p:cxnSp>
        <p:nvCxnSpPr>
          <p:cNvPr id="65" name="card-frame"/>
          <p:cNvCxnSpPr/>
          <p:nvPr/>
        </p:nvCxnSpPr>
        <p:spPr>
          <a:xfrm>
            <a:off x="720000" y="2656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6" name="card-frame"/>
          <p:cNvCxnSpPr/>
          <p:nvPr/>
        </p:nvCxnSpPr>
        <p:spPr>
          <a:xfrm>
            <a:off x="2664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7" name="card-frame"/>
          <p:cNvCxnSpPr/>
          <p:nvPr/>
        </p:nvCxnSpPr>
        <p:spPr>
          <a:xfrm>
            <a:off x="720000" y="3893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68" name="card-frame"/>
          <p:cNvCxnSpPr/>
          <p:nvPr/>
        </p:nvCxnSpPr>
        <p:spPr>
          <a:xfrm>
            <a:off x="720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69" name="image" descr="8d3a4fcf54a363ff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08000" y="2656899"/>
            <a:ext cx="1944000" cy="1236550"/>
          </a:xfrm>
          <a:prstGeom prst="rect">
            <a:avLst/>
          </a:prstGeom>
        </p:spPr>
      </p:pic>
      <p:cxnSp>
        <p:nvCxnSpPr>
          <p:cNvPr id="70" name="card-frame"/>
          <p:cNvCxnSpPr/>
          <p:nvPr/>
        </p:nvCxnSpPr>
        <p:spPr>
          <a:xfrm>
            <a:off x="2808000" y="2656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1" name="card-frame"/>
          <p:cNvCxnSpPr/>
          <p:nvPr/>
        </p:nvCxnSpPr>
        <p:spPr>
          <a:xfrm>
            <a:off x="4752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2" name="card-frame"/>
          <p:cNvCxnSpPr/>
          <p:nvPr/>
        </p:nvCxnSpPr>
        <p:spPr>
          <a:xfrm>
            <a:off x="2808000" y="3893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3" name="card-frame"/>
          <p:cNvCxnSpPr/>
          <p:nvPr/>
        </p:nvCxnSpPr>
        <p:spPr>
          <a:xfrm>
            <a:off x="2808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74" name="image" descr="48d033524049750f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896000" y="2656899"/>
            <a:ext cx="1944000" cy="1236550"/>
          </a:xfrm>
          <a:prstGeom prst="rect">
            <a:avLst/>
          </a:prstGeom>
        </p:spPr>
      </p:pic>
      <p:cxnSp>
        <p:nvCxnSpPr>
          <p:cNvPr id="75" name="card-frame"/>
          <p:cNvCxnSpPr/>
          <p:nvPr/>
        </p:nvCxnSpPr>
        <p:spPr>
          <a:xfrm>
            <a:off x="4896000" y="2656899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6" name="card-frame"/>
          <p:cNvCxnSpPr/>
          <p:nvPr/>
        </p:nvCxnSpPr>
        <p:spPr>
          <a:xfrm>
            <a:off x="6840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7" name="card-frame"/>
          <p:cNvCxnSpPr/>
          <p:nvPr/>
        </p:nvCxnSpPr>
        <p:spPr>
          <a:xfrm>
            <a:off x="4896000" y="3893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78" name="card-frame"/>
          <p:cNvCxnSpPr/>
          <p:nvPr/>
        </p:nvCxnSpPr>
        <p:spPr>
          <a:xfrm>
            <a:off x="4896000" y="2656899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79" name="image" descr="dda46fe93b2c6e1b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20000" y="4037450"/>
            <a:ext cx="1944000" cy="1236550"/>
          </a:xfrm>
          <a:prstGeom prst="rect">
            <a:avLst/>
          </a:prstGeom>
        </p:spPr>
      </p:pic>
      <p:cxnSp>
        <p:nvCxnSpPr>
          <p:cNvPr id="80" name="card-frame"/>
          <p:cNvCxnSpPr/>
          <p:nvPr/>
        </p:nvCxnSpPr>
        <p:spPr>
          <a:xfrm>
            <a:off x="720000" y="4037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1" name="card-frame"/>
          <p:cNvCxnSpPr/>
          <p:nvPr/>
        </p:nvCxnSpPr>
        <p:spPr>
          <a:xfrm>
            <a:off x="2664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2" name="card-frame"/>
          <p:cNvCxnSpPr/>
          <p:nvPr/>
        </p:nvCxnSpPr>
        <p:spPr>
          <a:xfrm>
            <a:off x="720000" y="5274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3" name="card-frame"/>
          <p:cNvCxnSpPr/>
          <p:nvPr/>
        </p:nvCxnSpPr>
        <p:spPr>
          <a:xfrm>
            <a:off x="720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84" name="image" descr="9c4f735165b8bc38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808000" y="4037450"/>
            <a:ext cx="1944000" cy="1236550"/>
          </a:xfrm>
          <a:prstGeom prst="rect">
            <a:avLst/>
          </a:prstGeom>
        </p:spPr>
      </p:pic>
      <p:cxnSp>
        <p:nvCxnSpPr>
          <p:cNvPr id="85" name="card-frame"/>
          <p:cNvCxnSpPr/>
          <p:nvPr/>
        </p:nvCxnSpPr>
        <p:spPr>
          <a:xfrm>
            <a:off x="2808000" y="4037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6" name="card-frame"/>
          <p:cNvCxnSpPr/>
          <p:nvPr/>
        </p:nvCxnSpPr>
        <p:spPr>
          <a:xfrm>
            <a:off x="4752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7" name="card-frame"/>
          <p:cNvCxnSpPr/>
          <p:nvPr/>
        </p:nvCxnSpPr>
        <p:spPr>
          <a:xfrm>
            <a:off x="2808000" y="5274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88" name="card-frame"/>
          <p:cNvCxnSpPr/>
          <p:nvPr/>
        </p:nvCxnSpPr>
        <p:spPr>
          <a:xfrm>
            <a:off x="2808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89" name="image" descr="6b272b2a2a03df8f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896000" y="4037450"/>
            <a:ext cx="1944000" cy="1236550"/>
          </a:xfrm>
          <a:prstGeom prst="rect">
            <a:avLst/>
          </a:prstGeom>
        </p:spPr>
      </p:pic>
      <p:cxnSp>
        <p:nvCxnSpPr>
          <p:cNvPr id="90" name="card-frame"/>
          <p:cNvCxnSpPr/>
          <p:nvPr/>
        </p:nvCxnSpPr>
        <p:spPr>
          <a:xfrm>
            <a:off x="4896000" y="40374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1" name="card-frame"/>
          <p:cNvCxnSpPr/>
          <p:nvPr/>
        </p:nvCxnSpPr>
        <p:spPr>
          <a:xfrm>
            <a:off x="6840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2" name="card-frame"/>
          <p:cNvCxnSpPr/>
          <p:nvPr/>
        </p:nvCxnSpPr>
        <p:spPr>
          <a:xfrm>
            <a:off x="4896000" y="5274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3" name="card-frame"/>
          <p:cNvCxnSpPr/>
          <p:nvPr/>
        </p:nvCxnSpPr>
        <p:spPr>
          <a:xfrm>
            <a:off x="4896000" y="403745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94" name="image" descr="fefb8eb9622884b7.jp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20000" y="5418000"/>
            <a:ext cx="1944000" cy="1236550"/>
          </a:xfrm>
          <a:prstGeom prst="rect">
            <a:avLst/>
          </a:prstGeom>
        </p:spPr>
      </p:pic>
      <p:cxnSp>
        <p:nvCxnSpPr>
          <p:cNvPr id="95" name="card-frame"/>
          <p:cNvCxnSpPr/>
          <p:nvPr/>
        </p:nvCxnSpPr>
        <p:spPr>
          <a:xfrm>
            <a:off x="720000" y="5418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6" name="card-frame"/>
          <p:cNvCxnSpPr/>
          <p:nvPr/>
        </p:nvCxnSpPr>
        <p:spPr>
          <a:xfrm>
            <a:off x="2664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7" name="card-frame"/>
          <p:cNvCxnSpPr/>
          <p:nvPr/>
        </p:nvCxnSpPr>
        <p:spPr>
          <a:xfrm>
            <a:off x="720000" y="6654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8" name="card-frame"/>
          <p:cNvCxnSpPr/>
          <p:nvPr/>
        </p:nvCxnSpPr>
        <p:spPr>
          <a:xfrm>
            <a:off x="720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99" name="image" descr="8c7baea573895a62.jp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2808000" y="5418000"/>
            <a:ext cx="1944000" cy="1236550"/>
          </a:xfrm>
          <a:prstGeom prst="rect">
            <a:avLst/>
          </a:prstGeom>
        </p:spPr>
      </p:pic>
      <p:cxnSp>
        <p:nvCxnSpPr>
          <p:cNvPr id="100" name="card-frame"/>
          <p:cNvCxnSpPr/>
          <p:nvPr/>
        </p:nvCxnSpPr>
        <p:spPr>
          <a:xfrm>
            <a:off x="2808000" y="5418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1" name="card-frame"/>
          <p:cNvCxnSpPr/>
          <p:nvPr/>
        </p:nvCxnSpPr>
        <p:spPr>
          <a:xfrm>
            <a:off x="4752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2" name="card-frame"/>
          <p:cNvCxnSpPr/>
          <p:nvPr/>
        </p:nvCxnSpPr>
        <p:spPr>
          <a:xfrm>
            <a:off x="2808000" y="6654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3" name="card-frame"/>
          <p:cNvCxnSpPr/>
          <p:nvPr/>
        </p:nvCxnSpPr>
        <p:spPr>
          <a:xfrm>
            <a:off x="2808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04" name="image" descr="584e1a83a3e0dd82.jp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896000" y="5418000"/>
            <a:ext cx="1944000" cy="1236550"/>
          </a:xfrm>
          <a:prstGeom prst="rect">
            <a:avLst/>
          </a:prstGeom>
        </p:spPr>
      </p:pic>
      <p:cxnSp>
        <p:nvCxnSpPr>
          <p:cNvPr id="105" name="card-frame"/>
          <p:cNvCxnSpPr/>
          <p:nvPr/>
        </p:nvCxnSpPr>
        <p:spPr>
          <a:xfrm>
            <a:off x="4896000" y="541800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6" name="card-frame"/>
          <p:cNvCxnSpPr/>
          <p:nvPr/>
        </p:nvCxnSpPr>
        <p:spPr>
          <a:xfrm>
            <a:off x="6840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7" name="card-frame"/>
          <p:cNvCxnSpPr/>
          <p:nvPr/>
        </p:nvCxnSpPr>
        <p:spPr>
          <a:xfrm>
            <a:off x="4896000" y="6654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8" name="card-frame"/>
          <p:cNvCxnSpPr/>
          <p:nvPr/>
        </p:nvCxnSpPr>
        <p:spPr>
          <a:xfrm>
            <a:off x="4896000" y="5418000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09" name="image" descr="487a6d57de981d91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720000" y="6798550"/>
            <a:ext cx="1944000" cy="1236550"/>
          </a:xfrm>
          <a:prstGeom prst="rect">
            <a:avLst/>
          </a:prstGeom>
        </p:spPr>
      </p:pic>
      <p:cxnSp>
        <p:nvCxnSpPr>
          <p:cNvPr id="110" name="card-frame"/>
          <p:cNvCxnSpPr/>
          <p:nvPr/>
        </p:nvCxnSpPr>
        <p:spPr>
          <a:xfrm>
            <a:off x="720000" y="6798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1" name="card-frame"/>
          <p:cNvCxnSpPr/>
          <p:nvPr/>
        </p:nvCxnSpPr>
        <p:spPr>
          <a:xfrm>
            <a:off x="2664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2" name="card-frame"/>
          <p:cNvCxnSpPr/>
          <p:nvPr/>
        </p:nvCxnSpPr>
        <p:spPr>
          <a:xfrm>
            <a:off x="720000" y="8035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3" name="card-frame"/>
          <p:cNvCxnSpPr/>
          <p:nvPr/>
        </p:nvCxnSpPr>
        <p:spPr>
          <a:xfrm>
            <a:off x="720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14" name="image" descr="95b4eb8404543c26.jp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08000" y="6798550"/>
            <a:ext cx="1944000" cy="1236550"/>
          </a:xfrm>
          <a:prstGeom prst="rect">
            <a:avLst/>
          </a:prstGeom>
        </p:spPr>
      </p:pic>
      <p:cxnSp>
        <p:nvCxnSpPr>
          <p:cNvPr id="115" name="card-frame"/>
          <p:cNvCxnSpPr/>
          <p:nvPr/>
        </p:nvCxnSpPr>
        <p:spPr>
          <a:xfrm>
            <a:off x="2808000" y="6798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6" name="card-frame"/>
          <p:cNvCxnSpPr/>
          <p:nvPr/>
        </p:nvCxnSpPr>
        <p:spPr>
          <a:xfrm>
            <a:off x="4752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7" name="card-frame"/>
          <p:cNvCxnSpPr/>
          <p:nvPr/>
        </p:nvCxnSpPr>
        <p:spPr>
          <a:xfrm>
            <a:off x="2808000" y="8035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8" name="card-frame"/>
          <p:cNvCxnSpPr/>
          <p:nvPr/>
        </p:nvCxnSpPr>
        <p:spPr>
          <a:xfrm>
            <a:off x="2808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19" name="image" descr="1ecfb0590eb61c79.jp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4896000" y="6798550"/>
            <a:ext cx="1944000" cy="1236550"/>
          </a:xfrm>
          <a:prstGeom prst="rect">
            <a:avLst/>
          </a:prstGeom>
        </p:spPr>
      </p:pic>
      <p:cxnSp>
        <p:nvCxnSpPr>
          <p:cNvPr id="120" name="card-frame"/>
          <p:cNvCxnSpPr/>
          <p:nvPr/>
        </p:nvCxnSpPr>
        <p:spPr>
          <a:xfrm>
            <a:off x="4896000" y="6798550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1" name="card-frame"/>
          <p:cNvCxnSpPr/>
          <p:nvPr/>
        </p:nvCxnSpPr>
        <p:spPr>
          <a:xfrm>
            <a:off x="6840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2" name="card-frame"/>
          <p:cNvCxnSpPr/>
          <p:nvPr/>
        </p:nvCxnSpPr>
        <p:spPr>
          <a:xfrm>
            <a:off x="4896000" y="8035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3" name="card-frame"/>
          <p:cNvCxnSpPr/>
          <p:nvPr/>
        </p:nvCxnSpPr>
        <p:spPr>
          <a:xfrm>
            <a:off x="4896000" y="6798550"/>
            <a:ext cx="0" cy="1236551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24" name="image" descr="46500c12ecee75da.jp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20000" y="8179101"/>
            <a:ext cx="1944000" cy="1236550"/>
          </a:xfrm>
          <a:prstGeom prst="rect">
            <a:avLst/>
          </a:prstGeom>
        </p:spPr>
      </p:pic>
      <p:cxnSp>
        <p:nvCxnSpPr>
          <p:cNvPr id="125" name="card-frame"/>
          <p:cNvCxnSpPr/>
          <p:nvPr/>
        </p:nvCxnSpPr>
        <p:spPr>
          <a:xfrm>
            <a:off x="720000" y="8179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6" name="card-frame"/>
          <p:cNvCxnSpPr/>
          <p:nvPr/>
        </p:nvCxnSpPr>
        <p:spPr>
          <a:xfrm>
            <a:off x="2664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7" name="card-frame"/>
          <p:cNvCxnSpPr/>
          <p:nvPr/>
        </p:nvCxnSpPr>
        <p:spPr>
          <a:xfrm>
            <a:off x="720000" y="941565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8" name="card-frame"/>
          <p:cNvCxnSpPr/>
          <p:nvPr/>
        </p:nvCxnSpPr>
        <p:spPr>
          <a:xfrm>
            <a:off x="720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29" name="image" descr="cb7c6e08472ddda0.jp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2808000" y="8179101"/>
            <a:ext cx="1944000" cy="1236550"/>
          </a:xfrm>
          <a:prstGeom prst="rect">
            <a:avLst/>
          </a:prstGeom>
        </p:spPr>
      </p:pic>
      <p:cxnSp>
        <p:nvCxnSpPr>
          <p:cNvPr id="130" name="card-frame"/>
          <p:cNvCxnSpPr/>
          <p:nvPr/>
        </p:nvCxnSpPr>
        <p:spPr>
          <a:xfrm>
            <a:off x="2808000" y="8179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1" name="card-frame"/>
          <p:cNvCxnSpPr/>
          <p:nvPr/>
        </p:nvCxnSpPr>
        <p:spPr>
          <a:xfrm>
            <a:off x="4752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2" name="card-frame"/>
          <p:cNvCxnSpPr/>
          <p:nvPr/>
        </p:nvCxnSpPr>
        <p:spPr>
          <a:xfrm>
            <a:off x="2808000" y="941565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3" name="card-frame"/>
          <p:cNvCxnSpPr/>
          <p:nvPr/>
        </p:nvCxnSpPr>
        <p:spPr>
          <a:xfrm>
            <a:off x="2808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pic>
        <p:nvPicPr>
          <p:cNvPr id="134" name="image" descr="1a924d4d65abfbcd.jp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4896000" y="8179101"/>
            <a:ext cx="1944000" cy="1236550"/>
          </a:xfrm>
          <a:prstGeom prst="rect">
            <a:avLst/>
          </a:prstGeom>
        </p:spPr>
      </p:pic>
      <p:cxnSp>
        <p:nvCxnSpPr>
          <p:cNvPr id="135" name="card-frame"/>
          <p:cNvCxnSpPr/>
          <p:nvPr/>
        </p:nvCxnSpPr>
        <p:spPr>
          <a:xfrm>
            <a:off x="4896000" y="817910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6" name="card-frame"/>
          <p:cNvCxnSpPr/>
          <p:nvPr/>
        </p:nvCxnSpPr>
        <p:spPr>
          <a:xfrm>
            <a:off x="6840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7" name="card-frame"/>
          <p:cNvCxnSpPr/>
          <p:nvPr/>
        </p:nvCxnSpPr>
        <p:spPr>
          <a:xfrm>
            <a:off x="4896000" y="9415651"/>
            <a:ext cx="1944000" cy="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8" name="card-frame"/>
          <p:cNvCxnSpPr/>
          <p:nvPr/>
        </p:nvCxnSpPr>
        <p:spPr>
          <a:xfrm>
            <a:off x="4896000" y="8179101"/>
            <a:ext cx="0" cy="123655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44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frame"/>
          <p:cNvCxnSpPr/>
          <p:nvPr/>
        </p:nvCxnSpPr>
        <p:spPr>
          <a:xfrm>
            <a:off x="360000" y="360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5" name="frame"/>
          <p:cNvCxnSpPr/>
          <p:nvPr/>
        </p:nvCxnSpPr>
        <p:spPr>
          <a:xfrm>
            <a:off x="720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6" name="frame"/>
          <p:cNvCxnSpPr/>
          <p:nvPr/>
        </p:nvCxnSpPr>
        <p:spPr>
          <a:xfrm flipH="1">
            <a:off x="360000" y="10332000"/>
            <a:ext cx="684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7" name="frame"/>
          <p:cNvCxnSpPr/>
          <p:nvPr/>
        </p:nvCxnSpPr>
        <p:spPr>
          <a:xfrm flipV="1">
            <a:off x="360000" y="360000"/>
            <a:ext cx="0" cy="997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8" name="tick"/>
          <p:cNvCxnSpPr/>
          <p:nvPr/>
        </p:nvCxnSpPr>
        <p:spPr>
          <a:xfrm>
            <a:off x="3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9" name="tick"/>
          <p:cNvCxnSpPr/>
          <p:nvPr/>
        </p:nvCxnSpPr>
        <p:spPr>
          <a:xfrm>
            <a:off x="5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0" name="tick"/>
          <p:cNvCxnSpPr/>
          <p:nvPr/>
        </p:nvCxnSpPr>
        <p:spPr>
          <a:xfrm>
            <a:off x="7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1" name="tick"/>
          <p:cNvCxnSpPr/>
          <p:nvPr/>
        </p:nvCxnSpPr>
        <p:spPr>
          <a:xfrm>
            <a:off x="9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2" name="tick"/>
          <p:cNvCxnSpPr/>
          <p:nvPr/>
        </p:nvCxnSpPr>
        <p:spPr>
          <a:xfrm>
            <a:off x="10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3" name="tick"/>
          <p:cNvCxnSpPr/>
          <p:nvPr/>
        </p:nvCxnSpPr>
        <p:spPr>
          <a:xfrm>
            <a:off x="12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4" name="tick"/>
          <p:cNvCxnSpPr/>
          <p:nvPr/>
        </p:nvCxnSpPr>
        <p:spPr>
          <a:xfrm>
            <a:off x="14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5" name="tick"/>
          <p:cNvCxnSpPr/>
          <p:nvPr/>
        </p:nvCxnSpPr>
        <p:spPr>
          <a:xfrm>
            <a:off x="16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6" name="tick"/>
          <p:cNvCxnSpPr/>
          <p:nvPr/>
        </p:nvCxnSpPr>
        <p:spPr>
          <a:xfrm>
            <a:off x="18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7" name="tick"/>
          <p:cNvCxnSpPr/>
          <p:nvPr/>
        </p:nvCxnSpPr>
        <p:spPr>
          <a:xfrm>
            <a:off x="19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8" name="tick"/>
          <p:cNvCxnSpPr/>
          <p:nvPr/>
        </p:nvCxnSpPr>
        <p:spPr>
          <a:xfrm>
            <a:off x="21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19" name="tick"/>
          <p:cNvCxnSpPr/>
          <p:nvPr/>
        </p:nvCxnSpPr>
        <p:spPr>
          <a:xfrm>
            <a:off x="23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0" name="tick"/>
          <p:cNvCxnSpPr/>
          <p:nvPr/>
        </p:nvCxnSpPr>
        <p:spPr>
          <a:xfrm>
            <a:off x="25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1" name="tick"/>
          <p:cNvCxnSpPr/>
          <p:nvPr/>
        </p:nvCxnSpPr>
        <p:spPr>
          <a:xfrm>
            <a:off x="27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2" name="tick"/>
          <p:cNvCxnSpPr/>
          <p:nvPr/>
        </p:nvCxnSpPr>
        <p:spPr>
          <a:xfrm>
            <a:off x="28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3" name="tick"/>
          <p:cNvCxnSpPr/>
          <p:nvPr/>
        </p:nvCxnSpPr>
        <p:spPr>
          <a:xfrm>
            <a:off x="30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4" name="tick"/>
          <p:cNvCxnSpPr/>
          <p:nvPr/>
        </p:nvCxnSpPr>
        <p:spPr>
          <a:xfrm>
            <a:off x="32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5" name="tick"/>
          <p:cNvCxnSpPr/>
          <p:nvPr/>
        </p:nvCxnSpPr>
        <p:spPr>
          <a:xfrm>
            <a:off x="34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6" name="tick"/>
          <p:cNvCxnSpPr/>
          <p:nvPr/>
        </p:nvCxnSpPr>
        <p:spPr>
          <a:xfrm>
            <a:off x="36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7" name="tick"/>
          <p:cNvCxnSpPr/>
          <p:nvPr/>
        </p:nvCxnSpPr>
        <p:spPr>
          <a:xfrm>
            <a:off x="37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8" name="tick"/>
          <p:cNvCxnSpPr/>
          <p:nvPr/>
        </p:nvCxnSpPr>
        <p:spPr>
          <a:xfrm>
            <a:off x="39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29" name="tick"/>
          <p:cNvCxnSpPr/>
          <p:nvPr/>
        </p:nvCxnSpPr>
        <p:spPr>
          <a:xfrm>
            <a:off x="41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0" name="tick"/>
          <p:cNvCxnSpPr/>
          <p:nvPr/>
        </p:nvCxnSpPr>
        <p:spPr>
          <a:xfrm>
            <a:off x="43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1" name="tick"/>
          <p:cNvCxnSpPr/>
          <p:nvPr/>
        </p:nvCxnSpPr>
        <p:spPr>
          <a:xfrm>
            <a:off x="45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2" name="tick"/>
          <p:cNvCxnSpPr/>
          <p:nvPr/>
        </p:nvCxnSpPr>
        <p:spPr>
          <a:xfrm>
            <a:off x="46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3" name="tick"/>
          <p:cNvCxnSpPr/>
          <p:nvPr/>
        </p:nvCxnSpPr>
        <p:spPr>
          <a:xfrm>
            <a:off x="48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4" name="tick"/>
          <p:cNvCxnSpPr/>
          <p:nvPr/>
        </p:nvCxnSpPr>
        <p:spPr>
          <a:xfrm>
            <a:off x="50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5" name="tick"/>
          <p:cNvCxnSpPr/>
          <p:nvPr/>
        </p:nvCxnSpPr>
        <p:spPr>
          <a:xfrm>
            <a:off x="52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6" name="tick"/>
          <p:cNvCxnSpPr/>
          <p:nvPr/>
        </p:nvCxnSpPr>
        <p:spPr>
          <a:xfrm>
            <a:off x="54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7" name="tick"/>
          <p:cNvCxnSpPr/>
          <p:nvPr/>
        </p:nvCxnSpPr>
        <p:spPr>
          <a:xfrm>
            <a:off x="558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8" name="tick"/>
          <p:cNvCxnSpPr/>
          <p:nvPr/>
        </p:nvCxnSpPr>
        <p:spPr>
          <a:xfrm>
            <a:off x="576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39" name="tick"/>
          <p:cNvCxnSpPr/>
          <p:nvPr/>
        </p:nvCxnSpPr>
        <p:spPr>
          <a:xfrm>
            <a:off x="594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0" name="tick"/>
          <p:cNvCxnSpPr/>
          <p:nvPr/>
        </p:nvCxnSpPr>
        <p:spPr>
          <a:xfrm>
            <a:off x="612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1" name="tick"/>
          <p:cNvCxnSpPr/>
          <p:nvPr/>
        </p:nvCxnSpPr>
        <p:spPr>
          <a:xfrm>
            <a:off x="630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2" name="tick"/>
          <p:cNvCxnSpPr/>
          <p:nvPr/>
        </p:nvCxnSpPr>
        <p:spPr>
          <a:xfrm>
            <a:off x="648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3" name="tick"/>
          <p:cNvCxnSpPr/>
          <p:nvPr/>
        </p:nvCxnSpPr>
        <p:spPr>
          <a:xfrm>
            <a:off x="666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4" name="tick"/>
          <p:cNvCxnSpPr/>
          <p:nvPr/>
        </p:nvCxnSpPr>
        <p:spPr>
          <a:xfrm>
            <a:off x="684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5" name="tick"/>
          <p:cNvCxnSpPr/>
          <p:nvPr/>
        </p:nvCxnSpPr>
        <p:spPr>
          <a:xfrm>
            <a:off x="7020000" y="360000"/>
            <a:ext cx="0" cy="43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6" name="tick"/>
          <p:cNvCxnSpPr/>
          <p:nvPr/>
        </p:nvCxnSpPr>
        <p:spPr>
          <a:xfrm>
            <a:off x="7200000" y="360000"/>
            <a:ext cx="0" cy="79200"/>
          </a:xfrm>
          <a:prstGeom prst="line">
            <a:avLst/>
          </a:prstGeom>
          <a:ln w="5080">
            <a:solidFill>
              <a:srgbClr val="C8C3D2"/>
            </a:solidFill>
          </a:ln>
          <a:effectLst/>
        </p:spPr>
      </p:cxnSp>
      <p:cxnSp>
        <p:nvCxnSpPr>
          <p:cNvPr id="47" name="frame"/>
          <p:cNvCxnSpPr/>
          <p:nvPr/>
        </p:nvCxnSpPr>
        <p:spPr>
          <a:xfrm>
            <a:off x="6768000" y="10080000"/>
            <a:ext cx="432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cxnSp>
        <p:nvCxnSpPr>
          <p:cNvPr id="48" name="frame"/>
          <p:cNvCxnSpPr/>
          <p:nvPr/>
        </p:nvCxnSpPr>
        <p:spPr>
          <a:xfrm>
            <a:off x="6768000" y="10080000"/>
            <a:ext cx="0" cy="25200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49" name="folio: 31"/>
          <p:cNvSpPr txBox="1"/>
          <p:nvPr/>
        </p:nvSpPr>
        <p:spPr>
          <a:xfrm>
            <a:off x="6768000" y="10159913"/>
            <a:ext cx="432000" cy="115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6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31</a:t>
            </a:r>
          </a:p>
        </p:txBody>
      </p:sp>
      <p:cxnSp>
        <p:nvCxnSpPr>
          <p:cNvPr id="50" name="motif"/>
          <p:cNvCxnSpPr/>
          <p:nvPr/>
        </p:nvCxnSpPr>
        <p:spPr>
          <a:xfrm>
            <a:off x="720000" y="331200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1" name="marker"/>
          <p:cNvSpPr/>
          <p:nvPr/>
        </p:nvSpPr>
        <p:spPr>
          <a:xfrm>
            <a:off x="720000" y="349867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item: СРО в области инженерных изыск"/>
          <p:cNvSpPr txBox="1"/>
          <p:nvPr/>
        </p:nvSpPr>
        <p:spPr>
          <a:xfrm>
            <a:off x="918000" y="3435998"/>
            <a:ext cx="5922000" cy="5680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СРО в области инженерных изысканий и в области архитектурно-строительного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проектирования.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Уровень ответственности 25 млн. руб.</a:t>
            </a:r>
          </a:p>
        </p:txBody>
      </p:sp>
      <p:cxnSp>
        <p:nvCxnSpPr>
          <p:cNvPr id="53" name="motif"/>
          <p:cNvCxnSpPr/>
          <p:nvPr/>
        </p:nvCxnSpPr>
        <p:spPr>
          <a:xfrm>
            <a:off x="720000" y="4122065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4" name="marker"/>
          <p:cNvSpPr/>
          <p:nvPr/>
        </p:nvSpPr>
        <p:spPr>
          <a:xfrm>
            <a:off x="720000" y="4308737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item: СРО в области строительства, р"/>
          <p:cNvSpPr txBox="1"/>
          <p:nvPr/>
        </p:nvSpPr>
        <p:spPr>
          <a:xfrm>
            <a:off x="918000" y="4246063"/>
            <a:ext cx="5922000" cy="5680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СРО в области строительства, реконструкции, капитального ремонта, сноса объектов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капитального строительства.</a:t>
            </a:r>
          </a:p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Уровень ответственности 3 млрд. рублей</a:t>
            </a:r>
          </a:p>
        </p:txBody>
      </p:sp>
      <p:cxnSp>
        <p:nvCxnSpPr>
          <p:cNvPr id="56" name="motif"/>
          <p:cNvCxnSpPr/>
          <p:nvPr/>
        </p:nvCxnSpPr>
        <p:spPr>
          <a:xfrm>
            <a:off x="720000" y="4932130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57" name="marker"/>
          <p:cNvSpPr/>
          <p:nvPr/>
        </p:nvSpPr>
        <p:spPr>
          <a:xfrm>
            <a:off x="720000" y="5118802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item: Лицензия Министерства Культуры"/>
          <p:cNvSpPr txBox="1"/>
          <p:nvPr/>
        </p:nvSpPr>
        <p:spPr>
          <a:xfrm>
            <a:off x="918000" y="5056128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Лицензия Министерства Культуры</a:t>
            </a:r>
          </a:p>
        </p:txBody>
      </p:sp>
      <p:cxnSp>
        <p:nvCxnSpPr>
          <p:cNvPr id="59" name="motif"/>
          <p:cNvCxnSpPr/>
          <p:nvPr/>
        </p:nvCxnSpPr>
        <p:spPr>
          <a:xfrm>
            <a:off x="720000" y="5390152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0" name="marker"/>
          <p:cNvSpPr/>
          <p:nvPr/>
        </p:nvSpPr>
        <p:spPr>
          <a:xfrm>
            <a:off x="720000" y="5576824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item: Лицензия МЧС"/>
          <p:cNvSpPr txBox="1"/>
          <p:nvPr/>
        </p:nvSpPr>
        <p:spPr>
          <a:xfrm>
            <a:off x="918000" y="5514149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Лицензия МЧС</a:t>
            </a:r>
          </a:p>
        </p:txBody>
      </p:sp>
      <p:cxnSp>
        <p:nvCxnSpPr>
          <p:cNvPr id="62" name="motif"/>
          <p:cNvCxnSpPr/>
          <p:nvPr/>
        </p:nvCxnSpPr>
        <p:spPr>
          <a:xfrm>
            <a:off x="720000" y="5848173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3" name="marker"/>
          <p:cNvSpPr/>
          <p:nvPr/>
        </p:nvSpPr>
        <p:spPr>
          <a:xfrm>
            <a:off x="720000" y="6034845"/>
            <a:ext cx="64800" cy="648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tem: Свидетельство Ростехнадзора о "/>
          <p:cNvSpPr txBox="1"/>
          <p:nvPr/>
        </p:nvSpPr>
        <p:spPr>
          <a:xfrm>
            <a:off x="918000" y="5972171"/>
            <a:ext cx="5922000" cy="216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>
                <a:solidFill>
                  <a:srgbClr val="2B2350"/>
                </a:solidFill>
                <a:latin typeface="Onest"/>
                <a:ea typeface="Onest"/>
                <a:cs typeface="Onest"/>
              </a:rPr>
              <a:t>Свидетельство Ростехнадзора о регистрации электролаборатории</a:t>
            </a:r>
          </a:p>
        </p:txBody>
      </p:sp>
      <p:cxnSp>
        <p:nvCxnSpPr>
          <p:cNvPr id="65" name="motif"/>
          <p:cNvCxnSpPr/>
          <p:nvPr/>
        </p:nvCxnSpPr>
        <p:spPr>
          <a:xfrm>
            <a:off x="720000" y="6306194"/>
            <a:ext cx="6120000" cy="0"/>
          </a:xfrm>
          <a:prstGeom prst="line">
            <a:avLst/>
          </a:prstGeom>
          <a:ln w="6350">
            <a:solidFill>
              <a:srgbClr val="C8C3D2"/>
            </a:solidFill>
          </a:ln>
          <a:effectLst/>
        </p:spPr>
      </p:cxnSp>
      <p:sp>
        <p:nvSpPr>
          <p:cNvPr id="66" name="marker"/>
          <p:cNvSpPr/>
          <p:nvPr/>
        </p:nvSpPr>
        <p:spPr>
          <a:xfrm>
            <a:off x="720000" y="8964000"/>
            <a:ext cx="504000" cy="57600"/>
          </a:xfrm>
          <a:prstGeom prst="rect">
            <a:avLst/>
          </a:pr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label: E-mail:"/>
          <p:cNvSpPr txBox="1"/>
          <p:nvPr/>
        </p:nvSpPr>
        <p:spPr>
          <a:xfrm>
            <a:off x="720000" y="9304192"/>
            <a:ext cx="72000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45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E-mail:</a:t>
            </a:r>
          </a:p>
        </p:txBody>
      </p:sp>
      <p:sp>
        <p:nvSpPr>
          <p:cNvPr id="68" name="contact: info@egroupp.ru"/>
          <p:cNvSpPr txBox="1"/>
          <p:nvPr/>
        </p:nvSpPr>
        <p:spPr>
          <a:xfrm>
            <a:off x="1368000" y="9275749"/>
            <a:ext cx="547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info@egroupp.ru</a:t>
            </a:r>
          </a:p>
        </p:txBody>
      </p:sp>
      <p:sp>
        <p:nvSpPr>
          <p:cNvPr id="69" name="label: Сайт:"/>
          <p:cNvSpPr txBox="1"/>
          <p:nvPr/>
        </p:nvSpPr>
        <p:spPr>
          <a:xfrm>
            <a:off x="720000" y="9556192"/>
            <a:ext cx="72000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45">
                <a:solidFill>
                  <a:srgbClr val="68627C"/>
                </a:solidFill>
                <a:latin typeface="Onest SemiBold"/>
                <a:ea typeface="Onest SemiBold"/>
                <a:cs typeface="Onest SemiBold"/>
              </a:rPr>
              <a:t>Сайт:</a:t>
            </a:r>
          </a:p>
        </p:txBody>
      </p:sp>
      <p:sp>
        <p:nvSpPr>
          <p:cNvPr id="70" name="contact: https://egroupp.ru/"/>
          <p:cNvSpPr txBox="1"/>
          <p:nvPr/>
        </p:nvSpPr>
        <p:spPr>
          <a:xfrm>
            <a:off x="1368000" y="9527749"/>
            <a:ext cx="547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>
                <a:solidFill>
                  <a:srgbClr val="2B2350"/>
                </a:solidFill>
                <a:latin typeface="Onest ExtraBold"/>
                <a:ea typeface="Onest ExtraBold"/>
                <a:cs typeface="Onest ExtraBold"/>
              </a:rPr>
              <a:t>https://egroupp.ru/</a:t>
            </a:r>
          </a:p>
        </p:txBody>
      </p:sp>
      <p:sp>
        <p:nvSpPr>
          <p:cNvPr id="71" name="logo"/>
          <p:cNvSpPr/>
          <p:nvPr/>
        </p:nvSpPr>
        <p:spPr>
          <a:xfrm>
            <a:off x="59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7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7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7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7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2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2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7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7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7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7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7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2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5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3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2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7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3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8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8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7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342C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814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3f553083f6c8321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4" name="logo"/>
          <p:cNvSpPr/>
          <p:nvPr/>
        </p:nvSpPr>
        <p:spPr>
          <a:xfrm>
            <a:off x="590850" y="651763"/>
            <a:ext cx="985851" cy="600587"/>
          </a:xfrm>
          <a:custGeom>
            <a:avLst/>
            <a:gdLst/>
            <a:ahLst/>
            <a:cxnLst/>
            <a:rect l="0" t="0" r="r" b="b"/>
            <a:pathLst>
              <a:path w="985851" h="600587">
                <a:moveTo>
                  <a:pt x="924120" y="287"/>
                </a:moveTo>
                <a:lnTo>
                  <a:pt x="919114" y="2278"/>
                </a:lnTo>
                <a:lnTo>
                  <a:pt x="914979" y="4464"/>
                </a:lnTo>
                <a:lnTo>
                  <a:pt x="908865" y="14372"/>
                </a:lnTo>
                <a:lnTo>
                  <a:pt x="882101" y="27892"/>
                </a:lnTo>
                <a:lnTo>
                  <a:pt x="873801" y="33394"/>
                </a:lnTo>
                <a:lnTo>
                  <a:pt x="863928" y="41240"/>
                </a:lnTo>
                <a:lnTo>
                  <a:pt x="861166" y="44417"/>
                </a:lnTo>
                <a:lnTo>
                  <a:pt x="858333" y="49272"/>
                </a:lnTo>
                <a:lnTo>
                  <a:pt x="853599" y="55114"/>
                </a:lnTo>
                <a:lnTo>
                  <a:pt x="852300" y="57887"/>
                </a:lnTo>
                <a:lnTo>
                  <a:pt x="852248" y="59967"/>
                </a:lnTo>
                <a:lnTo>
                  <a:pt x="853149" y="62089"/>
                </a:lnTo>
                <a:lnTo>
                  <a:pt x="857034" y="65680"/>
                </a:lnTo>
                <a:lnTo>
                  <a:pt x="857565" y="66853"/>
                </a:lnTo>
                <a:lnTo>
                  <a:pt x="856104" y="67711"/>
                </a:lnTo>
                <a:lnTo>
                  <a:pt x="851704" y="68911"/>
                </a:lnTo>
                <a:lnTo>
                  <a:pt x="850265" y="69935"/>
                </a:lnTo>
                <a:lnTo>
                  <a:pt x="847423" y="75690"/>
                </a:lnTo>
                <a:lnTo>
                  <a:pt x="841101" y="82344"/>
                </a:lnTo>
                <a:lnTo>
                  <a:pt x="839006" y="85411"/>
                </a:lnTo>
                <a:lnTo>
                  <a:pt x="836730" y="89882"/>
                </a:lnTo>
                <a:lnTo>
                  <a:pt x="835244" y="90413"/>
                </a:lnTo>
                <a:lnTo>
                  <a:pt x="833202" y="90245"/>
                </a:lnTo>
                <a:lnTo>
                  <a:pt x="827673" y="87614"/>
                </a:lnTo>
                <a:lnTo>
                  <a:pt x="826217" y="87328"/>
                </a:lnTo>
                <a:lnTo>
                  <a:pt x="820440" y="88712"/>
                </a:lnTo>
                <a:lnTo>
                  <a:pt x="816338" y="90278"/>
                </a:lnTo>
                <a:lnTo>
                  <a:pt x="813675" y="92007"/>
                </a:lnTo>
                <a:lnTo>
                  <a:pt x="812281" y="93571"/>
                </a:lnTo>
                <a:lnTo>
                  <a:pt x="805871" y="103241"/>
                </a:lnTo>
                <a:lnTo>
                  <a:pt x="801990" y="106114"/>
                </a:lnTo>
                <a:lnTo>
                  <a:pt x="799239" y="106978"/>
                </a:lnTo>
                <a:lnTo>
                  <a:pt x="797215" y="106992"/>
                </a:lnTo>
                <a:lnTo>
                  <a:pt x="791633" y="103429"/>
                </a:lnTo>
                <a:lnTo>
                  <a:pt x="788378" y="102593"/>
                </a:lnTo>
                <a:lnTo>
                  <a:pt x="784930" y="102754"/>
                </a:lnTo>
                <a:lnTo>
                  <a:pt x="781459" y="103905"/>
                </a:lnTo>
                <a:lnTo>
                  <a:pt x="774955" y="107987"/>
                </a:lnTo>
                <a:lnTo>
                  <a:pt x="758123" y="116174"/>
                </a:lnTo>
                <a:lnTo>
                  <a:pt x="756366" y="117531"/>
                </a:lnTo>
                <a:lnTo>
                  <a:pt x="754695" y="120257"/>
                </a:lnTo>
                <a:lnTo>
                  <a:pt x="755531" y="127175"/>
                </a:lnTo>
                <a:lnTo>
                  <a:pt x="757627" y="131641"/>
                </a:lnTo>
                <a:lnTo>
                  <a:pt x="757530" y="133746"/>
                </a:lnTo>
                <a:lnTo>
                  <a:pt x="755537" y="135243"/>
                </a:lnTo>
                <a:lnTo>
                  <a:pt x="749828" y="137031"/>
                </a:lnTo>
                <a:lnTo>
                  <a:pt x="746657" y="139270"/>
                </a:lnTo>
                <a:lnTo>
                  <a:pt x="744836" y="138847"/>
                </a:lnTo>
                <a:lnTo>
                  <a:pt x="741588" y="136909"/>
                </a:lnTo>
                <a:lnTo>
                  <a:pt x="734501" y="132216"/>
                </a:lnTo>
                <a:lnTo>
                  <a:pt x="725680" y="125674"/>
                </a:lnTo>
                <a:lnTo>
                  <a:pt x="708111" y="113993"/>
                </a:lnTo>
                <a:lnTo>
                  <a:pt x="697764" y="106689"/>
                </a:lnTo>
                <a:lnTo>
                  <a:pt x="685112" y="96799"/>
                </a:lnTo>
                <a:lnTo>
                  <a:pt x="663972" y="81463"/>
                </a:lnTo>
                <a:lnTo>
                  <a:pt x="660700" y="79612"/>
                </a:lnTo>
                <a:lnTo>
                  <a:pt x="659143" y="79812"/>
                </a:lnTo>
                <a:lnTo>
                  <a:pt x="658417" y="80922"/>
                </a:lnTo>
                <a:lnTo>
                  <a:pt x="659032" y="83285"/>
                </a:lnTo>
                <a:lnTo>
                  <a:pt x="659919" y="84645"/>
                </a:lnTo>
                <a:lnTo>
                  <a:pt x="662221" y="86554"/>
                </a:lnTo>
                <a:lnTo>
                  <a:pt x="680117" y="99662"/>
                </a:lnTo>
                <a:lnTo>
                  <a:pt x="701617" y="114704"/>
                </a:lnTo>
                <a:lnTo>
                  <a:pt x="714719" y="124594"/>
                </a:lnTo>
                <a:lnTo>
                  <a:pt x="720007" y="128157"/>
                </a:lnTo>
                <a:lnTo>
                  <a:pt x="724399" y="130258"/>
                </a:lnTo>
                <a:lnTo>
                  <a:pt x="729376" y="133327"/>
                </a:lnTo>
                <a:lnTo>
                  <a:pt x="733278" y="136435"/>
                </a:lnTo>
                <a:lnTo>
                  <a:pt x="735169" y="138603"/>
                </a:lnTo>
                <a:lnTo>
                  <a:pt x="735816" y="140238"/>
                </a:lnTo>
                <a:lnTo>
                  <a:pt x="736425" y="149912"/>
                </a:lnTo>
                <a:lnTo>
                  <a:pt x="734067" y="149943"/>
                </a:lnTo>
                <a:lnTo>
                  <a:pt x="732538" y="148933"/>
                </a:lnTo>
                <a:lnTo>
                  <a:pt x="731167" y="146975"/>
                </a:lnTo>
                <a:lnTo>
                  <a:pt x="729514" y="143339"/>
                </a:lnTo>
                <a:lnTo>
                  <a:pt x="727916" y="141237"/>
                </a:lnTo>
                <a:lnTo>
                  <a:pt x="720306" y="133443"/>
                </a:lnTo>
                <a:lnTo>
                  <a:pt x="718024" y="131536"/>
                </a:lnTo>
                <a:lnTo>
                  <a:pt x="716333" y="130772"/>
                </a:lnTo>
                <a:lnTo>
                  <a:pt x="714807" y="130961"/>
                </a:lnTo>
                <a:lnTo>
                  <a:pt x="710820" y="132812"/>
                </a:lnTo>
                <a:lnTo>
                  <a:pt x="702990" y="133037"/>
                </a:lnTo>
                <a:lnTo>
                  <a:pt x="699542" y="137745"/>
                </a:lnTo>
                <a:lnTo>
                  <a:pt x="698192" y="143089"/>
                </a:lnTo>
                <a:lnTo>
                  <a:pt x="696984" y="143990"/>
                </a:lnTo>
                <a:lnTo>
                  <a:pt x="694382" y="144952"/>
                </a:lnTo>
                <a:lnTo>
                  <a:pt x="692382" y="144930"/>
                </a:lnTo>
                <a:lnTo>
                  <a:pt x="687799" y="142427"/>
                </a:lnTo>
                <a:lnTo>
                  <a:pt x="685142" y="141644"/>
                </a:lnTo>
                <a:lnTo>
                  <a:pt x="677604" y="143393"/>
                </a:lnTo>
                <a:lnTo>
                  <a:pt x="674434" y="143715"/>
                </a:lnTo>
                <a:lnTo>
                  <a:pt x="672411" y="143454"/>
                </a:lnTo>
                <a:lnTo>
                  <a:pt x="668572" y="140417"/>
                </a:lnTo>
                <a:lnTo>
                  <a:pt x="666900" y="137987"/>
                </a:lnTo>
                <a:lnTo>
                  <a:pt x="668299" y="132819"/>
                </a:lnTo>
                <a:lnTo>
                  <a:pt x="668996" y="124834"/>
                </a:lnTo>
                <a:lnTo>
                  <a:pt x="668745" y="121427"/>
                </a:lnTo>
                <a:lnTo>
                  <a:pt x="667273" y="119142"/>
                </a:lnTo>
                <a:lnTo>
                  <a:pt x="661950" y="114182"/>
                </a:lnTo>
                <a:lnTo>
                  <a:pt x="658724" y="112051"/>
                </a:lnTo>
                <a:lnTo>
                  <a:pt x="656017" y="111435"/>
                </a:lnTo>
                <a:lnTo>
                  <a:pt x="648345" y="111190"/>
                </a:lnTo>
                <a:lnTo>
                  <a:pt x="645542" y="110723"/>
                </a:lnTo>
                <a:lnTo>
                  <a:pt x="644673" y="109961"/>
                </a:lnTo>
                <a:lnTo>
                  <a:pt x="643841" y="106424"/>
                </a:lnTo>
                <a:lnTo>
                  <a:pt x="642960" y="104951"/>
                </a:lnTo>
                <a:lnTo>
                  <a:pt x="641204" y="103855"/>
                </a:lnTo>
                <a:lnTo>
                  <a:pt x="636885" y="102302"/>
                </a:lnTo>
                <a:lnTo>
                  <a:pt x="631963" y="104113"/>
                </a:lnTo>
                <a:lnTo>
                  <a:pt x="628965" y="106577"/>
                </a:lnTo>
                <a:lnTo>
                  <a:pt x="629491" y="117494"/>
                </a:lnTo>
                <a:lnTo>
                  <a:pt x="630197" y="120831"/>
                </a:lnTo>
                <a:lnTo>
                  <a:pt x="630573" y="121258"/>
                </a:lnTo>
                <a:lnTo>
                  <a:pt x="631620" y="121227"/>
                </a:lnTo>
                <a:lnTo>
                  <a:pt x="635265" y="119102"/>
                </a:lnTo>
                <a:lnTo>
                  <a:pt x="636801" y="119160"/>
                </a:lnTo>
                <a:lnTo>
                  <a:pt x="638514" y="119850"/>
                </a:lnTo>
                <a:lnTo>
                  <a:pt x="647461" y="126490"/>
                </a:lnTo>
                <a:lnTo>
                  <a:pt x="654248" y="132896"/>
                </a:lnTo>
                <a:lnTo>
                  <a:pt x="654699" y="135051"/>
                </a:lnTo>
                <a:lnTo>
                  <a:pt x="654376" y="136291"/>
                </a:lnTo>
                <a:lnTo>
                  <a:pt x="652595" y="139370"/>
                </a:lnTo>
                <a:lnTo>
                  <a:pt x="648026" y="145301"/>
                </a:lnTo>
                <a:lnTo>
                  <a:pt x="646840" y="148384"/>
                </a:lnTo>
                <a:lnTo>
                  <a:pt x="646849" y="149957"/>
                </a:lnTo>
                <a:lnTo>
                  <a:pt x="647537" y="152484"/>
                </a:lnTo>
                <a:lnTo>
                  <a:pt x="648784" y="154664"/>
                </a:lnTo>
                <a:lnTo>
                  <a:pt x="650450" y="156337"/>
                </a:lnTo>
                <a:lnTo>
                  <a:pt x="653332" y="157608"/>
                </a:lnTo>
                <a:lnTo>
                  <a:pt x="656937" y="157792"/>
                </a:lnTo>
                <a:lnTo>
                  <a:pt x="662120" y="157036"/>
                </a:lnTo>
                <a:lnTo>
                  <a:pt x="667187" y="155160"/>
                </a:lnTo>
                <a:lnTo>
                  <a:pt x="671085" y="155728"/>
                </a:lnTo>
                <a:lnTo>
                  <a:pt x="675883" y="154583"/>
                </a:lnTo>
                <a:lnTo>
                  <a:pt x="678085" y="155461"/>
                </a:lnTo>
                <a:lnTo>
                  <a:pt x="708060" y="180833"/>
                </a:lnTo>
                <a:lnTo>
                  <a:pt x="709362" y="182376"/>
                </a:lnTo>
                <a:lnTo>
                  <a:pt x="712721" y="184764"/>
                </a:lnTo>
                <a:lnTo>
                  <a:pt x="721811" y="192529"/>
                </a:lnTo>
                <a:lnTo>
                  <a:pt x="730789" y="200678"/>
                </a:lnTo>
                <a:lnTo>
                  <a:pt x="736914" y="205182"/>
                </a:lnTo>
                <a:lnTo>
                  <a:pt x="739311" y="208124"/>
                </a:lnTo>
                <a:lnTo>
                  <a:pt x="746350" y="214058"/>
                </a:lnTo>
                <a:lnTo>
                  <a:pt x="750943" y="217406"/>
                </a:lnTo>
                <a:lnTo>
                  <a:pt x="752012" y="218657"/>
                </a:lnTo>
                <a:lnTo>
                  <a:pt x="754376" y="219100"/>
                </a:lnTo>
                <a:lnTo>
                  <a:pt x="755392" y="218332"/>
                </a:lnTo>
                <a:lnTo>
                  <a:pt x="755338" y="217258"/>
                </a:lnTo>
                <a:lnTo>
                  <a:pt x="751687" y="213742"/>
                </a:lnTo>
                <a:lnTo>
                  <a:pt x="748128" y="211143"/>
                </a:lnTo>
                <a:lnTo>
                  <a:pt x="742658" y="206027"/>
                </a:lnTo>
                <a:lnTo>
                  <a:pt x="738117" y="203413"/>
                </a:lnTo>
                <a:lnTo>
                  <a:pt x="734901" y="200993"/>
                </a:lnTo>
                <a:lnTo>
                  <a:pt x="733101" y="198851"/>
                </a:lnTo>
                <a:lnTo>
                  <a:pt x="725723" y="193518"/>
                </a:lnTo>
                <a:lnTo>
                  <a:pt x="691014" y="161184"/>
                </a:lnTo>
                <a:lnTo>
                  <a:pt x="689518" y="159074"/>
                </a:lnTo>
                <a:lnTo>
                  <a:pt x="689521" y="156789"/>
                </a:lnTo>
                <a:lnTo>
                  <a:pt x="691460" y="155436"/>
                </a:lnTo>
                <a:lnTo>
                  <a:pt x="699372" y="153914"/>
                </a:lnTo>
                <a:lnTo>
                  <a:pt x="703526" y="152319"/>
                </a:lnTo>
                <a:lnTo>
                  <a:pt x="705750" y="150688"/>
                </a:lnTo>
                <a:lnTo>
                  <a:pt x="707431" y="148679"/>
                </a:lnTo>
                <a:lnTo>
                  <a:pt x="709813" y="143544"/>
                </a:lnTo>
                <a:lnTo>
                  <a:pt x="711609" y="142727"/>
                </a:lnTo>
                <a:lnTo>
                  <a:pt x="713689" y="142690"/>
                </a:lnTo>
                <a:lnTo>
                  <a:pt x="716958" y="143876"/>
                </a:lnTo>
                <a:lnTo>
                  <a:pt x="719190" y="145727"/>
                </a:lnTo>
                <a:lnTo>
                  <a:pt x="720225" y="153017"/>
                </a:lnTo>
                <a:lnTo>
                  <a:pt x="730791" y="160796"/>
                </a:lnTo>
                <a:lnTo>
                  <a:pt x="734137" y="161537"/>
                </a:lnTo>
                <a:lnTo>
                  <a:pt x="748845" y="162377"/>
                </a:lnTo>
                <a:lnTo>
                  <a:pt x="750279" y="160948"/>
                </a:lnTo>
                <a:lnTo>
                  <a:pt x="750538" y="159891"/>
                </a:lnTo>
                <a:lnTo>
                  <a:pt x="748594" y="154971"/>
                </a:lnTo>
                <a:lnTo>
                  <a:pt x="748519" y="152618"/>
                </a:lnTo>
                <a:lnTo>
                  <a:pt x="749926" y="151297"/>
                </a:lnTo>
                <a:lnTo>
                  <a:pt x="753185" y="151213"/>
                </a:lnTo>
                <a:lnTo>
                  <a:pt x="760311" y="155292"/>
                </a:lnTo>
                <a:lnTo>
                  <a:pt x="766074" y="159486"/>
                </a:lnTo>
                <a:lnTo>
                  <a:pt x="771559" y="162709"/>
                </a:lnTo>
                <a:lnTo>
                  <a:pt x="795444" y="178701"/>
                </a:lnTo>
                <a:lnTo>
                  <a:pt x="796979" y="179294"/>
                </a:lnTo>
                <a:lnTo>
                  <a:pt x="798393" y="179102"/>
                </a:lnTo>
                <a:lnTo>
                  <a:pt x="798898" y="178725"/>
                </a:lnTo>
                <a:lnTo>
                  <a:pt x="799049" y="177542"/>
                </a:lnTo>
                <a:lnTo>
                  <a:pt x="798163" y="175979"/>
                </a:lnTo>
                <a:lnTo>
                  <a:pt x="796370" y="174267"/>
                </a:lnTo>
                <a:lnTo>
                  <a:pt x="771339" y="157523"/>
                </a:lnTo>
                <a:lnTo>
                  <a:pt x="766558" y="153810"/>
                </a:lnTo>
                <a:lnTo>
                  <a:pt x="760828" y="150251"/>
                </a:lnTo>
                <a:lnTo>
                  <a:pt x="757866" y="147212"/>
                </a:lnTo>
                <a:lnTo>
                  <a:pt x="757301" y="145796"/>
                </a:lnTo>
                <a:lnTo>
                  <a:pt x="757566" y="145172"/>
                </a:lnTo>
                <a:lnTo>
                  <a:pt x="762126" y="143387"/>
                </a:lnTo>
                <a:lnTo>
                  <a:pt x="770850" y="135107"/>
                </a:lnTo>
                <a:lnTo>
                  <a:pt x="770614" y="131489"/>
                </a:lnTo>
                <a:lnTo>
                  <a:pt x="766214" y="125565"/>
                </a:lnTo>
                <a:lnTo>
                  <a:pt x="765890" y="124403"/>
                </a:lnTo>
                <a:lnTo>
                  <a:pt x="766324" y="122992"/>
                </a:lnTo>
                <a:lnTo>
                  <a:pt x="770779" y="120203"/>
                </a:lnTo>
                <a:lnTo>
                  <a:pt x="779399" y="116731"/>
                </a:lnTo>
                <a:lnTo>
                  <a:pt x="788837" y="117652"/>
                </a:lnTo>
                <a:lnTo>
                  <a:pt x="808425" y="114362"/>
                </a:lnTo>
                <a:lnTo>
                  <a:pt x="810333" y="113076"/>
                </a:lnTo>
                <a:lnTo>
                  <a:pt x="811789" y="111493"/>
                </a:lnTo>
                <a:lnTo>
                  <a:pt x="819307" y="100482"/>
                </a:lnTo>
                <a:lnTo>
                  <a:pt x="821746" y="98153"/>
                </a:lnTo>
                <a:lnTo>
                  <a:pt x="822943" y="97509"/>
                </a:lnTo>
                <a:lnTo>
                  <a:pt x="824147" y="97206"/>
                </a:lnTo>
                <a:lnTo>
                  <a:pt x="826640" y="97599"/>
                </a:lnTo>
                <a:lnTo>
                  <a:pt x="830391" y="99872"/>
                </a:lnTo>
                <a:lnTo>
                  <a:pt x="833711" y="100751"/>
                </a:lnTo>
                <a:lnTo>
                  <a:pt x="838980" y="101039"/>
                </a:lnTo>
                <a:lnTo>
                  <a:pt x="841445" y="100249"/>
                </a:lnTo>
                <a:lnTo>
                  <a:pt x="843386" y="98282"/>
                </a:lnTo>
                <a:lnTo>
                  <a:pt x="846684" y="91513"/>
                </a:lnTo>
                <a:lnTo>
                  <a:pt x="848632" y="88527"/>
                </a:lnTo>
                <a:lnTo>
                  <a:pt x="857120" y="79076"/>
                </a:lnTo>
                <a:lnTo>
                  <a:pt x="865550" y="73655"/>
                </a:lnTo>
                <a:lnTo>
                  <a:pt x="869519" y="69876"/>
                </a:lnTo>
                <a:lnTo>
                  <a:pt x="869850" y="68552"/>
                </a:lnTo>
                <a:lnTo>
                  <a:pt x="869394" y="66703"/>
                </a:lnTo>
                <a:lnTo>
                  <a:pt x="865515" y="59396"/>
                </a:lnTo>
                <a:lnTo>
                  <a:pt x="865136" y="57831"/>
                </a:lnTo>
                <a:lnTo>
                  <a:pt x="865882" y="55325"/>
                </a:lnTo>
                <a:lnTo>
                  <a:pt x="869012" y="50142"/>
                </a:lnTo>
                <a:lnTo>
                  <a:pt x="872383" y="46431"/>
                </a:lnTo>
                <a:lnTo>
                  <a:pt x="878940" y="41462"/>
                </a:lnTo>
                <a:lnTo>
                  <a:pt x="889328" y="34805"/>
                </a:lnTo>
                <a:lnTo>
                  <a:pt x="891639" y="33691"/>
                </a:lnTo>
                <a:lnTo>
                  <a:pt x="893644" y="33446"/>
                </a:lnTo>
                <a:lnTo>
                  <a:pt x="895770" y="34647"/>
                </a:lnTo>
                <a:lnTo>
                  <a:pt x="911453" y="48111"/>
                </a:lnTo>
                <a:lnTo>
                  <a:pt x="917765" y="52087"/>
                </a:lnTo>
                <a:lnTo>
                  <a:pt x="918859" y="53818"/>
                </a:lnTo>
                <a:lnTo>
                  <a:pt x="920681" y="59450"/>
                </a:lnTo>
                <a:lnTo>
                  <a:pt x="922432" y="62213"/>
                </a:lnTo>
                <a:lnTo>
                  <a:pt x="925204" y="63869"/>
                </a:lnTo>
                <a:lnTo>
                  <a:pt x="933868" y="66442"/>
                </a:lnTo>
                <a:lnTo>
                  <a:pt x="935431" y="67508"/>
                </a:lnTo>
                <a:lnTo>
                  <a:pt x="937035" y="69362"/>
                </a:lnTo>
                <a:lnTo>
                  <a:pt x="936895" y="81318"/>
                </a:lnTo>
                <a:lnTo>
                  <a:pt x="940056" y="100890"/>
                </a:lnTo>
                <a:lnTo>
                  <a:pt x="941886" y="108029"/>
                </a:lnTo>
                <a:lnTo>
                  <a:pt x="942013" y="110734"/>
                </a:lnTo>
                <a:lnTo>
                  <a:pt x="941034" y="112795"/>
                </a:lnTo>
                <a:lnTo>
                  <a:pt x="937668" y="115767"/>
                </a:lnTo>
                <a:lnTo>
                  <a:pt x="935539" y="118744"/>
                </a:lnTo>
                <a:lnTo>
                  <a:pt x="934017" y="123264"/>
                </a:lnTo>
                <a:lnTo>
                  <a:pt x="931866" y="132786"/>
                </a:lnTo>
                <a:lnTo>
                  <a:pt x="930850" y="134664"/>
                </a:lnTo>
                <a:lnTo>
                  <a:pt x="929733" y="134637"/>
                </a:lnTo>
                <a:lnTo>
                  <a:pt x="925672" y="130978"/>
                </a:lnTo>
                <a:lnTo>
                  <a:pt x="922340" y="127170"/>
                </a:lnTo>
                <a:lnTo>
                  <a:pt x="918911" y="121961"/>
                </a:lnTo>
                <a:lnTo>
                  <a:pt x="916414" y="119921"/>
                </a:lnTo>
                <a:lnTo>
                  <a:pt x="914945" y="120194"/>
                </a:lnTo>
                <a:lnTo>
                  <a:pt x="913334" y="121214"/>
                </a:lnTo>
                <a:lnTo>
                  <a:pt x="901340" y="131161"/>
                </a:lnTo>
                <a:lnTo>
                  <a:pt x="900906" y="132327"/>
                </a:lnTo>
                <a:lnTo>
                  <a:pt x="901266" y="133712"/>
                </a:lnTo>
                <a:lnTo>
                  <a:pt x="906304" y="140058"/>
                </a:lnTo>
                <a:lnTo>
                  <a:pt x="907093" y="141761"/>
                </a:lnTo>
                <a:lnTo>
                  <a:pt x="906904" y="143045"/>
                </a:lnTo>
                <a:lnTo>
                  <a:pt x="905727" y="143949"/>
                </a:lnTo>
                <a:lnTo>
                  <a:pt x="901261" y="145246"/>
                </a:lnTo>
                <a:lnTo>
                  <a:pt x="897536" y="147786"/>
                </a:lnTo>
                <a:lnTo>
                  <a:pt x="893690" y="151856"/>
                </a:lnTo>
                <a:lnTo>
                  <a:pt x="889425" y="158012"/>
                </a:lnTo>
                <a:lnTo>
                  <a:pt x="889736" y="168188"/>
                </a:lnTo>
                <a:lnTo>
                  <a:pt x="893047" y="183639"/>
                </a:lnTo>
                <a:lnTo>
                  <a:pt x="895845" y="190320"/>
                </a:lnTo>
                <a:lnTo>
                  <a:pt x="896160" y="192734"/>
                </a:lnTo>
                <a:lnTo>
                  <a:pt x="895927" y="193686"/>
                </a:lnTo>
                <a:lnTo>
                  <a:pt x="895430" y="194478"/>
                </a:lnTo>
                <a:lnTo>
                  <a:pt x="893629" y="195618"/>
                </a:lnTo>
                <a:lnTo>
                  <a:pt x="885988" y="197065"/>
                </a:lnTo>
                <a:lnTo>
                  <a:pt x="882152" y="198596"/>
                </a:lnTo>
                <a:lnTo>
                  <a:pt x="880532" y="199648"/>
                </a:lnTo>
                <a:lnTo>
                  <a:pt x="879089" y="200908"/>
                </a:lnTo>
                <a:lnTo>
                  <a:pt x="876667" y="204102"/>
                </a:lnTo>
                <a:lnTo>
                  <a:pt x="873759" y="210375"/>
                </a:lnTo>
                <a:lnTo>
                  <a:pt x="871897" y="212800"/>
                </a:lnTo>
                <a:lnTo>
                  <a:pt x="871712" y="214149"/>
                </a:lnTo>
                <a:lnTo>
                  <a:pt x="872875" y="215596"/>
                </a:lnTo>
                <a:lnTo>
                  <a:pt x="875502" y="217404"/>
                </a:lnTo>
                <a:lnTo>
                  <a:pt x="878026" y="218489"/>
                </a:lnTo>
                <a:lnTo>
                  <a:pt x="879397" y="218441"/>
                </a:lnTo>
                <a:lnTo>
                  <a:pt x="881475" y="217197"/>
                </a:lnTo>
                <a:lnTo>
                  <a:pt x="883902" y="214658"/>
                </a:lnTo>
                <a:lnTo>
                  <a:pt x="885572" y="208370"/>
                </a:lnTo>
                <a:lnTo>
                  <a:pt x="887394" y="206202"/>
                </a:lnTo>
                <a:lnTo>
                  <a:pt x="889875" y="205622"/>
                </a:lnTo>
                <a:lnTo>
                  <a:pt x="893860" y="208601"/>
                </a:lnTo>
                <a:lnTo>
                  <a:pt x="896355" y="209087"/>
                </a:lnTo>
                <a:lnTo>
                  <a:pt x="898214" y="208864"/>
                </a:lnTo>
                <a:lnTo>
                  <a:pt x="899736" y="208144"/>
                </a:lnTo>
                <a:lnTo>
                  <a:pt x="901548" y="205967"/>
                </a:lnTo>
                <a:lnTo>
                  <a:pt x="904091" y="199697"/>
                </a:lnTo>
                <a:lnTo>
                  <a:pt x="906598" y="195642"/>
                </a:lnTo>
                <a:lnTo>
                  <a:pt x="909557" y="191860"/>
                </a:lnTo>
                <a:lnTo>
                  <a:pt x="910401" y="189283"/>
                </a:lnTo>
                <a:lnTo>
                  <a:pt x="909466" y="187124"/>
                </a:lnTo>
                <a:lnTo>
                  <a:pt x="904797" y="184788"/>
                </a:lnTo>
                <a:lnTo>
                  <a:pt x="902954" y="181854"/>
                </a:lnTo>
                <a:lnTo>
                  <a:pt x="901059" y="175263"/>
                </a:lnTo>
                <a:lnTo>
                  <a:pt x="899797" y="169046"/>
                </a:lnTo>
                <a:lnTo>
                  <a:pt x="899235" y="163923"/>
                </a:lnTo>
                <a:lnTo>
                  <a:pt x="899460" y="160622"/>
                </a:lnTo>
                <a:lnTo>
                  <a:pt x="901935" y="156977"/>
                </a:lnTo>
                <a:lnTo>
                  <a:pt x="903973" y="155334"/>
                </a:lnTo>
                <a:lnTo>
                  <a:pt x="905085" y="154952"/>
                </a:lnTo>
                <a:lnTo>
                  <a:pt x="911304" y="158056"/>
                </a:lnTo>
                <a:lnTo>
                  <a:pt x="915041" y="158186"/>
                </a:lnTo>
                <a:lnTo>
                  <a:pt x="916128" y="157698"/>
                </a:lnTo>
                <a:lnTo>
                  <a:pt x="916851" y="155053"/>
                </a:lnTo>
                <a:lnTo>
                  <a:pt x="917515" y="140927"/>
                </a:lnTo>
                <a:lnTo>
                  <a:pt x="917923" y="139214"/>
                </a:lnTo>
                <a:lnTo>
                  <a:pt x="918954" y="138527"/>
                </a:lnTo>
                <a:lnTo>
                  <a:pt x="920269" y="139269"/>
                </a:lnTo>
                <a:lnTo>
                  <a:pt x="921111" y="141159"/>
                </a:lnTo>
                <a:lnTo>
                  <a:pt x="922290" y="156667"/>
                </a:lnTo>
                <a:lnTo>
                  <a:pt x="925419" y="170561"/>
                </a:lnTo>
                <a:lnTo>
                  <a:pt x="927962" y="179718"/>
                </a:lnTo>
                <a:lnTo>
                  <a:pt x="928202" y="182388"/>
                </a:lnTo>
                <a:lnTo>
                  <a:pt x="927288" y="188538"/>
                </a:lnTo>
                <a:lnTo>
                  <a:pt x="927405" y="191158"/>
                </a:lnTo>
                <a:lnTo>
                  <a:pt x="930071" y="197151"/>
                </a:lnTo>
                <a:lnTo>
                  <a:pt x="933030" y="206522"/>
                </a:lnTo>
                <a:lnTo>
                  <a:pt x="936021" y="210813"/>
                </a:lnTo>
                <a:lnTo>
                  <a:pt x="940134" y="215353"/>
                </a:lnTo>
                <a:lnTo>
                  <a:pt x="943412" y="218311"/>
                </a:lnTo>
                <a:lnTo>
                  <a:pt x="948588" y="222071"/>
                </a:lnTo>
                <a:lnTo>
                  <a:pt x="966651" y="233308"/>
                </a:lnTo>
                <a:lnTo>
                  <a:pt x="978885" y="240272"/>
                </a:lnTo>
                <a:lnTo>
                  <a:pt x="982202" y="241313"/>
                </a:lnTo>
                <a:lnTo>
                  <a:pt x="984677" y="241169"/>
                </a:lnTo>
                <a:lnTo>
                  <a:pt x="985472" y="240311"/>
                </a:lnTo>
                <a:lnTo>
                  <a:pt x="985851" y="238670"/>
                </a:lnTo>
                <a:lnTo>
                  <a:pt x="985500" y="229562"/>
                </a:lnTo>
                <a:lnTo>
                  <a:pt x="979373" y="217811"/>
                </a:lnTo>
                <a:lnTo>
                  <a:pt x="978787" y="207164"/>
                </a:lnTo>
                <a:lnTo>
                  <a:pt x="977085" y="204678"/>
                </a:lnTo>
                <a:lnTo>
                  <a:pt x="972450" y="199457"/>
                </a:lnTo>
                <a:lnTo>
                  <a:pt x="975255" y="192775"/>
                </a:lnTo>
                <a:lnTo>
                  <a:pt x="975420" y="188859"/>
                </a:lnTo>
                <a:lnTo>
                  <a:pt x="973544" y="185867"/>
                </a:lnTo>
                <a:lnTo>
                  <a:pt x="968625" y="182844"/>
                </a:lnTo>
                <a:lnTo>
                  <a:pt x="967764" y="181806"/>
                </a:lnTo>
                <a:lnTo>
                  <a:pt x="967212" y="179176"/>
                </a:lnTo>
                <a:lnTo>
                  <a:pt x="966825" y="170702"/>
                </a:lnTo>
                <a:lnTo>
                  <a:pt x="964086" y="169127"/>
                </a:lnTo>
                <a:lnTo>
                  <a:pt x="959085" y="168047"/>
                </a:lnTo>
                <a:lnTo>
                  <a:pt x="954089" y="163173"/>
                </a:lnTo>
                <a:lnTo>
                  <a:pt x="952003" y="161803"/>
                </a:lnTo>
                <a:lnTo>
                  <a:pt x="950681" y="161652"/>
                </a:lnTo>
                <a:lnTo>
                  <a:pt x="946087" y="162889"/>
                </a:lnTo>
                <a:lnTo>
                  <a:pt x="944370" y="162827"/>
                </a:lnTo>
                <a:lnTo>
                  <a:pt x="941684" y="158840"/>
                </a:lnTo>
                <a:lnTo>
                  <a:pt x="936270" y="148382"/>
                </a:lnTo>
                <a:lnTo>
                  <a:pt x="939692" y="141982"/>
                </a:lnTo>
                <a:lnTo>
                  <a:pt x="942510" y="138721"/>
                </a:lnTo>
                <a:lnTo>
                  <a:pt x="943358" y="137053"/>
                </a:lnTo>
                <a:lnTo>
                  <a:pt x="942857" y="127515"/>
                </a:lnTo>
                <a:lnTo>
                  <a:pt x="943685" y="123473"/>
                </a:lnTo>
                <a:lnTo>
                  <a:pt x="945675" y="122085"/>
                </a:lnTo>
                <a:lnTo>
                  <a:pt x="952695" y="119133"/>
                </a:lnTo>
                <a:lnTo>
                  <a:pt x="953916" y="117883"/>
                </a:lnTo>
                <a:lnTo>
                  <a:pt x="954121" y="117112"/>
                </a:lnTo>
                <a:lnTo>
                  <a:pt x="953820" y="115077"/>
                </a:lnTo>
                <a:lnTo>
                  <a:pt x="951604" y="109318"/>
                </a:lnTo>
                <a:lnTo>
                  <a:pt x="950397" y="104512"/>
                </a:lnTo>
                <a:lnTo>
                  <a:pt x="947040" y="84698"/>
                </a:lnTo>
                <a:lnTo>
                  <a:pt x="946350" y="76157"/>
                </a:lnTo>
                <a:lnTo>
                  <a:pt x="946350" y="73142"/>
                </a:lnTo>
                <a:lnTo>
                  <a:pt x="953550" y="65582"/>
                </a:lnTo>
                <a:lnTo>
                  <a:pt x="953550" y="61577"/>
                </a:lnTo>
                <a:lnTo>
                  <a:pt x="949809" y="58438"/>
                </a:lnTo>
                <a:lnTo>
                  <a:pt x="947391" y="57336"/>
                </a:lnTo>
                <a:lnTo>
                  <a:pt x="944450" y="57084"/>
                </a:lnTo>
                <a:lnTo>
                  <a:pt x="939284" y="57516"/>
                </a:lnTo>
                <a:lnTo>
                  <a:pt x="934093" y="57341"/>
                </a:lnTo>
                <a:lnTo>
                  <a:pt x="930510" y="56492"/>
                </a:lnTo>
                <a:lnTo>
                  <a:pt x="929303" y="55213"/>
                </a:lnTo>
                <a:lnTo>
                  <a:pt x="927827" y="46935"/>
                </a:lnTo>
                <a:lnTo>
                  <a:pt x="925329" y="42157"/>
                </a:lnTo>
                <a:lnTo>
                  <a:pt x="925887" y="39686"/>
                </a:lnTo>
                <a:lnTo>
                  <a:pt x="928095" y="35965"/>
                </a:lnTo>
                <a:lnTo>
                  <a:pt x="929937" y="33717"/>
                </a:lnTo>
                <a:lnTo>
                  <a:pt x="934996" y="32107"/>
                </a:lnTo>
                <a:lnTo>
                  <a:pt x="940039" y="28058"/>
                </a:lnTo>
                <a:lnTo>
                  <a:pt x="944806" y="25036"/>
                </a:lnTo>
                <a:lnTo>
                  <a:pt x="946732" y="22444"/>
                </a:lnTo>
                <a:lnTo>
                  <a:pt x="947055" y="19402"/>
                </a:lnTo>
                <a:lnTo>
                  <a:pt x="946350" y="17207"/>
                </a:lnTo>
                <a:lnTo>
                  <a:pt x="945118" y="15351"/>
                </a:lnTo>
                <a:lnTo>
                  <a:pt x="937693" y="12329"/>
                </a:lnTo>
                <a:lnTo>
                  <a:pt x="935623" y="10755"/>
                </a:lnTo>
                <a:lnTo>
                  <a:pt x="934719" y="9034"/>
                </a:lnTo>
                <a:lnTo>
                  <a:pt x="933605" y="4955"/>
                </a:lnTo>
                <a:lnTo>
                  <a:pt x="931016" y="1232"/>
                </a:lnTo>
                <a:lnTo>
                  <a:pt x="928260" y="0"/>
                </a:lnTo>
                <a:lnTo>
                  <a:pt x="924120" y="287"/>
                </a:lnTo>
                <a:close/>
                <a:moveTo>
                  <a:pt x="924480" y="15182"/>
                </a:moveTo>
                <a:lnTo>
                  <a:pt x="929106" y="19807"/>
                </a:lnTo>
                <a:lnTo>
                  <a:pt x="929976" y="22376"/>
                </a:lnTo>
                <a:lnTo>
                  <a:pt x="928626" y="23423"/>
                </a:lnTo>
                <a:lnTo>
                  <a:pt x="924176" y="24373"/>
                </a:lnTo>
                <a:lnTo>
                  <a:pt x="922365" y="25138"/>
                </a:lnTo>
                <a:lnTo>
                  <a:pt x="918626" y="31290"/>
                </a:lnTo>
                <a:lnTo>
                  <a:pt x="916403" y="32206"/>
                </a:lnTo>
                <a:lnTo>
                  <a:pt x="910206" y="32274"/>
                </a:lnTo>
                <a:lnTo>
                  <a:pt x="904618" y="31640"/>
                </a:lnTo>
                <a:lnTo>
                  <a:pt x="902029" y="30563"/>
                </a:lnTo>
                <a:lnTo>
                  <a:pt x="902098" y="29643"/>
                </a:lnTo>
                <a:lnTo>
                  <a:pt x="907830" y="24902"/>
                </a:lnTo>
                <a:lnTo>
                  <a:pt x="914296" y="25316"/>
                </a:lnTo>
                <a:lnTo>
                  <a:pt x="916779" y="24795"/>
                </a:lnTo>
                <a:lnTo>
                  <a:pt x="917841" y="23217"/>
                </a:lnTo>
                <a:lnTo>
                  <a:pt x="918399" y="19215"/>
                </a:lnTo>
                <a:lnTo>
                  <a:pt x="921360" y="14684"/>
                </a:lnTo>
                <a:lnTo>
                  <a:pt x="923067" y="13559"/>
                </a:lnTo>
                <a:lnTo>
                  <a:pt x="924480" y="15182"/>
                </a:lnTo>
                <a:close/>
                <a:moveTo>
                  <a:pt x="655920" y="121787"/>
                </a:moveTo>
                <a:lnTo>
                  <a:pt x="657856" y="123299"/>
                </a:lnTo>
                <a:lnTo>
                  <a:pt x="658816" y="125459"/>
                </a:lnTo>
                <a:lnTo>
                  <a:pt x="658656" y="128210"/>
                </a:lnTo>
                <a:lnTo>
                  <a:pt x="657456" y="129347"/>
                </a:lnTo>
                <a:lnTo>
                  <a:pt x="656384" y="129360"/>
                </a:lnTo>
                <a:lnTo>
                  <a:pt x="655294" y="128716"/>
                </a:lnTo>
                <a:lnTo>
                  <a:pt x="651176" y="124988"/>
                </a:lnTo>
                <a:lnTo>
                  <a:pt x="650743" y="124036"/>
                </a:lnTo>
                <a:lnTo>
                  <a:pt x="650919" y="122063"/>
                </a:lnTo>
                <a:lnTo>
                  <a:pt x="652044" y="120994"/>
                </a:lnTo>
                <a:lnTo>
                  <a:pt x="654081" y="121078"/>
                </a:lnTo>
                <a:lnTo>
                  <a:pt x="655920" y="121787"/>
                </a:lnTo>
                <a:close/>
                <a:moveTo>
                  <a:pt x="940320" y="173087"/>
                </a:moveTo>
                <a:lnTo>
                  <a:pt x="942757" y="174725"/>
                </a:lnTo>
                <a:lnTo>
                  <a:pt x="944457" y="175258"/>
                </a:lnTo>
                <a:lnTo>
                  <a:pt x="948008" y="173708"/>
                </a:lnTo>
                <a:lnTo>
                  <a:pt x="949439" y="173757"/>
                </a:lnTo>
                <a:lnTo>
                  <a:pt x="954690" y="176333"/>
                </a:lnTo>
                <a:lnTo>
                  <a:pt x="956789" y="178141"/>
                </a:lnTo>
                <a:lnTo>
                  <a:pt x="957374" y="183760"/>
                </a:lnTo>
                <a:lnTo>
                  <a:pt x="957870" y="185349"/>
                </a:lnTo>
                <a:lnTo>
                  <a:pt x="959373" y="187600"/>
                </a:lnTo>
                <a:lnTo>
                  <a:pt x="963945" y="192212"/>
                </a:lnTo>
                <a:lnTo>
                  <a:pt x="963246" y="198244"/>
                </a:lnTo>
                <a:lnTo>
                  <a:pt x="963456" y="202534"/>
                </a:lnTo>
                <a:lnTo>
                  <a:pt x="964941" y="205839"/>
                </a:lnTo>
                <a:lnTo>
                  <a:pt x="969030" y="210527"/>
                </a:lnTo>
                <a:lnTo>
                  <a:pt x="969514" y="216679"/>
                </a:lnTo>
                <a:lnTo>
                  <a:pt x="970473" y="220770"/>
                </a:lnTo>
                <a:lnTo>
                  <a:pt x="970497" y="221418"/>
                </a:lnTo>
                <a:lnTo>
                  <a:pt x="969900" y="222264"/>
                </a:lnTo>
                <a:lnTo>
                  <a:pt x="967758" y="222338"/>
                </a:lnTo>
                <a:lnTo>
                  <a:pt x="965786" y="221542"/>
                </a:lnTo>
                <a:lnTo>
                  <a:pt x="951107" y="212241"/>
                </a:lnTo>
                <a:lnTo>
                  <a:pt x="946835" y="208503"/>
                </a:lnTo>
                <a:lnTo>
                  <a:pt x="942011" y="202240"/>
                </a:lnTo>
                <a:lnTo>
                  <a:pt x="940100" y="197930"/>
                </a:lnTo>
                <a:lnTo>
                  <a:pt x="937588" y="188800"/>
                </a:lnTo>
                <a:lnTo>
                  <a:pt x="937648" y="181564"/>
                </a:lnTo>
                <a:lnTo>
                  <a:pt x="936039" y="174516"/>
                </a:lnTo>
                <a:lnTo>
                  <a:pt x="936126" y="172637"/>
                </a:lnTo>
                <a:lnTo>
                  <a:pt x="936909" y="171004"/>
                </a:lnTo>
                <a:lnTo>
                  <a:pt x="937642" y="171144"/>
                </a:lnTo>
                <a:lnTo>
                  <a:pt x="940320" y="173087"/>
                </a:lnTo>
                <a:close/>
                <a:moveTo>
                  <a:pt x="610695" y="8342"/>
                </a:moveTo>
                <a:lnTo>
                  <a:pt x="609539" y="10429"/>
                </a:lnTo>
                <a:lnTo>
                  <a:pt x="608829" y="13366"/>
                </a:lnTo>
                <a:lnTo>
                  <a:pt x="607087" y="24455"/>
                </a:lnTo>
                <a:lnTo>
                  <a:pt x="605066" y="32973"/>
                </a:lnTo>
                <a:lnTo>
                  <a:pt x="604425" y="41422"/>
                </a:lnTo>
                <a:lnTo>
                  <a:pt x="603525" y="44225"/>
                </a:lnTo>
                <a:lnTo>
                  <a:pt x="601934" y="46368"/>
                </a:lnTo>
                <a:lnTo>
                  <a:pt x="598603" y="49315"/>
                </a:lnTo>
                <a:lnTo>
                  <a:pt x="585213" y="54520"/>
                </a:lnTo>
                <a:lnTo>
                  <a:pt x="583675" y="55617"/>
                </a:lnTo>
                <a:lnTo>
                  <a:pt x="582757" y="57406"/>
                </a:lnTo>
                <a:lnTo>
                  <a:pt x="583207" y="58500"/>
                </a:lnTo>
                <a:lnTo>
                  <a:pt x="584357" y="59199"/>
                </a:lnTo>
                <a:lnTo>
                  <a:pt x="599100" y="60732"/>
                </a:lnTo>
                <a:lnTo>
                  <a:pt x="602010" y="61622"/>
                </a:lnTo>
                <a:lnTo>
                  <a:pt x="603059" y="62353"/>
                </a:lnTo>
                <a:lnTo>
                  <a:pt x="603129" y="62803"/>
                </a:lnTo>
                <a:lnTo>
                  <a:pt x="596925" y="66807"/>
                </a:lnTo>
                <a:lnTo>
                  <a:pt x="589101" y="69193"/>
                </a:lnTo>
                <a:lnTo>
                  <a:pt x="575713" y="74351"/>
                </a:lnTo>
                <a:lnTo>
                  <a:pt x="572122" y="76076"/>
                </a:lnTo>
                <a:lnTo>
                  <a:pt x="570825" y="77282"/>
                </a:lnTo>
                <a:lnTo>
                  <a:pt x="572895" y="78992"/>
                </a:lnTo>
                <a:lnTo>
                  <a:pt x="596214" y="79145"/>
                </a:lnTo>
                <a:lnTo>
                  <a:pt x="598833" y="79410"/>
                </a:lnTo>
                <a:lnTo>
                  <a:pt x="600787" y="80184"/>
                </a:lnTo>
                <a:lnTo>
                  <a:pt x="601363" y="81280"/>
                </a:lnTo>
                <a:lnTo>
                  <a:pt x="601719" y="87403"/>
                </a:lnTo>
                <a:lnTo>
                  <a:pt x="601539" y="99424"/>
                </a:lnTo>
                <a:lnTo>
                  <a:pt x="600607" y="110087"/>
                </a:lnTo>
                <a:lnTo>
                  <a:pt x="601115" y="114080"/>
                </a:lnTo>
                <a:lnTo>
                  <a:pt x="602313" y="114181"/>
                </a:lnTo>
                <a:lnTo>
                  <a:pt x="607141" y="111361"/>
                </a:lnTo>
                <a:lnTo>
                  <a:pt x="608998" y="107128"/>
                </a:lnTo>
                <a:lnTo>
                  <a:pt x="610853" y="105953"/>
                </a:lnTo>
                <a:lnTo>
                  <a:pt x="614295" y="105452"/>
                </a:lnTo>
                <a:lnTo>
                  <a:pt x="616695" y="107913"/>
                </a:lnTo>
                <a:lnTo>
                  <a:pt x="617411" y="109579"/>
                </a:lnTo>
                <a:lnTo>
                  <a:pt x="616944" y="110914"/>
                </a:lnTo>
                <a:lnTo>
                  <a:pt x="615371" y="111833"/>
                </a:lnTo>
                <a:lnTo>
                  <a:pt x="612766" y="112251"/>
                </a:lnTo>
                <a:lnTo>
                  <a:pt x="608175" y="112112"/>
                </a:lnTo>
                <a:lnTo>
                  <a:pt x="607513" y="116578"/>
                </a:lnTo>
                <a:lnTo>
                  <a:pt x="607095" y="117467"/>
                </a:lnTo>
                <a:lnTo>
                  <a:pt x="606308" y="118003"/>
                </a:lnTo>
                <a:lnTo>
                  <a:pt x="603373" y="117950"/>
                </a:lnTo>
                <a:lnTo>
                  <a:pt x="600221" y="116107"/>
                </a:lnTo>
                <a:lnTo>
                  <a:pt x="599625" y="116432"/>
                </a:lnTo>
                <a:lnTo>
                  <a:pt x="598936" y="117763"/>
                </a:lnTo>
                <a:lnTo>
                  <a:pt x="597795" y="124796"/>
                </a:lnTo>
                <a:lnTo>
                  <a:pt x="597915" y="135287"/>
                </a:lnTo>
                <a:lnTo>
                  <a:pt x="595870" y="140201"/>
                </a:lnTo>
                <a:lnTo>
                  <a:pt x="594518" y="145603"/>
                </a:lnTo>
                <a:lnTo>
                  <a:pt x="592407" y="160500"/>
                </a:lnTo>
                <a:lnTo>
                  <a:pt x="590631" y="167698"/>
                </a:lnTo>
                <a:lnTo>
                  <a:pt x="589190" y="180901"/>
                </a:lnTo>
                <a:lnTo>
                  <a:pt x="587925" y="185327"/>
                </a:lnTo>
                <a:lnTo>
                  <a:pt x="590275" y="186877"/>
                </a:lnTo>
                <a:lnTo>
                  <a:pt x="592485" y="186613"/>
                </a:lnTo>
                <a:lnTo>
                  <a:pt x="609705" y="174212"/>
                </a:lnTo>
                <a:lnTo>
                  <a:pt x="611598" y="173263"/>
                </a:lnTo>
                <a:lnTo>
                  <a:pt x="612849" y="173109"/>
                </a:lnTo>
                <a:lnTo>
                  <a:pt x="615339" y="173974"/>
                </a:lnTo>
                <a:lnTo>
                  <a:pt x="620657" y="178059"/>
                </a:lnTo>
                <a:lnTo>
                  <a:pt x="625331" y="180979"/>
                </a:lnTo>
                <a:lnTo>
                  <a:pt x="626601" y="182327"/>
                </a:lnTo>
                <a:lnTo>
                  <a:pt x="631644" y="186035"/>
                </a:lnTo>
                <a:lnTo>
                  <a:pt x="633000" y="186771"/>
                </a:lnTo>
                <a:lnTo>
                  <a:pt x="634797" y="187065"/>
                </a:lnTo>
                <a:lnTo>
                  <a:pt x="636104" y="186368"/>
                </a:lnTo>
                <a:lnTo>
                  <a:pt x="636537" y="185319"/>
                </a:lnTo>
                <a:lnTo>
                  <a:pt x="636384" y="180394"/>
                </a:lnTo>
                <a:lnTo>
                  <a:pt x="633802" y="166950"/>
                </a:lnTo>
                <a:lnTo>
                  <a:pt x="631952" y="152182"/>
                </a:lnTo>
                <a:lnTo>
                  <a:pt x="631183" y="149568"/>
                </a:lnTo>
                <a:lnTo>
                  <a:pt x="630237" y="148424"/>
                </a:lnTo>
                <a:lnTo>
                  <a:pt x="629398" y="148179"/>
                </a:lnTo>
                <a:lnTo>
                  <a:pt x="628863" y="149198"/>
                </a:lnTo>
                <a:lnTo>
                  <a:pt x="628425" y="153062"/>
                </a:lnTo>
                <a:lnTo>
                  <a:pt x="625016" y="153574"/>
                </a:lnTo>
                <a:lnTo>
                  <a:pt x="619875" y="150767"/>
                </a:lnTo>
                <a:lnTo>
                  <a:pt x="618928" y="149798"/>
                </a:lnTo>
                <a:lnTo>
                  <a:pt x="619101" y="148116"/>
                </a:lnTo>
                <a:lnTo>
                  <a:pt x="621720" y="145356"/>
                </a:lnTo>
                <a:lnTo>
                  <a:pt x="621900" y="144917"/>
                </a:lnTo>
                <a:lnTo>
                  <a:pt x="621525" y="144478"/>
                </a:lnTo>
                <a:lnTo>
                  <a:pt x="618401" y="144474"/>
                </a:lnTo>
                <a:lnTo>
                  <a:pt x="614122" y="145913"/>
                </a:lnTo>
                <a:lnTo>
                  <a:pt x="612638" y="146012"/>
                </a:lnTo>
                <a:lnTo>
                  <a:pt x="605601" y="143362"/>
                </a:lnTo>
                <a:lnTo>
                  <a:pt x="604665" y="142757"/>
                </a:lnTo>
                <a:lnTo>
                  <a:pt x="604404" y="141616"/>
                </a:lnTo>
                <a:lnTo>
                  <a:pt x="605301" y="139506"/>
                </a:lnTo>
                <a:lnTo>
                  <a:pt x="607424" y="137371"/>
                </a:lnTo>
                <a:lnTo>
                  <a:pt x="611037" y="135388"/>
                </a:lnTo>
                <a:lnTo>
                  <a:pt x="613567" y="134988"/>
                </a:lnTo>
                <a:lnTo>
                  <a:pt x="616770" y="136187"/>
                </a:lnTo>
                <a:lnTo>
                  <a:pt x="619883" y="138198"/>
                </a:lnTo>
                <a:lnTo>
                  <a:pt x="621392" y="139987"/>
                </a:lnTo>
                <a:lnTo>
                  <a:pt x="623082" y="143643"/>
                </a:lnTo>
                <a:lnTo>
                  <a:pt x="628511" y="145716"/>
                </a:lnTo>
                <a:lnTo>
                  <a:pt x="629224" y="145445"/>
                </a:lnTo>
                <a:lnTo>
                  <a:pt x="629596" y="144615"/>
                </a:lnTo>
                <a:lnTo>
                  <a:pt x="629743" y="141642"/>
                </a:lnTo>
                <a:lnTo>
                  <a:pt x="628914" y="135068"/>
                </a:lnTo>
                <a:lnTo>
                  <a:pt x="628849" y="130887"/>
                </a:lnTo>
                <a:lnTo>
                  <a:pt x="627309" y="123395"/>
                </a:lnTo>
                <a:lnTo>
                  <a:pt x="626009" y="119349"/>
                </a:lnTo>
                <a:lnTo>
                  <a:pt x="624752" y="105491"/>
                </a:lnTo>
                <a:lnTo>
                  <a:pt x="623036" y="98239"/>
                </a:lnTo>
                <a:lnTo>
                  <a:pt x="622759" y="92598"/>
                </a:lnTo>
                <a:lnTo>
                  <a:pt x="623031" y="88239"/>
                </a:lnTo>
                <a:lnTo>
                  <a:pt x="622579" y="84328"/>
                </a:lnTo>
                <a:lnTo>
                  <a:pt x="623192" y="81975"/>
                </a:lnTo>
                <a:lnTo>
                  <a:pt x="624718" y="80690"/>
                </a:lnTo>
                <a:lnTo>
                  <a:pt x="627525" y="79262"/>
                </a:lnTo>
                <a:lnTo>
                  <a:pt x="651903" y="79068"/>
                </a:lnTo>
                <a:lnTo>
                  <a:pt x="653985" y="78632"/>
                </a:lnTo>
                <a:lnTo>
                  <a:pt x="654769" y="77415"/>
                </a:lnTo>
                <a:lnTo>
                  <a:pt x="654351" y="76635"/>
                </a:lnTo>
                <a:lnTo>
                  <a:pt x="652178" y="75378"/>
                </a:lnTo>
                <a:lnTo>
                  <a:pt x="645505" y="73060"/>
                </a:lnTo>
                <a:lnTo>
                  <a:pt x="640224" y="71820"/>
                </a:lnTo>
                <a:lnTo>
                  <a:pt x="636637" y="69525"/>
                </a:lnTo>
                <a:lnTo>
                  <a:pt x="629771" y="66976"/>
                </a:lnTo>
                <a:lnTo>
                  <a:pt x="626337" y="65008"/>
                </a:lnTo>
                <a:lnTo>
                  <a:pt x="624309" y="63250"/>
                </a:lnTo>
                <a:lnTo>
                  <a:pt x="624170" y="62760"/>
                </a:lnTo>
                <a:lnTo>
                  <a:pt x="624583" y="62319"/>
                </a:lnTo>
                <a:lnTo>
                  <a:pt x="626836" y="61220"/>
                </a:lnTo>
                <a:lnTo>
                  <a:pt x="641424" y="61144"/>
                </a:lnTo>
                <a:lnTo>
                  <a:pt x="643189" y="60551"/>
                </a:lnTo>
                <a:lnTo>
                  <a:pt x="643730" y="59536"/>
                </a:lnTo>
                <a:lnTo>
                  <a:pt x="641862" y="57314"/>
                </a:lnTo>
                <a:lnTo>
                  <a:pt x="632065" y="51458"/>
                </a:lnTo>
                <a:lnTo>
                  <a:pt x="628352" y="49641"/>
                </a:lnTo>
                <a:lnTo>
                  <a:pt x="625950" y="47852"/>
                </a:lnTo>
                <a:lnTo>
                  <a:pt x="623686" y="45482"/>
                </a:lnTo>
                <a:lnTo>
                  <a:pt x="622179" y="41880"/>
                </a:lnTo>
                <a:lnTo>
                  <a:pt x="621608" y="35241"/>
                </a:lnTo>
                <a:lnTo>
                  <a:pt x="619703" y="27919"/>
                </a:lnTo>
                <a:lnTo>
                  <a:pt x="618103" y="17524"/>
                </a:lnTo>
                <a:lnTo>
                  <a:pt x="616540" y="10808"/>
                </a:lnTo>
                <a:lnTo>
                  <a:pt x="615735" y="8914"/>
                </a:lnTo>
                <a:lnTo>
                  <a:pt x="614559" y="7802"/>
                </a:lnTo>
                <a:lnTo>
                  <a:pt x="612514" y="7532"/>
                </a:lnTo>
                <a:lnTo>
                  <a:pt x="610695" y="8342"/>
                </a:lnTo>
                <a:close/>
                <a:moveTo>
                  <a:pt x="614475" y="35162"/>
                </a:moveTo>
                <a:lnTo>
                  <a:pt x="614118" y="36894"/>
                </a:lnTo>
                <a:lnTo>
                  <a:pt x="613321" y="37130"/>
                </a:lnTo>
                <a:lnTo>
                  <a:pt x="612415" y="36849"/>
                </a:lnTo>
                <a:lnTo>
                  <a:pt x="611578" y="35353"/>
                </a:lnTo>
                <a:lnTo>
                  <a:pt x="611769" y="33622"/>
                </a:lnTo>
                <a:lnTo>
                  <a:pt x="612610" y="33189"/>
                </a:lnTo>
                <a:lnTo>
                  <a:pt x="614030" y="33407"/>
                </a:lnTo>
                <a:lnTo>
                  <a:pt x="614475" y="35162"/>
                </a:lnTo>
                <a:close/>
                <a:moveTo>
                  <a:pt x="606780" y="50957"/>
                </a:moveTo>
                <a:lnTo>
                  <a:pt x="607489" y="51853"/>
                </a:lnTo>
                <a:lnTo>
                  <a:pt x="606756" y="53080"/>
                </a:lnTo>
                <a:lnTo>
                  <a:pt x="604309" y="53308"/>
                </a:lnTo>
                <a:lnTo>
                  <a:pt x="603284" y="52653"/>
                </a:lnTo>
                <a:lnTo>
                  <a:pt x="603416" y="51987"/>
                </a:lnTo>
                <a:lnTo>
                  <a:pt x="604710" y="51089"/>
                </a:lnTo>
                <a:lnTo>
                  <a:pt x="605700" y="50726"/>
                </a:lnTo>
                <a:lnTo>
                  <a:pt x="606780" y="50957"/>
                </a:lnTo>
                <a:close/>
                <a:moveTo>
                  <a:pt x="628605" y="53612"/>
                </a:moveTo>
                <a:lnTo>
                  <a:pt x="629782" y="54612"/>
                </a:lnTo>
                <a:lnTo>
                  <a:pt x="629730" y="56183"/>
                </a:lnTo>
                <a:lnTo>
                  <a:pt x="627977" y="57182"/>
                </a:lnTo>
                <a:lnTo>
                  <a:pt x="626130" y="57167"/>
                </a:lnTo>
                <a:lnTo>
                  <a:pt x="624617" y="56546"/>
                </a:lnTo>
                <a:lnTo>
                  <a:pt x="623454" y="55404"/>
                </a:lnTo>
                <a:lnTo>
                  <a:pt x="622845" y="53976"/>
                </a:lnTo>
                <a:lnTo>
                  <a:pt x="622800" y="52352"/>
                </a:lnTo>
                <a:lnTo>
                  <a:pt x="626202" y="52819"/>
                </a:lnTo>
                <a:lnTo>
                  <a:pt x="628605" y="53612"/>
                </a:lnTo>
                <a:close/>
                <a:moveTo>
                  <a:pt x="601200" y="53387"/>
                </a:moveTo>
                <a:lnTo>
                  <a:pt x="601581" y="53964"/>
                </a:lnTo>
                <a:lnTo>
                  <a:pt x="601450" y="54723"/>
                </a:lnTo>
                <a:lnTo>
                  <a:pt x="600110" y="56129"/>
                </a:lnTo>
                <a:lnTo>
                  <a:pt x="598508" y="56475"/>
                </a:lnTo>
                <a:lnTo>
                  <a:pt x="597122" y="55901"/>
                </a:lnTo>
                <a:lnTo>
                  <a:pt x="597615" y="54528"/>
                </a:lnTo>
                <a:lnTo>
                  <a:pt x="599210" y="53268"/>
                </a:lnTo>
                <a:lnTo>
                  <a:pt x="600085" y="52986"/>
                </a:lnTo>
                <a:lnTo>
                  <a:pt x="601200" y="53387"/>
                </a:lnTo>
                <a:close/>
                <a:moveTo>
                  <a:pt x="601110" y="69407"/>
                </a:moveTo>
                <a:lnTo>
                  <a:pt x="602081" y="70804"/>
                </a:lnTo>
                <a:lnTo>
                  <a:pt x="601342" y="71941"/>
                </a:lnTo>
                <a:lnTo>
                  <a:pt x="598954" y="72115"/>
                </a:lnTo>
                <a:lnTo>
                  <a:pt x="597845" y="71237"/>
                </a:lnTo>
                <a:lnTo>
                  <a:pt x="597606" y="69682"/>
                </a:lnTo>
                <a:lnTo>
                  <a:pt x="597950" y="68822"/>
                </a:lnTo>
                <a:lnTo>
                  <a:pt x="599542" y="68766"/>
                </a:lnTo>
                <a:lnTo>
                  <a:pt x="601110" y="69407"/>
                </a:lnTo>
                <a:close/>
                <a:moveTo>
                  <a:pt x="626715" y="70307"/>
                </a:moveTo>
                <a:lnTo>
                  <a:pt x="626762" y="71260"/>
                </a:lnTo>
                <a:lnTo>
                  <a:pt x="626007" y="72240"/>
                </a:lnTo>
                <a:lnTo>
                  <a:pt x="624664" y="72476"/>
                </a:lnTo>
                <a:lnTo>
                  <a:pt x="623946" y="72005"/>
                </a:lnTo>
                <a:lnTo>
                  <a:pt x="623811" y="70876"/>
                </a:lnTo>
                <a:lnTo>
                  <a:pt x="624676" y="69835"/>
                </a:lnTo>
                <a:lnTo>
                  <a:pt x="625877" y="69643"/>
                </a:lnTo>
                <a:lnTo>
                  <a:pt x="626715" y="70307"/>
                </a:lnTo>
                <a:close/>
                <a:moveTo>
                  <a:pt x="606600" y="82637"/>
                </a:moveTo>
                <a:lnTo>
                  <a:pt x="606195" y="83537"/>
                </a:lnTo>
                <a:lnTo>
                  <a:pt x="605579" y="83217"/>
                </a:lnTo>
                <a:lnTo>
                  <a:pt x="605368" y="82535"/>
                </a:lnTo>
                <a:lnTo>
                  <a:pt x="606065" y="81743"/>
                </a:lnTo>
                <a:lnTo>
                  <a:pt x="606600" y="82637"/>
                </a:lnTo>
                <a:close/>
                <a:moveTo>
                  <a:pt x="615960" y="86057"/>
                </a:moveTo>
                <a:lnTo>
                  <a:pt x="616783" y="87139"/>
                </a:lnTo>
                <a:lnTo>
                  <a:pt x="616909" y="88542"/>
                </a:lnTo>
                <a:lnTo>
                  <a:pt x="616345" y="89930"/>
                </a:lnTo>
                <a:lnTo>
                  <a:pt x="615304" y="90807"/>
                </a:lnTo>
                <a:lnTo>
                  <a:pt x="613280" y="91035"/>
                </a:lnTo>
                <a:lnTo>
                  <a:pt x="611243" y="90566"/>
                </a:lnTo>
                <a:lnTo>
                  <a:pt x="609764" y="89852"/>
                </a:lnTo>
                <a:lnTo>
                  <a:pt x="609058" y="88763"/>
                </a:lnTo>
                <a:lnTo>
                  <a:pt x="609165" y="86732"/>
                </a:lnTo>
                <a:lnTo>
                  <a:pt x="610715" y="85750"/>
                </a:lnTo>
                <a:lnTo>
                  <a:pt x="613928" y="85423"/>
                </a:lnTo>
                <a:lnTo>
                  <a:pt x="615960" y="86057"/>
                </a:lnTo>
                <a:close/>
                <a:moveTo>
                  <a:pt x="607050" y="102257"/>
                </a:moveTo>
                <a:lnTo>
                  <a:pt x="607387" y="103054"/>
                </a:lnTo>
                <a:lnTo>
                  <a:pt x="606703" y="103813"/>
                </a:lnTo>
                <a:lnTo>
                  <a:pt x="605850" y="104017"/>
                </a:lnTo>
                <a:lnTo>
                  <a:pt x="604947" y="103477"/>
                </a:lnTo>
                <a:lnTo>
                  <a:pt x="604836" y="102519"/>
                </a:lnTo>
                <a:lnTo>
                  <a:pt x="605307" y="101703"/>
                </a:lnTo>
                <a:lnTo>
                  <a:pt x="606127" y="101586"/>
                </a:lnTo>
                <a:lnTo>
                  <a:pt x="607050" y="102257"/>
                </a:lnTo>
                <a:close/>
                <a:moveTo>
                  <a:pt x="622260" y="102302"/>
                </a:moveTo>
                <a:lnTo>
                  <a:pt x="620887" y="103253"/>
                </a:lnTo>
                <a:lnTo>
                  <a:pt x="619904" y="103163"/>
                </a:lnTo>
                <a:lnTo>
                  <a:pt x="619650" y="102752"/>
                </a:lnTo>
                <a:lnTo>
                  <a:pt x="619886" y="101935"/>
                </a:lnTo>
                <a:lnTo>
                  <a:pt x="620675" y="101577"/>
                </a:lnTo>
                <a:lnTo>
                  <a:pt x="622036" y="101651"/>
                </a:lnTo>
                <a:lnTo>
                  <a:pt x="622260" y="102302"/>
                </a:lnTo>
                <a:close/>
                <a:moveTo>
                  <a:pt x="622035" y="113147"/>
                </a:moveTo>
                <a:lnTo>
                  <a:pt x="622949" y="114935"/>
                </a:lnTo>
                <a:lnTo>
                  <a:pt x="623089" y="116458"/>
                </a:lnTo>
                <a:lnTo>
                  <a:pt x="622095" y="118248"/>
                </a:lnTo>
                <a:lnTo>
                  <a:pt x="618834" y="120015"/>
                </a:lnTo>
                <a:lnTo>
                  <a:pt x="620087" y="123699"/>
                </a:lnTo>
                <a:lnTo>
                  <a:pt x="619323" y="125584"/>
                </a:lnTo>
                <a:lnTo>
                  <a:pt x="616415" y="127350"/>
                </a:lnTo>
                <a:lnTo>
                  <a:pt x="613727" y="128289"/>
                </a:lnTo>
                <a:lnTo>
                  <a:pt x="611449" y="127415"/>
                </a:lnTo>
                <a:lnTo>
                  <a:pt x="608132" y="124989"/>
                </a:lnTo>
                <a:lnTo>
                  <a:pt x="607766" y="123199"/>
                </a:lnTo>
                <a:lnTo>
                  <a:pt x="609736" y="120282"/>
                </a:lnTo>
                <a:lnTo>
                  <a:pt x="612365" y="118926"/>
                </a:lnTo>
                <a:lnTo>
                  <a:pt x="617812" y="118484"/>
                </a:lnTo>
                <a:lnTo>
                  <a:pt x="619245" y="112922"/>
                </a:lnTo>
                <a:lnTo>
                  <a:pt x="620589" y="112376"/>
                </a:lnTo>
                <a:lnTo>
                  <a:pt x="622035" y="113147"/>
                </a:lnTo>
                <a:close/>
                <a:moveTo>
                  <a:pt x="605700" y="128717"/>
                </a:moveTo>
                <a:lnTo>
                  <a:pt x="607706" y="130781"/>
                </a:lnTo>
                <a:lnTo>
                  <a:pt x="607699" y="131759"/>
                </a:lnTo>
                <a:lnTo>
                  <a:pt x="607016" y="132897"/>
                </a:lnTo>
                <a:lnTo>
                  <a:pt x="603022" y="136457"/>
                </a:lnTo>
                <a:lnTo>
                  <a:pt x="601910" y="136499"/>
                </a:lnTo>
                <a:lnTo>
                  <a:pt x="600302" y="135671"/>
                </a:lnTo>
                <a:lnTo>
                  <a:pt x="599676" y="134859"/>
                </a:lnTo>
                <a:lnTo>
                  <a:pt x="599591" y="133036"/>
                </a:lnTo>
                <a:lnTo>
                  <a:pt x="600193" y="129628"/>
                </a:lnTo>
                <a:lnTo>
                  <a:pt x="600996" y="127936"/>
                </a:lnTo>
                <a:lnTo>
                  <a:pt x="601521" y="127468"/>
                </a:lnTo>
                <a:lnTo>
                  <a:pt x="602858" y="127265"/>
                </a:lnTo>
                <a:lnTo>
                  <a:pt x="605700" y="128717"/>
                </a:lnTo>
                <a:close/>
                <a:moveTo>
                  <a:pt x="625860" y="128177"/>
                </a:moveTo>
                <a:lnTo>
                  <a:pt x="626406" y="130847"/>
                </a:lnTo>
                <a:lnTo>
                  <a:pt x="626122" y="134458"/>
                </a:lnTo>
                <a:lnTo>
                  <a:pt x="625386" y="135721"/>
                </a:lnTo>
                <a:lnTo>
                  <a:pt x="623726" y="136099"/>
                </a:lnTo>
                <a:lnTo>
                  <a:pt x="619458" y="132957"/>
                </a:lnTo>
                <a:lnTo>
                  <a:pt x="618683" y="131732"/>
                </a:lnTo>
                <a:lnTo>
                  <a:pt x="618587" y="130459"/>
                </a:lnTo>
                <a:lnTo>
                  <a:pt x="619355" y="129195"/>
                </a:lnTo>
                <a:lnTo>
                  <a:pt x="621499" y="128102"/>
                </a:lnTo>
                <a:lnTo>
                  <a:pt x="624051" y="127676"/>
                </a:lnTo>
                <a:lnTo>
                  <a:pt x="625860" y="128177"/>
                </a:lnTo>
                <a:close/>
                <a:moveTo>
                  <a:pt x="602550" y="145727"/>
                </a:moveTo>
                <a:lnTo>
                  <a:pt x="605880" y="149237"/>
                </a:lnTo>
                <a:lnTo>
                  <a:pt x="603748" y="150896"/>
                </a:lnTo>
                <a:lnTo>
                  <a:pt x="598815" y="152567"/>
                </a:lnTo>
                <a:lnTo>
                  <a:pt x="597733" y="151085"/>
                </a:lnTo>
                <a:lnTo>
                  <a:pt x="597339" y="149807"/>
                </a:lnTo>
                <a:lnTo>
                  <a:pt x="597146" y="147498"/>
                </a:lnTo>
                <a:lnTo>
                  <a:pt x="597464" y="145627"/>
                </a:lnTo>
                <a:lnTo>
                  <a:pt x="597990" y="145053"/>
                </a:lnTo>
                <a:lnTo>
                  <a:pt x="599304" y="144755"/>
                </a:lnTo>
                <a:lnTo>
                  <a:pt x="602550" y="145727"/>
                </a:lnTo>
                <a:close/>
                <a:moveTo>
                  <a:pt x="616005" y="153062"/>
                </a:moveTo>
                <a:lnTo>
                  <a:pt x="621209" y="155617"/>
                </a:lnTo>
                <a:lnTo>
                  <a:pt x="622130" y="156892"/>
                </a:lnTo>
                <a:lnTo>
                  <a:pt x="622224" y="159194"/>
                </a:lnTo>
                <a:lnTo>
                  <a:pt x="620640" y="161162"/>
                </a:lnTo>
                <a:lnTo>
                  <a:pt x="616141" y="164483"/>
                </a:lnTo>
                <a:lnTo>
                  <a:pt x="613314" y="165773"/>
                </a:lnTo>
                <a:lnTo>
                  <a:pt x="610754" y="165586"/>
                </a:lnTo>
                <a:lnTo>
                  <a:pt x="609232" y="164633"/>
                </a:lnTo>
                <a:lnTo>
                  <a:pt x="604294" y="160455"/>
                </a:lnTo>
                <a:lnTo>
                  <a:pt x="602160" y="157074"/>
                </a:lnTo>
                <a:lnTo>
                  <a:pt x="602163" y="156214"/>
                </a:lnTo>
                <a:lnTo>
                  <a:pt x="602732" y="155525"/>
                </a:lnTo>
                <a:lnTo>
                  <a:pt x="610298" y="151654"/>
                </a:lnTo>
                <a:lnTo>
                  <a:pt x="612616" y="151561"/>
                </a:lnTo>
                <a:lnTo>
                  <a:pt x="616005" y="153062"/>
                </a:lnTo>
                <a:close/>
                <a:moveTo>
                  <a:pt x="601335" y="163367"/>
                </a:moveTo>
                <a:lnTo>
                  <a:pt x="606022" y="167180"/>
                </a:lnTo>
                <a:lnTo>
                  <a:pt x="607229" y="169345"/>
                </a:lnTo>
                <a:lnTo>
                  <a:pt x="607275" y="170837"/>
                </a:lnTo>
                <a:lnTo>
                  <a:pt x="606478" y="171734"/>
                </a:lnTo>
                <a:lnTo>
                  <a:pt x="603760" y="173285"/>
                </a:lnTo>
                <a:lnTo>
                  <a:pt x="597849" y="177691"/>
                </a:lnTo>
                <a:lnTo>
                  <a:pt x="595936" y="178844"/>
                </a:lnTo>
                <a:lnTo>
                  <a:pt x="595167" y="178795"/>
                </a:lnTo>
                <a:lnTo>
                  <a:pt x="594433" y="177754"/>
                </a:lnTo>
                <a:lnTo>
                  <a:pt x="594019" y="174767"/>
                </a:lnTo>
                <a:lnTo>
                  <a:pt x="595406" y="167096"/>
                </a:lnTo>
                <a:lnTo>
                  <a:pt x="595547" y="164166"/>
                </a:lnTo>
                <a:lnTo>
                  <a:pt x="596870" y="162574"/>
                </a:lnTo>
                <a:lnTo>
                  <a:pt x="598322" y="161902"/>
                </a:lnTo>
                <a:lnTo>
                  <a:pt x="599798" y="162169"/>
                </a:lnTo>
                <a:lnTo>
                  <a:pt x="601335" y="163367"/>
                </a:lnTo>
                <a:close/>
                <a:moveTo>
                  <a:pt x="628785" y="162917"/>
                </a:moveTo>
                <a:lnTo>
                  <a:pt x="629519" y="166281"/>
                </a:lnTo>
                <a:lnTo>
                  <a:pt x="630160" y="176532"/>
                </a:lnTo>
                <a:lnTo>
                  <a:pt x="629901" y="178206"/>
                </a:lnTo>
                <a:lnTo>
                  <a:pt x="628334" y="178834"/>
                </a:lnTo>
                <a:lnTo>
                  <a:pt x="626577" y="177970"/>
                </a:lnTo>
                <a:lnTo>
                  <a:pt x="621740" y="173731"/>
                </a:lnTo>
                <a:lnTo>
                  <a:pt x="619066" y="172047"/>
                </a:lnTo>
                <a:lnTo>
                  <a:pt x="618458" y="170212"/>
                </a:lnTo>
                <a:lnTo>
                  <a:pt x="619224" y="168323"/>
                </a:lnTo>
                <a:lnTo>
                  <a:pt x="624102" y="164185"/>
                </a:lnTo>
                <a:lnTo>
                  <a:pt x="627390" y="162287"/>
                </a:lnTo>
                <a:lnTo>
                  <a:pt x="628785" y="162917"/>
                </a:lnTo>
                <a:close/>
                <a:moveTo>
                  <a:pt x="300645" y="10547"/>
                </a:moveTo>
                <a:lnTo>
                  <a:pt x="299394" y="11410"/>
                </a:lnTo>
                <a:lnTo>
                  <a:pt x="298659" y="13032"/>
                </a:lnTo>
                <a:lnTo>
                  <a:pt x="297379" y="21487"/>
                </a:lnTo>
                <a:lnTo>
                  <a:pt x="295341" y="30786"/>
                </a:lnTo>
                <a:lnTo>
                  <a:pt x="294063" y="40699"/>
                </a:lnTo>
                <a:lnTo>
                  <a:pt x="292458" y="47470"/>
                </a:lnTo>
                <a:lnTo>
                  <a:pt x="290717" y="58131"/>
                </a:lnTo>
                <a:lnTo>
                  <a:pt x="289892" y="59980"/>
                </a:lnTo>
                <a:lnTo>
                  <a:pt x="287763" y="62416"/>
                </a:lnTo>
                <a:lnTo>
                  <a:pt x="285853" y="63705"/>
                </a:lnTo>
                <a:lnTo>
                  <a:pt x="281177" y="65599"/>
                </a:lnTo>
                <a:lnTo>
                  <a:pt x="277175" y="67904"/>
                </a:lnTo>
                <a:lnTo>
                  <a:pt x="265549" y="72641"/>
                </a:lnTo>
                <a:lnTo>
                  <a:pt x="263690" y="74000"/>
                </a:lnTo>
                <a:lnTo>
                  <a:pt x="262372" y="76130"/>
                </a:lnTo>
                <a:lnTo>
                  <a:pt x="262749" y="77257"/>
                </a:lnTo>
                <a:lnTo>
                  <a:pt x="265392" y="77977"/>
                </a:lnTo>
                <a:lnTo>
                  <a:pt x="287486" y="79306"/>
                </a:lnTo>
                <a:lnTo>
                  <a:pt x="289843" y="80241"/>
                </a:lnTo>
                <a:lnTo>
                  <a:pt x="290655" y="81017"/>
                </a:lnTo>
                <a:lnTo>
                  <a:pt x="290647" y="81888"/>
                </a:lnTo>
                <a:lnTo>
                  <a:pt x="288345" y="84387"/>
                </a:lnTo>
                <a:lnTo>
                  <a:pt x="285714" y="85944"/>
                </a:lnTo>
                <a:lnTo>
                  <a:pt x="278077" y="89123"/>
                </a:lnTo>
                <a:lnTo>
                  <a:pt x="272492" y="90855"/>
                </a:lnTo>
                <a:lnTo>
                  <a:pt x="267793" y="92913"/>
                </a:lnTo>
                <a:lnTo>
                  <a:pt x="252671" y="98256"/>
                </a:lnTo>
                <a:lnTo>
                  <a:pt x="249281" y="100093"/>
                </a:lnTo>
                <a:lnTo>
                  <a:pt x="248321" y="100914"/>
                </a:lnTo>
                <a:lnTo>
                  <a:pt x="247841" y="102375"/>
                </a:lnTo>
                <a:lnTo>
                  <a:pt x="249046" y="103317"/>
                </a:lnTo>
                <a:lnTo>
                  <a:pt x="252219" y="103584"/>
                </a:lnTo>
                <a:lnTo>
                  <a:pt x="284271" y="104012"/>
                </a:lnTo>
                <a:lnTo>
                  <a:pt x="287444" y="104679"/>
                </a:lnTo>
                <a:lnTo>
                  <a:pt x="288585" y="105497"/>
                </a:lnTo>
                <a:lnTo>
                  <a:pt x="289053" y="106643"/>
                </a:lnTo>
                <a:lnTo>
                  <a:pt x="289317" y="113165"/>
                </a:lnTo>
                <a:lnTo>
                  <a:pt x="288500" y="120324"/>
                </a:lnTo>
                <a:lnTo>
                  <a:pt x="287023" y="145129"/>
                </a:lnTo>
                <a:lnTo>
                  <a:pt x="285210" y="149954"/>
                </a:lnTo>
                <a:lnTo>
                  <a:pt x="283435" y="166261"/>
                </a:lnTo>
                <a:lnTo>
                  <a:pt x="281196" y="174617"/>
                </a:lnTo>
                <a:lnTo>
                  <a:pt x="279782" y="188078"/>
                </a:lnTo>
                <a:lnTo>
                  <a:pt x="277712" y="196599"/>
                </a:lnTo>
                <a:lnTo>
                  <a:pt x="276131" y="209987"/>
                </a:lnTo>
                <a:lnTo>
                  <a:pt x="274067" y="219469"/>
                </a:lnTo>
                <a:lnTo>
                  <a:pt x="271824" y="237102"/>
                </a:lnTo>
                <a:lnTo>
                  <a:pt x="270584" y="241833"/>
                </a:lnTo>
                <a:lnTo>
                  <a:pt x="270555" y="244064"/>
                </a:lnTo>
                <a:lnTo>
                  <a:pt x="271035" y="245312"/>
                </a:lnTo>
                <a:lnTo>
                  <a:pt x="272645" y="245883"/>
                </a:lnTo>
                <a:lnTo>
                  <a:pt x="275704" y="244837"/>
                </a:lnTo>
                <a:lnTo>
                  <a:pt x="293942" y="232169"/>
                </a:lnTo>
                <a:lnTo>
                  <a:pt x="299907" y="227557"/>
                </a:lnTo>
                <a:lnTo>
                  <a:pt x="301601" y="226839"/>
                </a:lnTo>
                <a:lnTo>
                  <a:pt x="303241" y="226691"/>
                </a:lnTo>
                <a:lnTo>
                  <a:pt x="305575" y="227547"/>
                </a:lnTo>
                <a:lnTo>
                  <a:pt x="318876" y="237729"/>
                </a:lnTo>
                <a:lnTo>
                  <a:pt x="328402" y="244478"/>
                </a:lnTo>
                <a:lnTo>
                  <a:pt x="330767" y="245694"/>
                </a:lnTo>
                <a:lnTo>
                  <a:pt x="332536" y="245890"/>
                </a:lnTo>
                <a:lnTo>
                  <a:pt x="333360" y="245447"/>
                </a:lnTo>
                <a:lnTo>
                  <a:pt x="333744" y="244525"/>
                </a:lnTo>
                <a:lnTo>
                  <a:pt x="333752" y="240555"/>
                </a:lnTo>
                <a:lnTo>
                  <a:pt x="331583" y="227326"/>
                </a:lnTo>
                <a:lnTo>
                  <a:pt x="330151" y="215147"/>
                </a:lnTo>
                <a:lnTo>
                  <a:pt x="328198" y="205772"/>
                </a:lnTo>
                <a:lnTo>
                  <a:pt x="326415" y="191003"/>
                </a:lnTo>
                <a:lnTo>
                  <a:pt x="324105" y="180260"/>
                </a:lnTo>
                <a:lnTo>
                  <a:pt x="322796" y="169043"/>
                </a:lnTo>
                <a:lnTo>
                  <a:pt x="320428" y="155471"/>
                </a:lnTo>
                <a:lnTo>
                  <a:pt x="318971" y="142599"/>
                </a:lnTo>
                <a:lnTo>
                  <a:pt x="318313" y="139938"/>
                </a:lnTo>
                <a:lnTo>
                  <a:pt x="316822" y="137047"/>
                </a:lnTo>
                <a:lnTo>
                  <a:pt x="316474" y="134899"/>
                </a:lnTo>
                <a:lnTo>
                  <a:pt x="316035" y="106307"/>
                </a:lnTo>
                <a:lnTo>
                  <a:pt x="318147" y="104616"/>
                </a:lnTo>
                <a:lnTo>
                  <a:pt x="321694" y="104029"/>
                </a:lnTo>
                <a:lnTo>
                  <a:pt x="355737" y="104284"/>
                </a:lnTo>
                <a:lnTo>
                  <a:pt x="357046" y="103796"/>
                </a:lnTo>
                <a:lnTo>
                  <a:pt x="358003" y="102060"/>
                </a:lnTo>
                <a:lnTo>
                  <a:pt x="356203" y="100670"/>
                </a:lnTo>
                <a:lnTo>
                  <a:pt x="351283" y="98281"/>
                </a:lnTo>
                <a:lnTo>
                  <a:pt x="340856" y="93980"/>
                </a:lnTo>
                <a:lnTo>
                  <a:pt x="326677" y="88909"/>
                </a:lnTo>
                <a:lnTo>
                  <a:pt x="318837" y="85590"/>
                </a:lnTo>
                <a:lnTo>
                  <a:pt x="317155" y="84138"/>
                </a:lnTo>
                <a:lnTo>
                  <a:pt x="316925" y="81393"/>
                </a:lnTo>
                <a:lnTo>
                  <a:pt x="317435" y="80510"/>
                </a:lnTo>
                <a:lnTo>
                  <a:pt x="318530" y="79979"/>
                </a:lnTo>
                <a:lnTo>
                  <a:pt x="326924" y="79587"/>
                </a:lnTo>
                <a:lnTo>
                  <a:pt x="341054" y="80773"/>
                </a:lnTo>
                <a:lnTo>
                  <a:pt x="342855" y="79982"/>
                </a:lnTo>
                <a:lnTo>
                  <a:pt x="343648" y="78935"/>
                </a:lnTo>
                <a:lnTo>
                  <a:pt x="343792" y="77965"/>
                </a:lnTo>
                <a:lnTo>
                  <a:pt x="341990" y="76009"/>
                </a:lnTo>
                <a:lnTo>
                  <a:pt x="334440" y="71944"/>
                </a:lnTo>
                <a:lnTo>
                  <a:pt x="323711" y="65175"/>
                </a:lnTo>
                <a:lnTo>
                  <a:pt x="319899" y="63281"/>
                </a:lnTo>
                <a:lnTo>
                  <a:pt x="316444" y="60159"/>
                </a:lnTo>
                <a:lnTo>
                  <a:pt x="315998" y="59158"/>
                </a:lnTo>
                <a:lnTo>
                  <a:pt x="315641" y="55046"/>
                </a:lnTo>
                <a:lnTo>
                  <a:pt x="313955" y="48074"/>
                </a:lnTo>
                <a:lnTo>
                  <a:pt x="311972" y="35670"/>
                </a:lnTo>
                <a:lnTo>
                  <a:pt x="309842" y="26353"/>
                </a:lnTo>
                <a:lnTo>
                  <a:pt x="307766" y="14293"/>
                </a:lnTo>
                <a:lnTo>
                  <a:pt x="306583" y="11733"/>
                </a:lnTo>
                <a:lnTo>
                  <a:pt x="304566" y="10161"/>
                </a:lnTo>
                <a:lnTo>
                  <a:pt x="302731" y="9797"/>
                </a:lnTo>
                <a:lnTo>
                  <a:pt x="300645" y="10547"/>
                </a:lnTo>
                <a:close/>
                <a:moveTo>
                  <a:pt x="304605" y="31967"/>
                </a:moveTo>
                <a:lnTo>
                  <a:pt x="305022" y="33235"/>
                </a:lnTo>
                <a:lnTo>
                  <a:pt x="304752" y="34831"/>
                </a:lnTo>
                <a:lnTo>
                  <a:pt x="303300" y="35162"/>
                </a:lnTo>
                <a:lnTo>
                  <a:pt x="301861" y="34851"/>
                </a:lnTo>
                <a:lnTo>
                  <a:pt x="301589" y="33406"/>
                </a:lnTo>
                <a:lnTo>
                  <a:pt x="302230" y="32003"/>
                </a:lnTo>
                <a:lnTo>
                  <a:pt x="303415" y="31406"/>
                </a:lnTo>
                <a:lnTo>
                  <a:pt x="304605" y="31967"/>
                </a:lnTo>
                <a:close/>
                <a:moveTo>
                  <a:pt x="305190" y="43802"/>
                </a:moveTo>
                <a:lnTo>
                  <a:pt x="305983" y="45923"/>
                </a:lnTo>
                <a:lnTo>
                  <a:pt x="305730" y="48617"/>
                </a:lnTo>
                <a:lnTo>
                  <a:pt x="303722" y="49337"/>
                </a:lnTo>
                <a:lnTo>
                  <a:pt x="301140" y="48977"/>
                </a:lnTo>
                <a:lnTo>
                  <a:pt x="300138" y="46883"/>
                </a:lnTo>
                <a:lnTo>
                  <a:pt x="300277" y="44829"/>
                </a:lnTo>
                <a:lnTo>
                  <a:pt x="300796" y="43748"/>
                </a:lnTo>
                <a:lnTo>
                  <a:pt x="302757" y="43054"/>
                </a:lnTo>
                <a:lnTo>
                  <a:pt x="305190" y="43802"/>
                </a:lnTo>
                <a:close/>
                <a:moveTo>
                  <a:pt x="297900" y="51362"/>
                </a:moveTo>
                <a:lnTo>
                  <a:pt x="298231" y="52485"/>
                </a:lnTo>
                <a:lnTo>
                  <a:pt x="297780" y="53588"/>
                </a:lnTo>
                <a:lnTo>
                  <a:pt x="296809" y="54190"/>
                </a:lnTo>
                <a:lnTo>
                  <a:pt x="295734" y="53923"/>
                </a:lnTo>
                <a:lnTo>
                  <a:pt x="295278" y="52221"/>
                </a:lnTo>
                <a:lnTo>
                  <a:pt x="295788" y="51048"/>
                </a:lnTo>
                <a:lnTo>
                  <a:pt x="296798" y="50691"/>
                </a:lnTo>
                <a:lnTo>
                  <a:pt x="297900" y="51362"/>
                </a:lnTo>
                <a:close/>
                <a:moveTo>
                  <a:pt x="310680" y="52172"/>
                </a:moveTo>
                <a:lnTo>
                  <a:pt x="311535" y="52802"/>
                </a:lnTo>
                <a:lnTo>
                  <a:pt x="310180" y="53167"/>
                </a:lnTo>
                <a:lnTo>
                  <a:pt x="308891" y="52797"/>
                </a:lnTo>
                <a:lnTo>
                  <a:pt x="308250" y="52037"/>
                </a:lnTo>
                <a:lnTo>
                  <a:pt x="309111" y="51615"/>
                </a:lnTo>
                <a:lnTo>
                  <a:pt x="310680" y="52172"/>
                </a:lnTo>
                <a:close/>
                <a:moveTo>
                  <a:pt x="305550" y="57662"/>
                </a:moveTo>
                <a:lnTo>
                  <a:pt x="306242" y="59439"/>
                </a:lnTo>
                <a:lnTo>
                  <a:pt x="305481" y="60355"/>
                </a:lnTo>
                <a:lnTo>
                  <a:pt x="303962" y="61117"/>
                </a:lnTo>
                <a:lnTo>
                  <a:pt x="302807" y="61136"/>
                </a:lnTo>
                <a:lnTo>
                  <a:pt x="301081" y="60516"/>
                </a:lnTo>
                <a:lnTo>
                  <a:pt x="299790" y="58922"/>
                </a:lnTo>
                <a:lnTo>
                  <a:pt x="300100" y="57767"/>
                </a:lnTo>
                <a:lnTo>
                  <a:pt x="301894" y="56773"/>
                </a:lnTo>
                <a:lnTo>
                  <a:pt x="304247" y="56873"/>
                </a:lnTo>
                <a:lnTo>
                  <a:pt x="305550" y="57662"/>
                </a:lnTo>
                <a:close/>
                <a:moveTo>
                  <a:pt x="311760" y="66527"/>
                </a:moveTo>
                <a:lnTo>
                  <a:pt x="312306" y="68290"/>
                </a:lnTo>
                <a:lnTo>
                  <a:pt x="311963" y="70330"/>
                </a:lnTo>
                <a:lnTo>
                  <a:pt x="311139" y="71018"/>
                </a:lnTo>
                <a:lnTo>
                  <a:pt x="310022" y="70868"/>
                </a:lnTo>
                <a:lnTo>
                  <a:pt x="308882" y="69773"/>
                </a:lnTo>
                <a:lnTo>
                  <a:pt x="308906" y="67803"/>
                </a:lnTo>
                <a:lnTo>
                  <a:pt x="310177" y="66271"/>
                </a:lnTo>
                <a:lnTo>
                  <a:pt x="310992" y="66128"/>
                </a:lnTo>
                <a:lnTo>
                  <a:pt x="311760" y="66527"/>
                </a:lnTo>
                <a:close/>
                <a:moveTo>
                  <a:pt x="297180" y="67922"/>
                </a:moveTo>
                <a:lnTo>
                  <a:pt x="297327" y="69398"/>
                </a:lnTo>
                <a:lnTo>
                  <a:pt x="296125" y="70307"/>
                </a:lnTo>
                <a:lnTo>
                  <a:pt x="293727" y="69885"/>
                </a:lnTo>
                <a:lnTo>
                  <a:pt x="292239" y="68848"/>
                </a:lnTo>
                <a:lnTo>
                  <a:pt x="293095" y="67075"/>
                </a:lnTo>
                <a:lnTo>
                  <a:pt x="294578" y="66422"/>
                </a:lnTo>
                <a:lnTo>
                  <a:pt x="296144" y="66726"/>
                </a:lnTo>
                <a:lnTo>
                  <a:pt x="297180" y="67922"/>
                </a:lnTo>
                <a:close/>
                <a:moveTo>
                  <a:pt x="320940" y="68822"/>
                </a:moveTo>
                <a:lnTo>
                  <a:pt x="326863" y="72671"/>
                </a:lnTo>
                <a:lnTo>
                  <a:pt x="327564" y="73539"/>
                </a:lnTo>
                <a:lnTo>
                  <a:pt x="327353" y="74420"/>
                </a:lnTo>
                <a:lnTo>
                  <a:pt x="326076" y="75083"/>
                </a:lnTo>
                <a:lnTo>
                  <a:pt x="322734" y="75379"/>
                </a:lnTo>
                <a:lnTo>
                  <a:pt x="319460" y="75150"/>
                </a:lnTo>
                <a:lnTo>
                  <a:pt x="317413" y="74402"/>
                </a:lnTo>
                <a:lnTo>
                  <a:pt x="316696" y="73487"/>
                </a:lnTo>
                <a:lnTo>
                  <a:pt x="316384" y="72149"/>
                </a:lnTo>
                <a:lnTo>
                  <a:pt x="316755" y="68837"/>
                </a:lnTo>
                <a:lnTo>
                  <a:pt x="317983" y="67853"/>
                </a:lnTo>
                <a:lnTo>
                  <a:pt x="320940" y="68822"/>
                </a:lnTo>
                <a:close/>
                <a:moveTo>
                  <a:pt x="288945" y="68777"/>
                </a:moveTo>
                <a:lnTo>
                  <a:pt x="290334" y="69396"/>
                </a:lnTo>
                <a:lnTo>
                  <a:pt x="290533" y="70183"/>
                </a:lnTo>
                <a:lnTo>
                  <a:pt x="288945" y="71657"/>
                </a:lnTo>
                <a:lnTo>
                  <a:pt x="286878" y="72697"/>
                </a:lnTo>
                <a:lnTo>
                  <a:pt x="284917" y="73127"/>
                </a:lnTo>
                <a:lnTo>
                  <a:pt x="283265" y="72966"/>
                </a:lnTo>
                <a:lnTo>
                  <a:pt x="281811" y="71652"/>
                </a:lnTo>
                <a:lnTo>
                  <a:pt x="281798" y="70276"/>
                </a:lnTo>
                <a:lnTo>
                  <a:pt x="283136" y="68829"/>
                </a:lnTo>
                <a:lnTo>
                  <a:pt x="285673" y="68285"/>
                </a:lnTo>
                <a:lnTo>
                  <a:pt x="288945" y="68777"/>
                </a:lnTo>
                <a:close/>
                <a:moveTo>
                  <a:pt x="311760" y="82502"/>
                </a:moveTo>
                <a:lnTo>
                  <a:pt x="310998" y="84217"/>
                </a:lnTo>
                <a:lnTo>
                  <a:pt x="310094" y="84457"/>
                </a:lnTo>
                <a:lnTo>
                  <a:pt x="309568" y="84010"/>
                </a:lnTo>
                <a:lnTo>
                  <a:pt x="309354" y="82453"/>
                </a:lnTo>
                <a:lnTo>
                  <a:pt x="310360" y="81006"/>
                </a:lnTo>
                <a:lnTo>
                  <a:pt x="311634" y="81008"/>
                </a:lnTo>
                <a:lnTo>
                  <a:pt x="311760" y="82502"/>
                </a:lnTo>
                <a:close/>
                <a:moveTo>
                  <a:pt x="296460" y="82817"/>
                </a:moveTo>
                <a:lnTo>
                  <a:pt x="296405" y="83795"/>
                </a:lnTo>
                <a:lnTo>
                  <a:pt x="295877" y="84226"/>
                </a:lnTo>
                <a:lnTo>
                  <a:pt x="294750" y="83762"/>
                </a:lnTo>
                <a:lnTo>
                  <a:pt x="294147" y="82861"/>
                </a:lnTo>
                <a:lnTo>
                  <a:pt x="294607" y="82111"/>
                </a:lnTo>
                <a:lnTo>
                  <a:pt x="295358" y="81848"/>
                </a:lnTo>
                <a:lnTo>
                  <a:pt x="296061" y="82101"/>
                </a:lnTo>
                <a:lnTo>
                  <a:pt x="296460" y="82817"/>
                </a:lnTo>
                <a:close/>
                <a:moveTo>
                  <a:pt x="304650" y="90512"/>
                </a:moveTo>
                <a:lnTo>
                  <a:pt x="304988" y="91672"/>
                </a:lnTo>
                <a:lnTo>
                  <a:pt x="304133" y="92426"/>
                </a:lnTo>
                <a:lnTo>
                  <a:pt x="301621" y="92345"/>
                </a:lnTo>
                <a:lnTo>
                  <a:pt x="300629" y="91586"/>
                </a:lnTo>
                <a:lnTo>
                  <a:pt x="300926" y="90630"/>
                </a:lnTo>
                <a:lnTo>
                  <a:pt x="302254" y="89978"/>
                </a:lnTo>
                <a:lnTo>
                  <a:pt x="303849" y="90018"/>
                </a:lnTo>
                <a:lnTo>
                  <a:pt x="304650" y="90512"/>
                </a:lnTo>
                <a:close/>
                <a:moveTo>
                  <a:pt x="289395" y="91637"/>
                </a:moveTo>
                <a:lnTo>
                  <a:pt x="290242" y="93162"/>
                </a:lnTo>
                <a:lnTo>
                  <a:pt x="290402" y="94395"/>
                </a:lnTo>
                <a:lnTo>
                  <a:pt x="289339" y="95721"/>
                </a:lnTo>
                <a:lnTo>
                  <a:pt x="285250" y="96501"/>
                </a:lnTo>
                <a:lnTo>
                  <a:pt x="283652" y="95957"/>
                </a:lnTo>
                <a:lnTo>
                  <a:pt x="282983" y="95188"/>
                </a:lnTo>
                <a:lnTo>
                  <a:pt x="282716" y="92151"/>
                </a:lnTo>
                <a:lnTo>
                  <a:pt x="283796" y="90664"/>
                </a:lnTo>
                <a:lnTo>
                  <a:pt x="287662" y="90519"/>
                </a:lnTo>
                <a:lnTo>
                  <a:pt x="289395" y="91637"/>
                </a:lnTo>
                <a:close/>
                <a:moveTo>
                  <a:pt x="322245" y="92042"/>
                </a:moveTo>
                <a:lnTo>
                  <a:pt x="323555" y="94248"/>
                </a:lnTo>
                <a:lnTo>
                  <a:pt x="323067" y="95996"/>
                </a:lnTo>
                <a:lnTo>
                  <a:pt x="321567" y="96723"/>
                </a:lnTo>
                <a:lnTo>
                  <a:pt x="319680" y="97012"/>
                </a:lnTo>
                <a:lnTo>
                  <a:pt x="316890" y="96497"/>
                </a:lnTo>
                <a:lnTo>
                  <a:pt x="316356" y="93977"/>
                </a:lnTo>
                <a:lnTo>
                  <a:pt x="317070" y="91457"/>
                </a:lnTo>
                <a:lnTo>
                  <a:pt x="317911" y="90909"/>
                </a:lnTo>
                <a:lnTo>
                  <a:pt x="319522" y="90737"/>
                </a:lnTo>
                <a:lnTo>
                  <a:pt x="322245" y="92042"/>
                </a:lnTo>
                <a:close/>
                <a:moveTo>
                  <a:pt x="312255" y="94067"/>
                </a:moveTo>
                <a:lnTo>
                  <a:pt x="312683" y="95559"/>
                </a:lnTo>
                <a:lnTo>
                  <a:pt x="312291" y="96916"/>
                </a:lnTo>
                <a:lnTo>
                  <a:pt x="311091" y="97532"/>
                </a:lnTo>
                <a:lnTo>
                  <a:pt x="309757" y="97176"/>
                </a:lnTo>
                <a:lnTo>
                  <a:pt x="308989" y="95702"/>
                </a:lnTo>
                <a:lnTo>
                  <a:pt x="309446" y="94064"/>
                </a:lnTo>
                <a:lnTo>
                  <a:pt x="310768" y="93344"/>
                </a:lnTo>
                <a:lnTo>
                  <a:pt x="312255" y="94067"/>
                </a:lnTo>
                <a:close/>
                <a:moveTo>
                  <a:pt x="296100" y="95462"/>
                </a:moveTo>
                <a:lnTo>
                  <a:pt x="295531" y="96128"/>
                </a:lnTo>
                <a:lnTo>
                  <a:pt x="294772" y="95805"/>
                </a:lnTo>
                <a:lnTo>
                  <a:pt x="295507" y="94806"/>
                </a:lnTo>
                <a:lnTo>
                  <a:pt x="296100" y="95462"/>
                </a:lnTo>
                <a:close/>
                <a:moveTo>
                  <a:pt x="337860" y="97532"/>
                </a:moveTo>
                <a:lnTo>
                  <a:pt x="339283" y="98365"/>
                </a:lnTo>
                <a:lnTo>
                  <a:pt x="339519" y="98983"/>
                </a:lnTo>
                <a:lnTo>
                  <a:pt x="339189" y="99590"/>
                </a:lnTo>
                <a:lnTo>
                  <a:pt x="337002" y="100481"/>
                </a:lnTo>
                <a:lnTo>
                  <a:pt x="335888" y="100256"/>
                </a:lnTo>
                <a:lnTo>
                  <a:pt x="335104" y="99608"/>
                </a:lnTo>
                <a:lnTo>
                  <a:pt x="334887" y="98306"/>
                </a:lnTo>
                <a:lnTo>
                  <a:pt x="335610" y="97532"/>
                </a:lnTo>
                <a:lnTo>
                  <a:pt x="336420" y="97037"/>
                </a:lnTo>
                <a:lnTo>
                  <a:pt x="337860" y="97532"/>
                </a:lnTo>
                <a:close/>
                <a:moveTo>
                  <a:pt x="312390" y="106352"/>
                </a:moveTo>
                <a:lnTo>
                  <a:pt x="313151" y="108080"/>
                </a:lnTo>
                <a:lnTo>
                  <a:pt x="312713" y="110696"/>
                </a:lnTo>
                <a:lnTo>
                  <a:pt x="311035" y="111794"/>
                </a:lnTo>
                <a:lnTo>
                  <a:pt x="309067" y="111561"/>
                </a:lnTo>
                <a:lnTo>
                  <a:pt x="308265" y="109738"/>
                </a:lnTo>
                <a:lnTo>
                  <a:pt x="308909" y="107180"/>
                </a:lnTo>
                <a:lnTo>
                  <a:pt x="310759" y="105643"/>
                </a:lnTo>
                <a:lnTo>
                  <a:pt x="312390" y="106352"/>
                </a:lnTo>
                <a:close/>
                <a:moveTo>
                  <a:pt x="297450" y="107882"/>
                </a:moveTo>
                <a:lnTo>
                  <a:pt x="297836" y="109700"/>
                </a:lnTo>
                <a:lnTo>
                  <a:pt x="296938" y="110762"/>
                </a:lnTo>
                <a:lnTo>
                  <a:pt x="295785" y="110917"/>
                </a:lnTo>
                <a:lnTo>
                  <a:pt x="294300" y="110537"/>
                </a:lnTo>
                <a:lnTo>
                  <a:pt x="292753" y="109226"/>
                </a:lnTo>
                <a:lnTo>
                  <a:pt x="293094" y="108035"/>
                </a:lnTo>
                <a:lnTo>
                  <a:pt x="294771" y="107059"/>
                </a:lnTo>
                <a:lnTo>
                  <a:pt x="296561" y="107124"/>
                </a:lnTo>
                <a:lnTo>
                  <a:pt x="297450" y="107882"/>
                </a:lnTo>
                <a:close/>
                <a:moveTo>
                  <a:pt x="306855" y="113462"/>
                </a:moveTo>
                <a:lnTo>
                  <a:pt x="308509" y="115870"/>
                </a:lnTo>
                <a:lnTo>
                  <a:pt x="308700" y="117096"/>
                </a:lnTo>
                <a:lnTo>
                  <a:pt x="308157" y="118073"/>
                </a:lnTo>
                <a:lnTo>
                  <a:pt x="306874" y="118849"/>
                </a:lnTo>
                <a:lnTo>
                  <a:pt x="304348" y="119588"/>
                </a:lnTo>
                <a:lnTo>
                  <a:pt x="302395" y="119671"/>
                </a:lnTo>
                <a:lnTo>
                  <a:pt x="298435" y="118965"/>
                </a:lnTo>
                <a:lnTo>
                  <a:pt x="296893" y="118097"/>
                </a:lnTo>
                <a:lnTo>
                  <a:pt x="296700" y="117193"/>
                </a:lnTo>
                <a:lnTo>
                  <a:pt x="297450" y="115037"/>
                </a:lnTo>
                <a:lnTo>
                  <a:pt x="298526" y="113115"/>
                </a:lnTo>
                <a:lnTo>
                  <a:pt x="299744" y="112199"/>
                </a:lnTo>
                <a:lnTo>
                  <a:pt x="305460" y="111887"/>
                </a:lnTo>
                <a:lnTo>
                  <a:pt x="306855" y="113462"/>
                </a:lnTo>
                <a:close/>
                <a:moveTo>
                  <a:pt x="312345" y="120347"/>
                </a:moveTo>
                <a:lnTo>
                  <a:pt x="313324" y="122439"/>
                </a:lnTo>
                <a:lnTo>
                  <a:pt x="312750" y="124667"/>
                </a:lnTo>
                <a:lnTo>
                  <a:pt x="310926" y="125378"/>
                </a:lnTo>
                <a:lnTo>
                  <a:pt x="309109" y="124998"/>
                </a:lnTo>
                <a:lnTo>
                  <a:pt x="308464" y="123358"/>
                </a:lnTo>
                <a:lnTo>
                  <a:pt x="309710" y="120380"/>
                </a:lnTo>
                <a:lnTo>
                  <a:pt x="310855" y="119603"/>
                </a:lnTo>
                <a:lnTo>
                  <a:pt x="312345" y="120347"/>
                </a:lnTo>
                <a:close/>
                <a:moveTo>
                  <a:pt x="295425" y="120887"/>
                </a:moveTo>
                <a:lnTo>
                  <a:pt x="297039" y="122501"/>
                </a:lnTo>
                <a:lnTo>
                  <a:pt x="297203" y="123715"/>
                </a:lnTo>
                <a:lnTo>
                  <a:pt x="296865" y="124352"/>
                </a:lnTo>
                <a:lnTo>
                  <a:pt x="294216" y="125010"/>
                </a:lnTo>
                <a:lnTo>
                  <a:pt x="291735" y="124217"/>
                </a:lnTo>
                <a:lnTo>
                  <a:pt x="291201" y="122743"/>
                </a:lnTo>
                <a:lnTo>
                  <a:pt x="292339" y="121067"/>
                </a:lnTo>
                <a:lnTo>
                  <a:pt x="293467" y="120504"/>
                </a:lnTo>
                <a:lnTo>
                  <a:pt x="295425" y="120887"/>
                </a:lnTo>
                <a:close/>
                <a:moveTo>
                  <a:pt x="295650" y="133262"/>
                </a:moveTo>
                <a:lnTo>
                  <a:pt x="296927" y="134534"/>
                </a:lnTo>
                <a:lnTo>
                  <a:pt x="296451" y="135945"/>
                </a:lnTo>
                <a:lnTo>
                  <a:pt x="294149" y="137287"/>
                </a:lnTo>
                <a:lnTo>
                  <a:pt x="293010" y="137413"/>
                </a:lnTo>
                <a:lnTo>
                  <a:pt x="292168" y="137029"/>
                </a:lnTo>
                <a:lnTo>
                  <a:pt x="291510" y="135530"/>
                </a:lnTo>
                <a:lnTo>
                  <a:pt x="291901" y="133251"/>
                </a:lnTo>
                <a:lnTo>
                  <a:pt x="293655" y="132620"/>
                </a:lnTo>
                <a:lnTo>
                  <a:pt x="295650" y="133262"/>
                </a:lnTo>
                <a:close/>
                <a:moveTo>
                  <a:pt x="313110" y="133307"/>
                </a:moveTo>
                <a:lnTo>
                  <a:pt x="313733" y="133930"/>
                </a:lnTo>
                <a:lnTo>
                  <a:pt x="313982" y="134989"/>
                </a:lnTo>
                <a:lnTo>
                  <a:pt x="312660" y="136637"/>
                </a:lnTo>
                <a:lnTo>
                  <a:pt x="310983" y="137006"/>
                </a:lnTo>
                <a:lnTo>
                  <a:pt x="309795" y="136383"/>
                </a:lnTo>
                <a:lnTo>
                  <a:pt x="308985" y="135401"/>
                </a:lnTo>
                <a:lnTo>
                  <a:pt x="308813" y="133897"/>
                </a:lnTo>
                <a:lnTo>
                  <a:pt x="309717" y="132812"/>
                </a:lnTo>
                <a:lnTo>
                  <a:pt x="311379" y="132640"/>
                </a:lnTo>
                <a:lnTo>
                  <a:pt x="313110" y="133307"/>
                </a:lnTo>
                <a:close/>
                <a:moveTo>
                  <a:pt x="307035" y="139607"/>
                </a:moveTo>
                <a:lnTo>
                  <a:pt x="309541" y="141468"/>
                </a:lnTo>
                <a:lnTo>
                  <a:pt x="309831" y="143414"/>
                </a:lnTo>
                <a:lnTo>
                  <a:pt x="308779" y="144885"/>
                </a:lnTo>
                <a:lnTo>
                  <a:pt x="306720" y="146582"/>
                </a:lnTo>
                <a:lnTo>
                  <a:pt x="303719" y="147884"/>
                </a:lnTo>
                <a:lnTo>
                  <a:pt x="300648" y="147616"/>
                </a:lnTo>
                <a:lnTo>
                  <a:pt x="298695" y="146593"/>
                </a:lnTo>
                <a:lnTo>
                  <a:pt x="296259" y="144118"/>
                </a:lnTo>
                <a:lnTo>
                  <a:pt x="295286" y="142335"/>
                </a:lnTo>
                <a:lnTo>
                  <a:pt x="295510" y="141444"/>
                </a:lnTo>
                <a:lnTo>
                  <a:pt x="296487" y="140591"/>
                </a:lnTo>
                <a:lnTo>
                  <a:pt x="301136" y="138360"/>
                </a:lnTo>
                <a:lnTo>
                  <a:pt x="303434" y="138181"/>
                </a:lnTo>
                <a:lnTo>
                  <a:pt x="307035" y="139607"/>
                </a:lnTo>
                <a:close/>
                <a:moveTo>
                  <a:pt x="295425" y="147707"/>
                </a:moveTo>
                <a:lnTo>
                  <a:pt x="296989" y="150114"/>
                </a:lnTo>
                <a:lnTo>
                  <a:pt x="297242" y="151866"/>
                </a:lnTo>
                <a:lnTo>
                  <a:pt x="296901" y="152953"/>
                </a:lnTo>
                <a:lnTo>
                  <a:pt x="290790" y="156887"/>
                </a:lnTo>
                <a:lnTo>
                  <a:pt x="289154" y="157200"/>
                </a:lnTo>
                <a:lnTo>
                  <a:pt x="288263" y="155934"/>
                </a:lnTo>
                <a:lnTo>
                  <a:pt x="288149" y="153670"/>
                </a:lnTo>
                <a:lnTo>
                  <a:pt x="289508" y="149674"/>
                </a:lnTo>
                <a:lnTo>
                  <a:pt x="290838" y="148014"/>
                </a:lnTo>
                <a:lnTo>
                  <a:pt x="292282" y="147146"/>
                </a:lnTo>
                <a:lnTo>
                  <a:pt x="293823" y="147042"/>
                </a:lnTo>
                <a:lnTo>
                  <a:pt x="295425" y="147707"/>
                </a:lnTo>
                <a:close/>
                <a:moveTo>
                  <a:pt x="315450" y="147662"/>
                </a:moveTo>
                <a:lnTo>
                  <a:pt x="316399" y="151116"/>
                </a:lnTo>
                <a:lnTo>
                  <a:pt x="316718" y="154965"/>
                </a:lnTo>
                <a:lnTo>
                  <a:pt x="315603" y="156852"/>
                </a:lnTo>
                <a:lnTo>
                  <a:pt x="314281" y="157288"/>
                </a:lnTo>
                <a:lnTo>
                  <a:pt x="309523" y="153670"/>
                </a:lnTo>
                <a:lnTo>
                  <a:pt x="309032" y="152949"/>
                </a:lnTo>
                <a:lnTo>
                  <a:pt x="308925" y="151561"/>
                </a:lnTo>
                <a:lnTo>
                  <a:pt x="309584" y="149553"/>
                </a:lnTo>
                <a:lnTo>
                  <a:pt x="311394" y="147756"/>
                </a:lnTo>
                <a:lnTo>
                  <a:pt x="313655" y="146999"/>
                </a:lnTo>
                <a:lnTo>
                  <a:pt x="315450" y="147662"/>
                </a:lnTo>
                <a:close/>
                <a:moveTo>
                  <a:pt x="306855" y="156167"/>
                </a:moveTo>
                <a:lnTo>
                  <a:pt x="311131" y="158782"/>
                </a:lnTo>
                <a:lnTo>
                  <a:pt x="312606" y="160152"/>
                </a:lnTo>
                <a:lnTo>
                  <a:pt x="313273" y="162523"/>
                </a:lnTo>
                <a:lnTo>
                  <a:pt x="312001" y="164667"/>
                </a:lnTo>
                <a:lnTo>
                  <a:pt x="306263" y="168348"/>
                </a:lnTo>
                <a:lnTo>
                  <a:pt x="303778" y="168857"/>
                </a:lnTo>
                <a:lnTo>
                  <a:pt x="301451" y="168151"/>
                </a:lnTo>
                <a:lnTo>
                  <a:pt x="295616" y="163918"/>
                </a:lnTo>
                <a:lnTo>
                  <a:pt x="295210" y="162331"/>
                </a:lnTo>
                <a:lnTo>
                  <a:pt x="295540" y="160085"/>
                </a:lnTo>
                <a:lnTo>
                  <a:pt x="299655" y="156842"/>
                </a:lnTo>
                <a:lnTo>
                  <a:pt x="301389" y="155774"/>
                </a:lnTo>
                <a:lnTo>
                  <a:pt x="303761" y="155036"/>
                </a:lnTo>
                <a:lnTo>
                  <a:pt x="305769" y="155356"/>
                </a:lnTo>
                <a:lnTo>
                  <a:pt x="306855" y="156167"/>
                </a:lnTo>
                <a:close/>
                <a:moveTo>
                  <a:pt x="291240" y="167192"/>
                </a:moveTo>
                <a:lnTo>
                  <a:pt x="295119" y="169791"/>
                </a:lnTo>
                <a:lnTo>
                  <a:pt x="296433" y="171098"/>
                </a:lnTo>
                <a:lnTo>
                  <a:pt x="296949" y="172519"/>
                </a:lnTo>
                <a:lnTo>
                  <a:pt x="296661" y="173934"/>
                </a:lnTo>
                <a:lnTo>
                  <a:pt x="295561" y="175225"/>
                </a:lnTo>
                <a:lnTo>
                  <a:pt x="289957" y="179015"/>
                </a:lnTo>
                <a:lnTo>
                  <a:pt x="287041" y="180282"/>
                </a:lnTo>
                <a:lnTo>
                  <a:pt x="285392" y="180434"/>
                </a:lnTo>
                <a:lnTo>
                  <a:pt x="284690" y="179626"/>
                </a:lnTo>
                <a:lnTo>
                  <a:pt x="284467" y="177089"/>
                </a:lnTo>
                <a:lnTo>
                  <a:pt x="285221" y="171860"/>
                </a:lnTo>
                <a:lnTo>
                  <a:pt x="286227" y="168678"/>
                </a:lnTo>
                <a:lnTo>
                  <a:pt x="287460" y="166742"/>
                </a:lnTo>
                <a:lnTo>
                  <a:pt x="288600" y="166034"/>
                </a:lnTo>
                <a:lnTo>
                  <a:pt x="289579" y="166036"/>
                </a:lnTo>
                <a:lnTo>
                  <a:pt x="291240" y="167192"/>
                </a:lnTo>
                <a:close/>
                <a:moveTo>
                  <a:pt x="319365" y="166877"/>
                </a:moveTo>
                <a:lnTo>
                  <a:pt x="319936" y="170487"/>
                </a:lnTo>
                <a:lnTo>
                  <a:pt x="320400" y="178892"/>
                </a:lnTo>
                <a:lnTo>
                  <a:pt x="318109" y="179779"/>
                </a:lnTo>
                <a:lnTo>
                  <a:pt x="310793" y="174816"/>
                </a:lnTo>
                <a:lnTo>
                  <a:pt x="309961" y="173727"/>
                </a:lnTo>
                <a:lnTo>
                  <a:pt x="309600" y="171782"/>
                </a:lnTo>
                <a:lnTo>
                  <a:pt x="310464" y="170010"/>
                </a:lnTo>
                <a:lnTo>
                  <a:pt x="313892" y="167541"/>
                </a:lnTo>
                <a:lnTo>
                  <a:pt x="317745" y="166359"/>
                </a:lnTo>
                <a:lnTo>
                  <a:pt x="319365" y="166877"/>
                </a:lnTo>
                <a:close/>
                <a:moveTo>
                  <a:pt x="306945" y="177902"/>
                </a:moveTo>
                <a:lnTo>
                  <a:pt x="314686" y="183461"/>
                </a:lnTo>
                <a:lnTo>
                  <a:pt x="316226" y="185231"/>
                </a:lnTo>
                <a:lnTo>
                  <a:pt x="315652" y="186552"/>
                </a:lnTo>
                <a:lnTo>
                  <a:pt x="309024" y="190126"/>
                </a:lnTo>
                <a:lnTo>
                  <a:pt x="303908" y="192171"/>
                </a:lnTo>
                <a:lnTo>
                  <a:pt x="302216" y="192367"/>
                </a:lnTo>
                <a:lnTo>
                  <a:pt x="295203" y="189361"/>
                </a:lnTo>
                <a:lnTo>
                  <a:pt x="291999" y="187238"/>
                </a:lnTo>
                <a:lnTo>
                  <a:pt x="290539" y="185754"/>
                </a:lnTo>
                <a:lnTo>
                  <a:pt x="290565" y="184607"/>
                </a:lnTo>
                <a:lnTo>
                  <a:pt x="291651" y="183509"/>
                </a:lnTo>
                <a:lnTo>
                  <a:pt x="301424" y="176450"/>
                </a:lnTo>
                <a:lnTo>
                  <a:pt x="303690" y="176203"/>
                </a:lnTo>
                <a:lnTo>
                  <a:pt x="306945" y="177902"/>
                </a:lnTo>
                <a:close/>
                <a:moveTo>
                  <a:pt x="288810" y="190592"/>
                </a:moveTo>
                <a:lnTo>
                  <a:pt x="293346" y="194013"/>
                </a:lnTo>
                <a:lnTo>
                  <a:pt x="294648" y="195633"/>
                </a:lnTo>
                <a:lnTo>
                  <a:pt x="294616" y="196401"/>
                </a:lnTo>
                <a:lnTo>
                  <a:pt x="293574" y="197217"/>
                </a:lnTo>
                <a:lnTo>
                  <a:pt x="289637" y="198771"/>
                </a:lnTo>
                <a:lnTo>
                  <a:pt x="285877" y="200826"/>
                </a:lnTo>
                <a:lnTo>
                  <a:pt x="284645" y="200914"/>
                </a:lnTo>
                <a:lnTo>
                  <a:pt x="282832" y="200209"/>
                </a:lnTo>
                <a:lnTo>
                  <a:pt x="282014" y="199152"/>
                </a:lnTo>
                <a:lnTo>
                  <a:pt x="281943" y="197372"/>
                </a:lnTo>
                <a:lnTo>
                  <a:pt x="283091" y="193018"/>
                </a:lnTo>
                <a:lnTo>
                  <a:pt x="284378" y="190083"/>
                </a:lnTo>
                <a:lnTo>
                  <a:pt x="286014" y="189447"/>
                </a:lnTo>
                <a:lnTo>
                  <a:pt x="288810" y="190592"/>
                </a:lnTo>
                <a:close/>
                <a:moveTo>
                  <a:pt x="321480" y="190772"/>
                </a:moveTo>
                <a:lnTo>
                  <a:pt x="322544" y="192684"/>
                </a:lnTo>
                <a:lnTo>
                  <a:pt x="323319" y="196959"/>
                </a:lnTo>
                <a:lnTo>
                  <a:pt x="323014" y="200992"/>
                </a:lnTo>
                <a:lnTo>
                  <a:pt x="322155" y="202472"/>
                </a:lnTo>
                <a:lnTo>
                  <a:pt x="320728" y="202476"/>
                </a:lnTo>
                <a:lnTo>
                  <a:pt x="317451" y="201183"/>
                </a:lnTo>
                <a:lnTo>
                  <a:pt x="309862" y="196379"/>
                </a:lnTo>
                <a:lnTo>
                  <a:pt x="309701" y="195716"/>
                </a:lnTo>
                <a:lnTo>
                  <a:pt x="310374" y="194490"/>
                </a:lnTo>
                <a:lnTo>
                  <a:pt x="314996" y="190883"/>
                </a:lnTo>
                <a:lnTo>
                  <a:pt x="317205" y="189990"/>
                </a:lnTo>
                <a:lnTo>
                  <a:pt x="319176" y="189772"/>
                </a:lnTo>
                <a:lnTo>
                  <a:pt x="321480" y="190772"/>
                </a:lnTo>
                <a:close/>
                <a:moveTo>
                  <a:pt x="307800" y="201212"/>
                </a:moveTo>
                <a:lnTo>
                  <a:pt x="315557" y="205633"/>
                </a:lnTo>
                <a:lnTo>
                  <a:pt x="316596" y="206568"/>
                </a:lnTo>
                <a:lnTo>
                  <a:pt x="316706" y="207630"/>
                </a:lnTo>
                <a:lnTo>
                  <a:pt x="315793" y="209363"/>
                </a:lnTo>
                <a:lnTo>
                  <a:pt x="313871" y="211301"/>
                </a:lnTo>
                <a:lnTo>
                  <a:pt x="303791" y="218524"/>
                </a:lnTo>
                <a:lnTo>
                  <a:pt x="301477" y="218204"/>
                </a:lnTo>
                <a:lnTo>
                  <a:pt x="299036" y="216882"/>
                </a:lnTo>
                <a:lnTo>
                  <a:pt x="290044" y="210055"/>
                </a:lnTo>
                <a:lnTo>
                  <a:pt x="287172" y="206990"/>
                </a:lnTo>
                <a:lnTo>
                  <a:pt x="287518" y="205827"/>
                </a:lnTo>
                <a:lnTo>
                  <a:pt x="289624" y="204235"/>
                </a:lnTo>
                <a:lnTo>
                  <a:pt x="299460" y="198994"/>
                </a:lnTo>
                <a:lnTo>
                  <a:pt x="301041" y="198701"/>
                </a:lnTo>
                <a:lnTo>
                  <a:pt x="302869" y="198958"/>
                </a:lnTo>
                <a:lnTo>
                  <a:pt x="307800" y="201212"/>
                </a:lnTo>
                <a:close/>
                <a:moveTo>
                  <a:pt x="284355" y="211877"/>
                </a:moveTo>
                <a:lnTo>
                  <a:pt x="294756" y="219694"/>
                </a:lnTo>
                <a:lnTo>
                  <a:pt x="296285" y="221174"/>
                </a:lnTo>
                <a:lnTo>
                  <a:pt x="296384" y="222160"/>
                </a:lnTo>
                <a:lnTo>
                  <a:pt x="295356" y="224175"/>
                </a:lnTo>
                <a:lnTo>
                  <a:pt x="293865" y="225635"/>
                </a:lnTo>
                <a:lnTo>
                  <a:pt x="283247" y="233586"/>
                </a:lnTo>
                <a:lnTo>
                  <a:pt x="280003" y="235484"/>
                </a:lnTo>
                <a:lnTo>
                  <a:pt x="278710" y="235782"/>
                </a:lnTo>
                <a:lnTo>
                  <a:pt x="277607" y="234524"/>
                </a:lnTo>
                <a:lnTo>
                  <a:pt x="277431" y="232197"/>
                </a:lnTo>
                <a:lnTo>
                  <a:pt x="279034" y="224679"/>
                </a:lnTo>
                <a:lnTo>
                  <a:pt x="280478" y="212975"/>
                </a:lnTo>
                <a:lnTo>
                  <a:pt x="281585" y="211147"/>
                </a:lnTo>
                <a:lnTo>
                  <a:pt x="282747" y="211108"/>
                </a:lnTo>
                <a:lnTo>
                  <a:pt x="284355" y="211877"/>
                </a:lnTo>
                <a:close/>
                <a:moveTo>
                  <a:pt x="324135" y="213677"/>
                </a:moveTo>
                <a:lnTo>
                  <a:pt x="325000" y="216240"/>
                </a:lnTo>
                <a:lnTo>
                  <a:pt x="326604" y="229511"/>
                </a:lnTo>
                <a:lnTo>
                  <a:pt x="326322" y="234291"/>
                </a:lnTo>
                <a:lnTo>
                  <a:pt x="325935" y="235232"/>
                </a:lnTo>
                <a:lnTo>
                  <a:pt x="325143" y="235572"/>
                </a:lnTo>
                <a:lnTo>
                  <a:pt x="323123" y="234928"/>
                </a:lnTo>
                <a:lnTo>
                  <a:pt x="321045" y="233635"/>
                </a:lnTo>
                <a:lnTo>
                  <a:pt x="309375" y="225017"/>
                </a:lnTo>
                <a:lnTo>
                  <a:pt x="309375" y="221102"/>
                </a:lnTo>
                <a:lnTo>
                  <a:pt x="320912" y="212558"/>
                </a:lnTo>
                <a:lnTo>
                  <a:pt x="322406" y="212384"/>
                </a:lnTo>
                <a:lnTo>
                  <a:pt x="324135" y="213677"/>
                </a:lnTo>
                <a:close/>
                <a:moveTo>
                  <a:pt x="433575" y="76877"/>
                </a:moveTo>
                <a:lnTo>
                  <a:pt x="419730" y="77551"/>
                </a:lnTo>
                <a:lnTo>
                  <a:pt x="379315" y="78027"/>
                </a:lnTo>
                <a:lnTo>
                  <a:pt x="366970" y="79480"/>
                </a:lnTo>
                <a:lnTo>
                  <a:pt x="363050" y="80355"/>
                </a:lnTo>
                <a:lnTo>
                  <a:pt x="363054" y="80768"/>
                </a:lnTo>
                <a:lnTo>
                  <a:pt x="369045" y="82621"/>
                </a:lnTo>
                <a:lnTo>
                  <a:pt x="370052" y="83514"/>
                </a:lnTo>
                <a:lnTo>
                  <a:pt x="370233" y="84645"/>
                </a:lnTo>
                <a:lnTo>
                  <a:pt x="365920" y="93324"/>
                </a:lnTo>
                <a:lnTo>
                  <a:pt x="364784" y="94339"/>
                </a:lnTo>
                <a:lnTo>
                  <a:pt x="361753" y="95709"/>
                </a:lnTo>
                <a:lnTo>
                  <a:pt x="360562" y="97352"/>
                </a:lnTo>
                <a:lnTo>
                  <a:pt x="360587" y="99335"/>
                </a:lnTo>
                <a:lnTo>
                  <a:pt x="362229" y="101978"/>
                </a:lnTo>
                <a:lnTo>
                  <a:pt x="362597" y="103397"/>
                </a:lnTo>
                <a:lnTo>
                  <a:pt x="362456" y="104996"/>
                </a:lnTo>
                <a:lnTo>
                  <a:pt x="361572" y="107378"/>
                </a:lnTo>
                <a:lnTo>
                  <a:pt x="360979" y="108113"/>
                </a:lnTo>
                <a:lnTo>
                  <a:pt x="359859" y="108584"/>
                </a:lnTo>
                <a:lnTo>
                  <a:pt x="346595" y="107904"/>
                </a:lnTo>
                <a:lnTo>
                  <a:pt x="342720" y="108281"/>
                </a:lnTo>
                <a:lnTo>
                  <a:pt x="341305" y="108968"/>
                </a:lnTo>
                <a:lnTo>
                  <a:pt x="340482" y="110097"/>
                </a:lnTo>
                <a:lnTo>
                  <a:pt x="338600" y="114601"/>
                </a:lnTo>
                <a:lnTo>
                  <a:pt x="337286" y="116409"/>
                </a:lnTo>
                <a:lnTo>
                  <a:pt x="335724" y="117721"/>
                </a:lnTo>
                <a:lnTo>
                  <a:pt x="331753" y="119290"/>
                </a:lnTo>
                <a:lnTo>
                  <a:pt x="330216" y="120583"/>
                </a:lnTo>
                <a:lnTo>
                  <a:pt x="328683" y="123049"/>
                </a:lnTo>
                <a:lnTo>
                  <a:pt x="326768" y="128784"/>
                </a:lnTo>
                <a:lnTo>
                  <a:pt x="320231" y="134736"/>
                </a:lnTo>
                <a:lnTo>
                  <a:pt x="319850" y="135668"/>
                </a:lnTo>
                <a:lnTo>
                  <a:pt x="320040" y="137177"/>
                </a:lnTo>
                <a:lnTo>
                  <a:pt x="322739" y="139460"/>
                </a:lnTo>
                <a:lnTo>
                  <a:pt x="326650" y="141578"/>
                </a:lnTo>
                <a:lnTo>
                  <a:pt x="332802" y="144170"/>
                </a:lnTo>
                <a:lnTo>
                  <a:pt x="336701" y="146661"/>
                </a:lnTo>
                <a:lnTo>
                  <a:pt x="340521" y="147791"/>
                </a:lnTo>
                <a:lnTo>
                  <a:pt x="343282" y="149878"/>
                </a:lnTo>
                <a:lnTo>
                  <a:pt x="347904" y="151659"/>
                </a:lnTo>
                <a:lnTo>
                  <a:pt x="361646" y="159487"/>
                </a:lnTo>
                <a:lnTo>
                  <a:pt x="368151" y="162473"/>
                </a:lnTo>
                <a:lnTo>
                  <a:pt x="372032" y="165011"/>
                </a:lnTo>
                <a:lnTo>
                  <a:pt x="400918" y="179566"/>
                </a:lnTo>
                <a:lnTo>
                  <a:pt x="423099" y="189696"/>
                </a:lnTo>
                <a:lnTo>
                  <a:pt x="432758" y="193497"/>
                </a:lnTo>
                <a:lnTo>
                  <a:pt x="470630" y="205884"/>
                </a:lnTo>
                <a:lnTo>
                  <a:pt x="484228" y="211584"/>
                </a:lnTo>
                <a:lnTo>
                  <a:pt x="505086" y="218582"/>
                </a:lnTo>
                <a:lnTo>
                  <a:pt x="511802" y="220444"/>
                </a:lnTo>
                <a:lnTo>
                  <a:pt x="527147" y="225658"/>
                </a:lnTo>
                <a:lnTo>
                  <a:pt x="534122" y="227593"/>
                </a:lnTo>
                <a:lnTo>
                  <a:pt x="550058" y="232978"/>
                </a:lnTo>
                <a:lnTo>
                  <a:pt x="556755" y="234802"/>
                </a:lnTo>
                <a:lnTo>
                  <a:pt x="583256" y="243584"/>
                </a:lnTo>
                <a:lnTo>
                  <a:pt x="614008" y="252928"/>
                </a:lnTo>
                <a:lnTo>
                  <a:pt x="641231" y="261822"/>
                </a:lnTo>
                <a:lnTo>
                  <a:pt x="648411" y="263633"/>
                </a:lnTo>
                <a:lnTo>
                  <a:pt x="653962" y="265739"/>
                </a:lnTo>
                <a:lnTo>
                  <a:pt x="659291" y="266928"/>
                </a:lnTo>
                <a:lnTo>
                  <a:pt x="661041" y="266781"/>
                </a:lnTo>
                <a:lnTo>
                  <a:pt x="661767" y="265755"/>
                </a:lnTo>
                <a:lnTo>
                  <a:pt x="661789" y="264402"/>
                </a:lnTo>
                <a:lnTo>
                  <a:pt x="660040" y="262941"/>
                </a:lnTo>
                <a:lnTo>
                  <a:pt x="655611" y="261804"/>
                </a:lnTo>
                <a:lnTo>
                  <a:pt x="628739" y="252469"/>
                </a:lnTo>
                <a:lnTo>
                  <a:pt x="499179" y="209696"/>
                </a:lnTo>
                <a:lnTo>
                  <a:pt x="428570" y="185845"/>
                </a:lnTo>
                <a:lnTo>
                  <a:pt x="397045" y="171907"/>
                </a:lnTo>
                <a:lnTo>
                  <a:pt x="373405" y="160600"/>
                </a:lnTo>
                <a:lnTo>
                  <a:pt x="372712" y="159736"/>
                </a:lnTo>
                <a:lnTo>
                  <a:pt x="373088" y="158937"/>
                </a:lnTo>
                <a:lnTo>
                  <a:pt x="375562" y="158072"/>
                </a:lnTo>
                <a:lnTo>
                  <a:pt x="379890" y="157652"/>
                </a:lnTo>
                <a:lnTo>
                  <a:pt x="381695" y="155021"/>
                </a:lnTo>
                <a:lnTo>
                  <a:pt x="383434" y="154131"/>
                </a:lnTo>
                <a:lnTo>
                  <a:pt x="385543" y="154502"/>
                </a:lnTo>
                <a:lnTo>
                  <a:pt x="388004" y="156126"/>
                </a:lnTo>
                <a:lnTo>
                  <a:pt x="393390" y="162287"/>
                </a:lnTo>
                <a:lnTo>
                  <a:pt x="399645" y="161702"/>
                </a:lnTo>
                <a:lnTo>
                  <a:pt x="421201" y="172125"/>
                </a:lnTo>
                <a:lnTo>
                  <a:pt x="437524" y="178753"/>
                </a:lnTo>
                <a:lnTo>
                  <a:pt x="462493" y="186004"/>
                </a:lnTo>
                <a:lnTo>
                  <a:pt x="471071" y="187898"/>
                </a:lnTo>
                <a:lnTo>
                  <a:pt x="476449" y="189681"/>
                </a:lnTo>
                <a:lnTo>
                  <a:pt x="484578" y="191384"/>
                </a:lnTo>
                <a:lnTo>
                  <a:pt x="488239" y="193033"/>
                </a:lnTo>
                <a:lnTo>
                  <a:pt x="495235" y="195295"/>
                </a:lnTo>
                <a:lnTo>
                  <a:pt x="498933" y="197171"/>
                </a:lnTo>
                <a:lnTo>
                  <a:pt x="509119" y="201057"/>
                </a:lnTo>
                <a:lnTo>
                  <a:pt x="537563" y="211203"/>
                </a:lnTo>
                <a:lnTo>
                  <a:pt x="563799" y="219945"/>
                </a:lnTo>
                <a:lnTo>
                  <a:pt x="577108" y="223858"/>
                </a:lnTo>
                <a:lnTo>
                  <a:pt x="582013" y="225737"/>
                </a:lnTo>
                <a:lnTo>
                  <a:pt x="606917" y="233255"/>
                </a:lnTo>
                <a:lnTo>
                  <a:pt x="632554" y="240452"/>
                </a:lnTo>
                <a:lnTo>
                  <a:pt x="689146" y="254602"/>
                </a:lnTo>
                <a:lnTo>
                  <a:pt x="724718" y="262201"/>
                </a:lnTo>
                <a:lnTo>
                  <a:pt x="728820" y="262201"/>
                </a:lnTo>
                <a:lnTo>
                  <a:pt x="730133" y="261602"/>
                </a:lnTo>
                <a:lnTo>
                  <a:pt x="730943" y="260725"/>
                </a:lnTo>
                <a:lnTo>
                  <a:pt x="731642" y="258207"/>
                </a:lnTo>
                <a:lnTo>
                  <a:pt x="731160" y="257327"/>
                </a:lnTo>
                <a:lnTo>
                  <a:pt x="730242" y="256943"/>
                </a:lnTo>
                <a:lnTo>
                  <a:pt x="700922" y="251012"/>
                </a:lnTo>
                <a:lnTo>
                  <a:pt x="677917" y="245087"/>
                </a:lnTo>
                <a:lnTo>
                  <a:pt x="640628" y="236532"/>
                </a:lnTo>
                <a:lnTo>
                  <a:pt x="625590" y="232609"/>
                </a:lnTo>
                <a:lnTo>
                  <a:pt x="595008" y="223434"/>
                </a:lnTo>
                <a:lnTo>
                  <a:pt x="540664" y="205588"/>
                </a:lnTo>
                <a:lnTo>
                  <a:pt x="522761" y="200185"/>
                </a:lnTo>
                <a:lnTo>
                  <a:pt x="507792" y="195083"/>
                </a:lnTo>
                <a:lnTo>
                  <a:pt x="501572" y="193638"/>
                </a:lnTo>
                <a:lnTo>
                  <a:pt x="500142" y="192882"/>
                </a:lnTo>
                <a:lnTo>
                  <a:pt x="499883" y="192426"/>
                </a:lnTo>
                <a:lnTo>
                  <a:pt x="500270" y="191319"/>
                </a:lnTo>
                <a:lnTo>
                  <a:pt x="505918" y="187034"/>
                </a:lnTo>
                <a:lnTo>
                  <a:pt x="506919" y="185867"/>
                </a:lnTo>
                <a:lnTo>
                  <a:pt x="507534" y="183661"/>
                </a:lnTo>
                <a:lnTo>
                  <a:pt x="507600" y="177902"/>
                </a:lnTo>
                <a:lnTo>
                  <a:pt x="511463" y="173129"/>
                </a:lnTo>
                <a:lnTo>
                  <a:pt x="512048" y="171137"/>
                </a:lnTo>
                <a:lnTo>
                  <a:pt x="512025" y="167394"/>
                </a:lnTo>
                <a:lnTo>
                  <a:pt x="512975" y="166334"/>
                </a:lnTo>
                <a:lnTo>
                  <a:pt x="514755" y="165916"/>
                </a:lnTo>
                <a:lnTo>
                  <a:pt x="517303" y="166153"/>
                </a:lnTo>
                <a:lnTo>
                  <a:pt x="524486" y="168137"/>
                </a:lnTo>
                <a:lnTo>
                  <a:pt x="533419" y="169982"/>
                </a:lnTo>
                <a:lnTo>
                  <a:pt x="553399" y="175494"/>
                </a:lnTo>
                <a:lnTo>
                  <a:pt x="580164" y="182123"/>
                </a:lnTo>
                <a:lnTo>
                  <a:pt x="582323" y="182401"/>
                </a:lnTo>
                <a:lnTo>
                  <a:pt x="583931" y="182059"/>
                </a:lnTo>
                <a:lnTo>
                  <a:pt x="584838" y="181171"/>
                </a:lnTo>
                <a:lnTo>
                  <a:pt x="584891" y="179813"/>
                </a:lnTo>
                <a:lnTo>
                  <a:pt x="583984" y="178228"/>
                </a:lnTo>
                <a:lnTo>
                  <a:pt x="582491" y="177278"/>
                </a:lnTo>
                <a:lnTo>
                  <a:pt x="569612" y="173914"/>
                </a:lnTo>
                <a:lnTo>
                  <a:pt x="557415" y="171422"/>
                </a:lnTo>
                <a:lnTo>
                  <a:pt x="555726" y="170526"/>
                </a:lnTo>
                <a:lnTo>
                  <a:pt x="555282" y="169462"/>
                </a:lnTo>
                <a:lnTo>
                  <a:pt x="555812" y="168356"/>
                </a:lnTo>
                <a:lnTo>
                  <a:pt x="557243" y="167288"/>
                </a:lnTo>
                <a:lnTo>
                  <a:pt x="564924" y="164391"/>
                </a:lnTo>
                <a:lnTo>
                  <a:pt x="565694" y="162833"/>
                </a:lnTo>
                <a:lnTo>
                  <a:pt x="566740" y="157561"/>
                </a:lnTo>
                <a:lnTo>
                  <a:pt x="568590" y="155683"/>
                </a:lnTo>
                <a:lnTo>
                  <a:pt x="570604" y="155219"/>
                </a:lnTo>
                <a:lnTo>
                  <a:pt x="584525" y="155052"/>
                </a:lnTo>
                <a:lnTo>
                  <a:pt x="588202" y="154548"/>
                </a:lnTo>
                <a:lnTo>
                  <a:pt x="589412" y="153991"/>
                </a:lnTo>
                <a:lnTo>
                  <a:pt x="589855" y="153151"/>
                </a:lnTo>
                <a:lnTo>
                  <a:pt x="589185" y="146951"/>
                </a:lnTo>
                <a:lnTo>
                  <a:pt x="589496" y="144196"/>
                </a:lnTo>
                <a:lnTo>
                  <a:pt x="590537" y="141354"/>
                </a:lnTo>
                <a:lnTo>
                  <a:pt x="593113" y="136709"/>
                </a:lnTo>
                <a:lnTo>
                  <a:pt x="593606" y="134061"/>
                </a:lnTo>
                <a:lnTo>
                  <a:pt x="593087" y="131090"/>
                </a:lnTo>
                <a:lnTo>
                  <a:pt x="591568" y="129953"/>
                </a:lnTo>
                <a:lnTo>
                  <a:pt x="589511" y="130365"/>
                </a:lnTo>
                <a:lnTo>
                  <a:pt x="585350" y="134082"/>
                </a:lnTo>
                <a:lnTo>
                  <a:pt x="579690" y="140709"/>
                </a:lnTo>
                <a:lnTo>
                  <a:pt x="578841" y="142321"/>
                </a:lnTo>
                <a:lnTo>
                  <a:pt x="578295" y="144579"/>
                </a:lnTo>
                <a:lnTo>
                  <a:pt x="576356" y="146431"/>
                </a:lnTo>
                <a:lnTo>
                  <a:pt x="574013" y="146811"/>
                </a:lnTo>
                <a:lnTo>
                  <a:pt x="569135" y="145852"/>
                </a:lnTo>
                <a:lnTo>
                  <a:pt x="565886" y="145755"/>
                </a:lnTo>
                <a:lnTo>
                  <a:pt x="562759" y="146351"/>
                </a:lnTo>
                <a:lnTo>
                  <a:pt x="559179" y="148081"/>
                </a:lnTo>
                <a:lnTo>
                  <a:pt x="558129" y="149839"/>
                </a:lnTo>
                <a:lnTo>
                  <a:pt x="556943" y="155119"/>
                </a:lnTo>
                <a:lnTo>
                  <a:pt x="556419" y="155953"/>
                </a:lnTo>
                <a:lnTo>
                  <a:pt x="555718" y="156194"/>
                </a:lnTo>
                <a:lnTo>
                  <a:pt x="552454" y="154890"/>
                </a:lnTo>
                <a:lnTo>
                  <a:pt x="546704" y="153859"/>
                </a:lnTo>
                <a:lnTo>
                  <a:pt x="542576" y="150992"/>
                </a:lnTo>
                <a:lnTo>
                  <a:pt x="538335" y="149541"/>
                </a:lnTo>
                <a:lnTo>
                  <a:pt x="531813" y="145085"/>
                </a:lnTo>
                <a:lnTo>
                  <a:pt x="525918" y="143009"/>
                </a:lnTo>
                <a:lnTo>
                  <a:pt x="523640" y="143056"/>
                </a:lnTo>
                <a:lnTo>
                  <a:pt x="521752" y="143837"/>
                </a:lnTo>
                <a:lnTo>
                  <a:pt x="512588" y="152324"/>
                </a:lnTo>
                <a:lnTo>
                  <a:pt x="506136" y="156675"/>
                </a:lnTo>
                <a:lnTo>
                  <a:pt x="504392" y="157494"/>
                </a:lnTo>
                <a:lnTo>
                  <a:pt x="502543" y="157815"/>
                </a:lnTo>
                <a:lnTo>
                  <a:pt x="499248" y="157377"/>
                </a:lnTo>
                <a:lnTo>
                  <a:pt x="493505" y="155575"/>
                </a:lnTo>
                <a:lnTo>
                  <a:pt x="484256" y="153624"/>
                </a:lnTo>
                <a:lnTo>
                  <a:pt x="477394" y="151532"/>
                </a:lnTo>
                <a:lnTo>
                  <a:pt x="469320" y="150160"/>
                </a:lnTo>
                <a:lnTo>
                  <a:pt x="463341" y="148254"/>
                </a:lnTo>
                <a:lnTo>
                  <a:pt x="454027" y="146756"/>
                </a:lnTo>
                <a:lnTo>
                  <a:pt x="447702" y="144680"/>
                </a:lnTo>
                <a:lnTo>
                  <a:pt x="438673" y="143495"/>
                </a:lnTo>
                <a:lnTo>
                  <a:pt x="438305" y="143995"/>
                </a:lnTo>
                <a:lnTo>
                  <a:pt x="438520" y="145058"/>
                </a:lnTo>
                <a:lnTo>
                  <a:pt x="440458" y="146273"/>
                </a:lnTo>
                <a:lnTo>
                  <a:pt x="448667" y="147994"/>
                </a:lnTo>
                <a:lnTo>
                  <a:pt x="454209" y="150488"/>
                </a:lnTo>
                <a:lnTo>
                  <a:pt x="461503" y="151768"/>
                </a:lnTo>
                <a:lnTo>
                  <a:pt x="469155" y="154007"/>
                </a:lnTo>
                <a:lnTo>
                  <a:pt x="477450" y="155126"/>
                </a:lnTo>
                <a:lnTo>
                  <a:pt x="481941" y="157608"/>
                </a:lnTo>
                <a:lnTo>
                  <a:pt x="487153" y="158372"/>
                </a:lnTo>
                <a:lnTo>
                  <a:pt x="499353" y="162340"/>
                </a:lnTo>
                <a:lnTo>
                  <a:pt x="500190" y="162879"/>
                </a:lnTo>
                <a:lnTo>
                  <a:pt x="501154" y="164323"/>
                </a:lnTo>
                <a:lnTo>
                  <a:pt x="500792" y="167303"/>
                </a:lnTo>
                <a:lnTo>
                  <a:pt x="497140" y="172600"/>
                </a:lnTo>
                <a:lnTo>
                  <a:pt x="495028" y="174488"/>
                </a:lnTo>
                <a:lnTo>
                  <a:pt x="494509" y="174523"/>
                </a:lnTo>
                <a:lnTo>
                  <a:pt x="493560" y="173763"/>
                </a:lnTo>
                <a:lnTo>
                  <a:pt x="491243" y="169914"/>
                </a:lnTo>
                <a:lnTo>
                  <a:pt x="487373" y="165589"/>
                </a:lnTo>
                <a:lnTo>
                  <a:pt x="484050" y="162876"/>
                </a:lnTo>
                <a:lnTo>
                  <a:pt x="478726" y="159577"/>
                </a:lnTo>
                <a:lnTo>
                  <a:pt x="476722" y="159679"/>
                </a:lnTo>
                <a:lnTo>
                  <a:pt x="470908" y="163429"/>
                </a:lnTo>
                <a:lnTo>
                  <a:pt x="468651" y="163992"/>
                </a:lnTo>
                <a:lnTo>
                  <a:pt x="465649" y="162939"/>
                </a:lnTo>
                <a:lnTo>
                  <a:pt x="458839" y="162073"/>
                </a:lnTo>
                <a:lnTo>
                  <a:pt x="454500" y="160397"/>
                </a:lnTo>
                <a:lnTo>
                  <a:pt x="454418" y="157000"/>
                </a:lnTo>
                <a:lnTo>
                  <a:pt x="453729" y="155559"/>
                </a:lnTo>
                <a:lnTo>
                  <a:pt x="447525" y="151262"/>
                </a:lnTo>
                <a:lnTo>
                  <a:pt x="433086" y="150581"/>
                </a:lnTo>
                <a:lnTo>
                  <a:pt x="427747" y="150023"/>
                </a:lnTo>
                <a:lnTo>
                  <a:pt x="425294" y="149373"/>
                </a:lnTo>
                <a:lnTo>
                  <a:pt x="423922" y="147973"/>
                </a:lnTo>
                <a:lnTo>
                  <a:pt x="423586" y="146088"/>
                </a:lnTo>
                <a:lnTo>
                  <a:pt x="424350" y="143972"/>
                </a:lnTo>
                <a:lnTo>
                  <a:pt x="425812" y="142243"/>
                </a:lnTo>
                <a:lnTo>
                  <a:pt x="427387" y="141871"/>
                </a:lnTo>
                <a:lnTo>
                  <a:pt x="430329" y="142790"/>
                </a:lnTo>
                <a:lnTo>
                  <a:pt x="434686" y="143248"/>
                </a:lnTo>
                <a:lnTo>
                  <a:pt x="436190" y="142894"/>
                </a:lnTo>
                <a:lnTo>
                  <a:pt x="436242" y="142159"/>
                </a:lnTo>
                <a:lnTo>
                  <a:pt x="427245" y="139437"/>
                </a:lnTo>
                <a:lnTo>
                  <a:pt x="417686" y="131694"/>
                </a:lnTo>
                <a:lnTo>
                  <a:pt x="415963" y="130742"/>
                </a:lnTo>
                <a:lnTo>
                  <a:pt x="414376" y="130568"/>
                </a:lnTo>
                <a:lnTo>
                  <a:pt x="410062" y="131866"/>
                </a:lnTo>
                <a:lnTo>
                  <a:pt x="408769" y="131844"/>
                </a:lnTo>
                <a:lnTo>
                  <a:pt x="405821" y="127614"/>
                </a:lnTo>
                <a:lnTo>
                  <a:pt x="402930" y="124575"/>
                </a:lnTo>
                <a:lnTo>
                  <a:pt x="402921" y="123037"/>
                </a:lnTo>
                <a:lnTo>
                  <a:pt x="403862" y="122395"/>
                </a:lnTo>
                <a:lnTo>
                  <a:pt x="408113" y="121873"/>
                </a:lnTo>
                <a:lnTo>
                  <a:pt x="430154" y="121082"/>
                </a:lnTo>
                <a:lnTo>
                  <a:pt x="457316" y="118886"/>
                </a:lnTo>
                <a:lnTo>
                  <a:pt x="469976" y="117620"/>
                </a:lnTo>
                <a:lnTo>
                  <a:pt x="475380" y="115397"/>
                </a:lnTo>
                <a:lnTo>
                  <a:pt x="487198" y="116291"/>
                </a:lnTo>
                <a:lnTo>
                  <a:pt x="495249" y="115228"/>
                </a:lnTo>
                <a:lnTo>
                  <a:pt x="511019" y="114502"/>
                </a:lnTo>
                <a:lnTo>
                  <a:pt x="522727" y="113100"/>
                </a:lnTo>
                <a:lnTo>
                  <a:pt x="530719" y="111570"/>
                </a:lnTo>
                <a:lnTo>
                  <a:pt x="549092" y="110779"/>
                </a:lnTo>
                <a:lnTo>
                  <a:pt x="552398" y="110148"/>
                </a:lnTo>
                <a:lnTo>
                  <a:pt x="553546" y="109327"/>
                </a:lnTo>
                <a:lnTo>
                  <a:pt x="552301" y="108843"/>
                </a:lnTo>
                <a:lnTo>
                  <a:pt x="547640" y="108621"/>
                </a:lnTo>
                <a:lnTo>
                  <a:pt x="531015" y="109009"/>
                </a:lnTo>
                <a:lnTo>
                  <a:pt x="515562" y="110785"/>
                </a:lnTo>
                <a:lnTo>
                  <a:pt x="486379" y="112054"/>
                </a:lnTo>
                <a:lnTo>
                  <a:pt x="478318" y="113443"/>
                </a:lnTo>
                <a:lnTo>
                  <a:pt x="471499" y="113355"/>
                </a:lnTo>
                <a:lnTo>
                  <a:pt x="464631" y="114486"/>
                </a:lnTo>
                <a:lnTo>
                  <a:pt x="424182" y="116271"/>
                </a:lnTo>
                <a:lnTo>
                  <a:pt x="415252" y="117666"/>
                </a:lnTo>
                <a:lnTo>
                  <a:pt x="412065" y="117467"/>
                </a:lnTo>
                <a:lnTo>
                  <a:pt x="409486" y="114524"/>
                </a:lnTo>
                <a:lnTo>
                  <a:pt x="408324" y="113805"/>
                </a:lnTo>
                <a:lnTo>
                  <a:pt x="403571" y="115340"/>
                </a:lnTo>
                <a:lnTo>
                  <a:pt x="402458" y="115391"/>
                </a:lnTo>
                <a:lnTo>
                  <a:pt x="401241" y="114852"/>
                </a:lnTo>
                <a:lnTo>
                  <a:pt x="400544" y="113132"/>
                </a:lnTo>
                <a:lnTo>
                  <a:pt x="401152" y="110446"/>
                </a:lnTo>
                <a:lnTo>
                  <a:pt x="403574" y="108188"/>
                </a:lnTo>
                <a:lnTo>
                  <a:pt x="406120" y="107006"/>
                </a:lnTo>
                <a:lnTo>
                  <a:pt x="412533" y="105611"/>
                </a:lnTo>
                <a:lnTo>
                  <a:pt x="422293" y="104435"/>
                </a:lnTo>
                <a:lnTo>
                  <a:pt x="436275" y="105396"/>
                </a:lnTo>
                <a:lnTo>
                  <a:pt x="446246" y="104309"/>
                </a:lnTo>
                <a:lnTo>
                  <a:pt x="478602" y="103699"/>
                </a:lnTo>
                <a:lnTo>
                  <a:pt x="495028" y="102617"/>
                </a:lnTo>
                <a:lnTo>
                  <a:pt x="510047" y="102274"/>
                </a:lnTo>
                <a:lnTo>
                  <a:pt x="518950" y="100985"/>
                </a:lnTo>
                <a:lnTo>
                  <a:pt x="543991" y="100498"/>
                </a:lnTo>
                <a:lnTo>
                  <a:pt x="566892" y="99489"/>
                </a:lnTo>
                <a:lnTo>
                  <a:pt x="572203" y="99079"/>
                </a:lnTo>
                <a:lnTo>
                  <a:pt x="574876" y="98295"/>
                </a:lnTo>
                <a:lnTo>
                  <a:pt x="574534" y="97338"/>
                </a:lnTo>
                <a:lnTo>
                  <a:pt x="573469" y="96975"/>
                </a:lnTo>
                <a:lnTo>
                  <a:pt x="559778" y="96339"/>
                </a:lnTo>
                <a:lnTo>
                  <a:pt x="547318" y="97178"/>
                </a:lnTo>
                <a:lnTo>
                  <a:pt x="503799" y="97786"/>
                </a:lnTo>
                <a:lnTo>
                  <a:pt x="500371" y="98062"/>
                </a:lnTo>
                <a:lnTo>
                  <a:pt x="494679" y="99203"/>
                </a:lnTo>
                <a:lnTo>
                  <a:pt x="476955" y="99444"/>
                </a:lnTo>
                <a:lnTo>
                  <a:pt x="465270" y="100565"/>
                </a:lnTo>
                <a:lnTo>
                  <a:pt x="439346" y="100997"/>
                </a:lnTo>
                <a:lnTo>
                  <a:pt x="419736" y="102606"/>
                </a:lnTo>
                <a:lnTo>
                  <a:pt x="401616" y="102264"/>
                </a:lnTo>
                <a:lnTo>
                  <a:pt x="400590" y="102032"/>
                </a:lnTo>
                <a:lnTo>
                  <a:pt x="399277" y="100909"/>
                </a:lnTo>
                <a:lnTo>
                  <a:pt x="398346" y="99262"/>
                </a:lnTo>
                <a:lnTo>
                  <a:pt x="397855" y="97321"/>
                </a:lnTo>
                <a:lnTo>
                  <a:pt x="397864" y="95317"/>
                </a:lnTo>
                <a:lnTo>
                  <a:pt x="399088" y="91567"/>
                </a:lnTo>
                <a:lnTo>
                  <a:pt x="399495" y="88597"/>
                </a:lnTo>
                <a:lnTo>
                  <a:pt x="399177" y="87221"/>
                </a:lnTo>
                <a:lnTo>
                  <a:pt x="397305" y="84302"/>
                </a:lnTo>
                <a:lnTo>
                  <a:pt x="399060" y="82502"/>
                </a:lnTo>
                <a:lnTo>
                  <a:pt x="447723" y="82184"/>
                </a:lnTo>
                <a:lnTo>
                  <a:pt x="503532" y="80775"/>
                </a:lnTo>
                <a:lnTo>
                  <a:pt x="521336" y="79436"/>
                </a:lnTo>
                <a:lnTo>
                  <a:pt x="551681" y="78591"/>
                </a:lnTo>
                <a:lnTo>
                  <a:pt x="557492" y="77826"/>
                </a:lnTo>
                <a:lnTo>
                  <a:pt x="557775" y="77237"/>
                </a:lnTo>
                <a:lnTo>
                  <a:pt x="556326" y="76783"/>
                </a:lnTo>
                <a:lnTo>
                  <a:pt x="541095" y="76297"/>
                </a:lnTo>
                <a:lnTo>
                  <a:pt x="455283" y="76197"/>
                </a:lnTo>
                <a:lnTo>
                  <a:pt x="433575" y="76877"/>
                </a:lnTo>
                <a:close/>
                <a:moveTo>
                  <a:pt x="382770" y="94652"/>
                </a:moveTo>
                <a:lnTo>
                  <a:pt x="384141" y="96771"/>
                </a:lnTo>
                <a:lnTo>
                  <a:pt x="387363" y="100379"/>
                </a:lnTo>
                <a:lnTo>
                  <a:pt x="387662" y="101683"/>
                </a:lnTo>
                <a:lnTo>
                  <a:pt x="387045" y="102932"/>
                </a:lnTo>
                <a:lnTo>
                  <a:pt x="386190" y="104012"/>
                </a:lnTo>
                <a:lnTo>
                  <a:pt x="378580" y="104330"/>
                </a:lnTo>
                <a:lnTo>
                  <a:pt x="375854" y="103732"/>
                </a:lnTo>
                <a:lnTo>
                  <a:pt x="375030" y="101267"/>
                </a:lnTo>
                <a:lnTo>
                  <a:pt x="375003" y="98712"/>
                </a:lnTo>
                <a:lnTo>
                  <a:pt x="375610" y="96447"/>
                </a:lnTo>
                <a:lnTo>
                  <a:pt x="376754" y="94631"/>
                </a:lnTo>
                <a:lnTo>
                  <a:pt x="379256" y="93100"/>
                </a:lnTo>
                <a:lnTo>
                  <a:pt x="382095" y="92987"/>
                </a:lnTo>
                <a:lnTo>
                  <a:pt x="382770" y="94652"/>
                </a:lnTo>
                <a:close/>
                <a:moveTo>
                  <a:pt x="384975" y="107207"/>
                </a:moveTo>
                <a:lnTo>
                  <a:pt x="388151" y="108222"/>
                </a:lnTo>
                <a:lnTo>
                  <a:pt x="389739" y="109513"/>
                </a:lnTo>
                <a:lnTo>
                  <a:pt x="390848" y="111226"/>
                </a:lnTo>
                <a:lnTo>
                  <a:pt x="391425" y="113299"/>
                </a:lnTo>
                <a:lnTo>
                  <a:pt x="391436" y="115897"/>
                </a:lnTo>
                <a:lnTo>
                  <a:pt x="391035" y="116991"/>
                </a:lnTo>
                <a:lnTo>
                  <a:pt x="389923" y="117809"/>
                </a:lnTo>
                <a:lnTo>
                  <a:pt x="388579" y="117992"/>
                </a:lnTo>
                <a:lnTo>
                  <a:pt x="387611" y="117599"/>
                </a:lnTo>
                <a:lnTo>
                  <a:pt x="383124" y="113529"/>
                </a:lnTo>
                <a:lnTo>
                  <a:pt x="377721" y="111822"/>
                </a:lnTo>
                <a:lnTo>
                  <a:pt x="376206" y="110751"/>
                </a:lnTo>
                <a:lnTo>
                  <a:pt x="375322" y="109518"/>
                </a:lnTo>
                <a:lnTo>
                  <a:pt x="375207" y="108256"/>
                </a:lnTo>
                <a:lnTo>
                  <a:pt x="376155" y="106622"/>
                </a:lnTo>
                <a:lnTo>
                  <a:pt x="384975" y="107207"/>
                </a:lnTo>
                <a:close/>
                <a:moveTo>
                  <a:pt x="357975" y="115937"/>
                </a:moveTo>
                <a:lnTo>
                  <a:pt x="358393" y="116546"/>
                </a:lnTo>
                <a:lnTo>
                  <a:pt x="358484" y="118511"/>
                </a:lnTo>
                <a:lnTo>
                  <a:pt x="357087" y="122530"/>
                </a:lnTo>
                <a:lnTo>
                  <a:pt x="354383" y="126574"/>
                </a:lnTo>
                <a:lnTo>
                  <a:pt x="351912" y="128906"/>
                </a:lnTo>
                <a:lnTo>
                  <a:pt x="348779" y="131313"/>
                </a:lnTo>
                <a:lnTo>
                  <a:pt x="347272" y="131978"/>
                </a:lnTo>
                <a:lnTo>
                  <a:pt x="345983" y="131998"/>
                </a:lnTo>
                <a:lnTo>
                  <a:pt x="342748" y="130877"/>
                </a:lnTo>
                <a:lnTo>
                  <a:pt x="340425" y="131237"/>
                </a:lnTo>
                <a:lnTo>
                  <a:pt x="340581" y="132531"/>
                </a:lnTo>
                <a:lnTo>
                  <a:pt x="341718" y="134344"/>
                </a:lnTo>
                <a:lnTo>
                  <a:pt x="346307" y="138573"/>
                </a:lnTo>
                <a:lnTo>
                  <a:pt x="348039" y="144386"/>
                </a:lnTo>
                <a:lnTo>
                  <a:pt x="348140" y="146058"/>
                </a:lnTo>
                <a:lnTo>
                  <a:pt x="347775" y="147116"/>
                </a:lnTo>
                <a:lnTo>
                  <a:pt x="346518" y="147745"/>
                </a:lnTo>
                <a:lnTo>
                  <a:pt x="344267" y="147403"/>
                </a:lnTo>
                <a:lnTo>
                  <a:pt x="339981" y="144861"/>
                </a:lnTo>
                <a:lnTo>
                  <a:pt x="335058" y="142795"/>
                </a:lnTo>
                <a:lnTo>
                  <a:pt x="334064" y="140519"/>
                </a:lnTo>
                <a:lnTo>
                  <a:pt x="334288" y="136643"/>
                </a:lnTo>
                <a:lnTo>
                  <a:pt x="336031" y="133167"/>
                </a:lnTo>
                <a:lnTo>
                  <a:pt x="338951" y="130995"/>
                </a:lnTo>
                <a:lnTo>
                  <a:pt x="338928" y="128540"/>
                </a:lnTo>
                <a:lnTo>
                  <a:pt x="339812" y="126855"/>
                </a:lnTo>
                <a:lnTo>
                  <a:pt x="343327" y="124031"/>
                </a:lnTo>
                <a:lnTo>
                  <a:pt x="347027" y="119807"/>
                </a:lnTo>
                <a:lnTo>
                  <a:pt x="352258" y="115655"/>
                </a:lnTo>
                <a:lnTo>
                  <a:pt x="355163" y="115234"/>
                </a:lnTo>
                <a:lnTo>
                  <a:pt x="357975" y="115937"/>
                </a:lnTo>
                <a:close/>
                <a:moveTo>
                  <a:pt x="371340" y="130562"/>
                </a:moveTo>
                <a:lnTo>
                  <a:pt x="373787" y="134639"/>
                </a:lnTo>
                <a:lnTo>
                  <a:pt x="375682" y="139181"/>
                </a:lnTo>
                <a:lnTo>
                  <a:pt x="375243" y="141615"/>
                </a:lnTo>
                <a:lnTo>
                  <a:pt x="373530" y="142895"/>
                </a:lnTo>
                <a:lnTo>
                  <a:pt x="372218" y="142835"/>
                </a:lnTo>
                <a:lnTo>
                  <a:pt x="371289" y="142211"/>
                </a:lnTo>
                <a:lnTo>
                  <a:pt x="369800" y="137058"/>
                </a:lnTo>
                <a:lnTo>
                  <a:pt x="368746" y="135494"/>
                </a:lnTo>
                <a:lnTo>
                  <a:pt x="366992" y="134420"/>
                </a:lnTo>
                <a:lnTo>
                  <a:pt x="363825" y="133262"/>
                </a:lnTo>
                <a:lnTo>
                  <a:pt x="364096" y="130879"/>
                </a:lnTo>
                <a:lnTo>
                  <a:pt x="364824" y="129946"/>
                </a:lnTo>
                <a:lnTo>
                  <a:pt x="366502" y="128925"/>
                </a:lnTo>
                <a:lnTo>
                  <a:pt x="369486" y="128812"/>
                </a:lnTo>
                <a:lnTo>
                  <a:pt x="371340" y="130562"/>
                </a:lnTo>
                <a:close/>
                <a:moveTo>
                  <a:pt x="407430" y="134207"/>
                </a:moveTo>
                <a:lnTo>
                  <a:pt x="407676" y="137141"/>
                </a:lnTo>
                <a:lnTo>
                  <a:pt x="406997" y="138825"/>
                </a:lnTo>
                <a:lnTo>
                  <a:pt x="402290" y="141552"/>
                </a:lnTo>
                <a:lnTo>
                  <a:pt x="398142" y="146781"/>
                </a:lnTo>
                <a:lnTo>
                  <a:pt x="397308" y="146852"/>
                </a:lnTo>
                <a:lnTo>
                  <a:pt x="396611" y="146428"/>
                </a:lnTo>
                <a:lnTo>
                  <a:pt x="395568" y="144691"/>
                </a:lnTo>
                <a:lnTo>
                  <a:pt x="395325" y="141857"/>
                </a:lnTo>
                <a:lnTo>
                  <a:pt x="398689" y="139736"/>
                </a:lnTo>
                <a:lnTo>
                  <a:pt x="400829" y="135765"/>
                </a:lnTo>
                <a:lnTo>
                  <a:pt x="402461" y="134254"/>
                </a:lnTo>
                <a:lnTo>
                  <a:pt x="405180" y="133487"/>
                </a:lnTo>
                <a:lnTo>
                  <a:pt x="406761" y="133661"/>
                </a:lnTo>
                <a:lnTo>
                  <a:pt x="407430" y="134207"/>
                </a:lnTo>
                <a:close/>
                <a:moveTo>
                  <a:pt x="524700" y="158282"/>
                </a:moveTo>
                <a:lnTo>
                  <a:pt x="525139" y="160639"/>
                </a:lnTo>
                <a:lnTo>
                  <a:pt x="523884" y="162073"/>
                </a:lnTo>
                <a:lnTo>
                  <a:pt x="521452" y="162146"/>
                </a:lnTo>
                <a:lnTo>
                  <a:pt x="519148" y="160760"/>
                </a:lnTo>
                <a:lnTo>
                  <a:pt x="519047" y="159975"/>
                </a:lnTo>
                <a:lnTo>
                  <a:pt x="519566" y="159131"/>
                </a:lnTo>
                <a:lnTo>
                  <a:pt x="522004" y="157559"/>
                </a:lnTo>
                <a:lnTo>
                  <a:pt x="523809" y="157317"/>
                </a:lnTo>
                <a:lnTo>
                  <a:pt x="524700" y="158282"/>
                </a:lnTo>
                <a:close/>
                <a:moveTo>
                  <a:pt x="432450" y="159542"/>
                </a:moveTo>
                <a:lnTo>
                  <a:pt x="435232" y="160002"/>
                </a:lnTo>
                <a:lnTo>
                  <a:pt x="436775" y="160793"/>
                </a:lnTo>
                <a:lnTo>
                  <a:pt x="440023" y="166363"/>
                </a:lnTo>
                <a:lnTo>
                  <a:pt x="442317" y="168213"/>
                </a:lnTo>
                <a:lnTo>
                  <a:pt x="445764" y="169565"/>
                </a:lnTo>
                <a:lnTo>
                  <a:pt x="452768" y="170584"/>
                </a:lnTo>
                <a:lnTo>
                  <a:pt x="461035" y="172515"/>
                </a:lnTo>
                <a:lnTo>
                  <a:pt x="462418" y="173291"/>
                </a:lnTo>
                <a:lnTo>
                  <a:pt x="465921" y="176422"/>
                </a:lnTo>
                <a:lnTo>
                  <a:pt x="468585" y="177677"/>
                </a:lnTo>
                <a:lnTo>
                  <a:pt x="474565" y="175813"/>
                </a:lnTo>
                <a:lnTo>
                  <a:pt x="479194" y="172958"/>
                </a:lnTo>
                <a:lnTo>
                  <a:pt x="480546" y="172733"/>
                </a:lnTo>
                <a:lnTo>
                  <a:pt x="483335" y="175417"/>
                </a:lnTo>
                <a:lnTo>
                  <a:pt x="488751" y="184139"/>
                </a:lnTo>
                <a:lnTo>
                  <a:pt x="489141" y="185913"/>
                </a:lnTo>
                <a:lnTo>
                  <a:pt x="488852" y="188218"/>
                </a:lnTo>
                <a:lnTo>
                  <a:pt x="487935" y="189012"/>
                </a:lnTo>
                <a:lnTo>
                  <a:pt x="486961" y="188955"/>
                </a:lnTo>
                <a:lnTo>
                  <a:pt x="473317" y="184405"/>
                </a:lnTo>
                <a:lnTo>
                  <a:pt x="466740" y="182768"/>
                </a:lnTo>
                <a:lnTo>
                  <a:pt x="461005" y="180579"/>
                </a:lnTo>
                <a:lnTo>
                  <a:pt x="442794" y="175269"/>
                </a:lnTo>
                <a:lnTo>
                  <a:pt x="432681" y="171613"/>
                </a:lnTo>
                <a:lnTo>
                  <a:pt x="421245" y="166517"/>
                </a:lnTo>
                <a:lnTo>
                  <a:pt x="418120" y="164743"/>
                </a:lnTo>
                <a:lnTo>
                  <a:pt x="417189" y="163410"/>
                </a:lnTo>
                <a:lnTo>
                  <a:pt x="418240" y="162057"/>
                </a:lnTo>
                <a:lnTo>
                  <a:pt x="422055" y="159452"/>
                </a:lnTo>
                <a:lnTo>
                  <a:pt x="424789" y="158822"/>
                </a:lnTo>
                <a:lnTo>
                  <a:pt x="432450" y="159542"/>
                </a:lnTo>
                <a:close/>
                <a:moveTo>
                  <a:pt x="549630" y="166022"/>
                </a:moveTo>
                <a:lnTo>
                  <a:pt x="550305" y="167507"/>
                </a:lnTo>
                <a:lnTo>
                  <a:pt x="548912" y="168430"/>
                </a:lnTo>
                <a:lnTo>
                  <a:pt x="545694" y="168175"/>
                </a:lnTo>
                <a:lnTo>
                  <a:pt x="544500" y="167057"/>
                </a:lnTo>
                <a:lnTo>
                  <a:pt x="544882" y="166267"/>
                </a:lnTo>
                <a:lnTo>
                  <a:pt x="546474" y="165544"/>
                </a:lnTo>
                <a:lnTo>
                  <a:pt x="548492" y="165538"/>
                </a:lnTo>
                <a:lnTo>
                  <a:pt x="549630" y="166022"/>
                </a:lnTo>
                <a:close/>
                <a:moveTo>
                  <a:pt x="403515" y="94202"/>
                </a:moveTo>
                <a:lnTo>
                  <a:pt x="403239" y="95603"/>
                </a:lnTo>
                <a:lnTo>
                  <a:pt x="403875" y="97037"/>
                </a:lnTo>
                <a:lnTo>
                  <a:pt x="404802" y="97384"/>
                </a:lnTo>
                <a:lnTo>
                  <a:pt x="406108" y="96795"/>
                </a:lnTo>
                <a:lnTo>
                  <a:pt x="406697" y="95489"/>
                </a:lnTo>
                <a:lnTo>
                  <a:pt x="406350" y="94562"/>
                </a:lnTo>
                <a:lnTo>
                  <a:pt x="404916" y="93926"/>
                </a:lnTo>
                <a:lnTo>
                  <a:pt x="403515" y="94202"/>
                </a:lnTo>
                <a:close/>
                <a:moveTo>
                  <a:pt x="591975" y="104012"/>
                </a:moveTo>
                <a:lnTo>
                  <a:pt x="583431" y="104974"/>
                </a:lnTo>
                <a:lnTo>
                  <a:pt x="581337" y="105698"/>
                </a:lnTo>
                <a:lnTo>
                  <a:pt x="581116" y="106315"/>
                </a:lnTo>
                <a:lnTo>
                  <a:pt x="581985" y="106982"/>
                </a:lnTo>
                <a:lnTo>
                  <a:pt x="584054" y="107276"/>
                </a:lnTo>
                <a:lnTo>
                  <a:pt x="589404" y="107117"/>
                </a:lnTo>
                <a:lnTo>
                  <a:pt x="594451" y="106472"/>
                </a:lnTo>
                <a:lnTo>
                  <a:pt x="596077" y="105742"/>
                </a:lnTo>
                <a:lnTo>
                  <a:pt x="596239" y="104979"/>
                </a:lnTo>
                <a:lnTo>
                  <a:pt x="595776" y="104057"/>
                </a:lnTo>
                <a:lnTo>
                  <a:pt x="594585" y="103511"/>
                </a:lnTo>
                <a:lnTo>
                  <a:pt x="591975" y="104012"/>
                </a:lnTo>
                <a:close/>
                <a:moveTo>
                  <a:pt x="570600" y="106262"/>
                </a:moveTo>
                <a:lnTo>
                  <a:pt x="570465" y="107404"/>
                </a:lnTo>
                <a:lnTo>
                  <a:pt x="572355" y="107837"/>
                </a:lnTo>
                <a:lnTo>
                  <a:pt x="574356" y="107455"/>
                </a:lnTo>
                <a:lnTo>
                  <a:pt x="575456" y="106361"/>
                </a:lnTo>
                <a:lnTo>
                  <a:pt x="575145" y="105923"/>
                </a:lnTo>
                <a:lnTo>
                  <a:pt x="573691" y="105611"/>
                </a:lnTo>
                <a:lnTo>
                  <a:pt x="571843" y="105731"/>
                </a:lnTo>
                <a:lnTo>
                  <a:pt x="570600" y="106262"/>
                </a:lnTo>
                <a:close/>
                <a:moveTo>
                  <a:pt x="557460" y="108377"/>
                </a:moveTo>
                <a:lnTo>
                  <a:pt x="556246" y="109329"/>
                </a:lnTo>
                <a:lnTo>
                  <a:pt x="557728" y="109987"/>
                </a:lnTo>
                <a:lnTo>
                  <a:pt x="561372" y="109911"/>
                </a:lnTo>
                <a:lnTo>
                  <a:pt x="562219" y="109542"/>
                </a:lnTo>
                <a:lnTo>
                  <a:pt x="562500" y="108962"/>
                </a:lnTo>
                <a:lnTo>
                  <a:pt x="562200" y="108387"/>
                </a:lnTo>
                <a:lnTo>
                  <a:pt x="560858" y="107927"/>
                </a:lnTo>
                <a:lnTo>
                  <a:pt x="557460" y="108377"/>
                </a:lnTo>
                <a:close/>
                <a:moveTo>
                  <a:pt x="257625" y="109187"/>
                </a:moveTo>
                <a:lnTo>
                  <a:pt x="257521" y="109845"/>
                </a:lnTo>
                <a:lnTo>
                  <a:pt x="258153" y="110421"/>
                </a:lnTo>
                <a:lnTo>
                  <a:pt x="261895" y="111855"/>
                </a:lnTo>
                <a:lnTo>
                  <a:pt x="265140" y="114024"/>
                </a:lnTo>
                <a:lnTo>
                  <a:pt x="269179" y="115656"/>
                </a:lnTo>
                <a:lnTo>
                  <a:pt x="272762" y="117664"/>
                </a:lnTo>
                <a:lnTo>
                  <a:pt x="277020" y="119289"/>
                </a:lnTo>
                <a:lnTo>
                  <a:pt x="280400" y="121502"/>
                </a:lnTo>
                <a:lnTo>
                  <a:pt x="282572" y="121847"/>
                </a:lnTo>
                <a:lnTo>
                  <a:pt x="283807" y="121041"/>
                </a:lnTo>
                <a:lnTo>
                  <a:pt x="283857" y="120070"/>
                </a:lnTo>
                <a:lnTo>
                  <a:pt x="283140" y="119070"/>
                </a:lnTo>
                <a:lnTo>
                  <a:pt x="278020" y="115956"/>
                </a:lnTo>
                <a:lnTo>
                  <a:pt x="273888" y="114673"/>
                </a:lnTo>
                <a:lnTo>
                  <a:pt x="270468" y="112563"/>
                </a:lnTo>
                <a:lnTo>
                  <a:pt x="265710" y="111006"/>
                </a:lnTo>
                <a:lnTo>
                  <a:pt x="262054" y="109233"/>
                </a:lnTo>
                <a:lnTo>
                  <a:pt x="259356" y="108696"/>
                </a:lnTo>
                <a:lnTo>
                  <a:pt x="257625" y="109187"/>
                </a:lnTo>
                <a:close/>
                <a:moveTo>
                  <a:pt x="817290" y="124082"/>
                </a:moveTo>
                <a:lnTo>
                  <a:pt x="814756" y="125914"/>
                </a:lnTo>
                <a:lnTo>
                  <a:pt x="813800" y="128016"/>
                </a:lnTo>
                <a:lnTo>
                  <a:pt x="808796" y="155925"/>
                </a:lnTo>
                <a:lnTo>
                  <a:pt x="806545" y="166342"/>
                </a:lnTo>
                <a:lnTo>
                  <a:pt x="805168" y="177193"/>
                </a:lnTo>
                <a:lnTo>
                  <a:pt x="802980" y="186019"/>
                </a:lnTo>
                <a:lnTo>
                  <a:pt x="801057" y="198629"/>
                </a:lnTo>
                <a:lnTo>
                  <a:pt x="800083" y="201448"/>
                </a:lnTo>
                <a:lnTo>
                  <a:pt x="798575" y="203372"/>
                </a:lnTo>
                <a:lnTo>
                  <a:pt x="796253" y="204938"/>
                </a:lnTo>
                <a:lnTo>
                  <a:pt x="761039" y="220942"/>
                </a:lnTo>
                <a:lnTo>
                  <a:pt x="757499" y="223207"/>
                </a:lnTo>
                <a:lnTo>
                  <a:pt x="756450" y="224612"/>
                </a:lnTo>
                <a:lnTo>
                  <a:pt x="757684" y="226128"/>
                </a:lnTo>
                <a:lnTo>
                  <a:pt x="759821" y="226918"/>
                </a:lnTo>
                <a:lnTo>
                  <a:pt x="794475" y="227807"/>
                </a:lnTo>
                <a:lnTo>
                  <a:pt x="797485" y="229423"/>
                </a:lnTo>
                <a:lnTo>
                  <a:pt x="798854" y="231344"/>
                </a:lnTo>
                <a:lnTo>
                  <a:pt x="798964" y="235431"/>
                </a:lnTo>
                <a:lnTo>
                  <a:pt x="798117" y="237695"/>
                </a:lnTo>
                <a:lnTo>
                  <a:pt x="796930" y="238834"/>
                </a:lnTo>
                <a:lnTo>
                  <a:pt x="795086" y="239818"/>
                </a:lnTo>
                <a:lnTo>
                  <a:pt x="785232" y="243754"/>
                </a:lnTo>
                <a:lnTo>
                  <a:pt x="761469" y="252011"/>
                </a:lnTo>
                <a:lnTo>
                  <a:pt x="756180" y="254430"/>
                </a:lnTo>
                <a:lnTo>
                  <a:pt x="739116" y="260554"/>
                </a:lnTo>
                <a:lnTo>
                  <a:pt x="735560" y="262292"/>
                </a:lnTo>
                <a:lnTo>
                  <a:pt x="733981" y="263982"/>
                </a:lnTo>
                <a:lnTo>
                  <a:pt x="734387" y="265271"/>
                </a:lnTo>
                <a:lnTo>
                  <a:pt x="735750" y="266687"/>
                </a:lnTo>
                <a:lnTo>
                  <a:pt x="797265" y="266867"/>
                </a:lnTo>
                <a:lnTo>
                  <a:pt x="798503" y="267812"/>
                </a:lnTo>
                <a:lnTo>
                  <a:pt x="798853" y="269817"/>
                </a:lnTo>
                <a:lnTo>
                  <a:pt x="799102" y="279005"/>
                </a:lnTo>
                <a:lnTo>
                  <a:pt x="798560" y="282938"/>
                </a:lnTo>
                <a:lnTo>
                  <a:pt x="796555" y="284611"/>
                </a:lnTo>
                <a:lnTo>
                  <a:pt x="792308" y="286878"/>
                </a:lnTo>
                <a:lnTo>
                  <a:pt x="766305" y="296972"/>
                </a:lnTo>
                <a:lnTo>
                  <a:pt x="756473" y="294626"/>
                </a:lnTo>
                <a:lnTo>
                  <a:pt x="750379" y="291895"/>
                </a:lnTo>
                <a:lnTo>
                  <a:pt x="722974" y="283406"/>
                </a:lnTo>
                <a:lnTo>
                  <a:pt x="704295" y="277147"/>
                </a:lnTo>
                <a:lnTo>
                  <a:pt x="697846" y="276196"/>
                </a:lnTo>
                <a:lnTo>
                  <a:pt x="696825" y="276632"/>
                </a:lnTo>
                <a:lnTo>
                  <a:pt x="696663" y="277502"/>
                </a:lnTo>
                <a:lnTo>
                  <a:pt x="697177" y="278862"/>
                </a:lnTo>
                <a:lnTo>
                  <a:pt x="698402" y="279860"/>
                </a:lnTo>
                <a:lnTo>
                  <a:pt x="704936" y="281678"/>
                </a:lnTo>
                <a:lnTo>
                  <a:pt x="718493" y="287168"/>
                </a:lnTo>
                <a:lnTo>
                  <a:pt x="727990" y="290463"/>
                </a:lnTo>
                <a:lnTo>
                  <a:pt x="741954" y="294327"/>
                </a:lnTo>
                <a:lnTo>
                  <a:pt x="754389" y="297227"/>
                </a:lnTo>
                <a:lnTo>
                  <a:pt x="756280" y="298302"/>
                </a:lnTo>
                <a:lnTo>
                  <a:pt x="757681" y="299895"/>
                </a:lnTo>
                <a:lnTo>
                  <a:pt x="757605" y="300712"/>
                </a:lnTo>
                <a:lnTo>
                  <a:pt x="756056" y="303604"/>
                </a:lnTo>
                <a:lnTo>
                  <a:pt x="756295" y="304473"/>
                </a:lnTo>
                <a:lnTo>
                  <a:pt x="757295" y="305238"/>
                </a:lnTo>
                <a:lnTo>
                  <a:pt x="790582" y="306392"/>
                </a:lnTo>
                <a:lnTo>
                  <a:pt x="796885" y="306919"/>
                </a:lnTo>
                <a:lnTo>
                  <a:pt x="797691" y="307400"/>
                </a:lnTo>
                <a:lnTo>
                  <a:pt x="797957" y="309118"/>
                </a:lnTo>
                <a:lnTo>
                  <a:pt x="797723" y="311837"/>
                </a:lnTo>
                <a:lnTo>
                  <a:pt x="796085" y="319765"/>
                </a:lnTo>
                <a:lnTo>
                  <a:pt x="793718" y="336736"/>
                </a:lnTo>
                <a:lnTo>
                  <a:pt x="792146" y="344565"/>
                </a:lnTo>
                <a:lnTo>
                  <a:pt x="790852" y="355841"/>
                </a:lnTo>
                <a:lnTo>
                  <a:pt x="788574" y="366255"/>
                </a:lnTo>
                <a:lnTo>
                  <a:pt x="783279" y="402325"/>
                </a:lnTo>
                <a:lnTo>
                  <a:pt x="777596" y="435894"/>
                </a:lnTo>
                <a:lnTo>
                  <a:pt x="773027" y="466968"/>
                </a:lnTo>
                <a:lnTo>
                  <a:pt x="770630" y="479644"/>
                </a:lnTo>
                <a:lnTo>
                  <a:pt x="770604" y="481703"/>
                </a:lnTo>
                <a:lnTo>
                  <a:pt x="771330" y="483712"/>
                </a:lnTo>
                <a:lnTo>
                  <a:pt x="772821" y="484309"/>
                </a:lnTo>
                <a:lnTo>
                  <a:pt x="775810" y="483144"/>
                </a:lnTo>
                <a:lnTo>
                  <a:pt x="815677" y="454497"/>
                </a:lnTo>
                <a:lnTo>
                  <a:pt x="817584" y="453361"/>
                </a:lnTo>
                <a:lnTo>
                  <a:pt x="819360" y="452987"/>
                </a:lnTo>
                <a:lnTo>
                  <a:pt x="821273" y="453298"/>
                </a:lnTo>
                <a:lnTo>
                  <a:pt x="822706" y="454059"/>
                </a:lnTo>
                <a:lnTo>
                  <a:pt x="854370" y="477911"/>
                </a:lnTo>
                <a:lnTo>
                  <a:pt x="860837" y="482353"/>
                </a:lnTo>
                <a:lnTo>
                  <a:pt x="865080" y="484577"/>
                </a:lnTo>
                <a:lnTo>
                  <a:pt x="866171" y="483132"/>
                </a:lnTo>
                <a:lnTo>
                  <a:pt x="866554" y="481801"/>
                </a:lnTo>
                <a:lnTo>
                  <a:pt x="866473" y="476686"/>
                </a:lnTo>
                <a:lnTo>
                  <a:pt x="864191" y="465434"/>
                </a:lnTo>
                <a:lnTo>
                  <a:pt x="862875" y="453758"/>
                </a:lnTo>
                <a:lnTo>
                  <a:pt x="860968" y="443419"/>
                </a:lnTo>
                <a:lnTo>
                  <a:pt x="859224" y="429372"/>
                </a:lnTo>
                <a:lnTo>
                  <a:pt x="857582" y="421200"/>
                </a:lnTo>
                <a:lnTo>
                  <a:pt x="855478" y="403683"/>
                </a:lnTo>
                <a:lnTo>
                  <a:pt x="853734" y="396051"/>
                </a:lnTo>
                <a:lnTo>
                  <a:pt x="851743" y="380520"/>
                </a:lnTo>
                <a:lnTo>
                  <a:pt x="849994" y="372937"/>
                </a:lnTo>
                <a:lnTo>
                  <a:pt x="848301" y="358577"/>
                </a:lnTo>
                <a:lnTo>
                  <a:pt x="846452" y="348409"/>
                </a:lnTo>
                <a:lnTo>
                  <a:pt x="845016" y="335576"/>
                </a:lnTo>
                <a:lnTo>
                  <a:pt x="842626" y="322299"/>
                </a:lnTo>
                <a:lnTo>
                  <a:pt x="841365" y="310787"/>
                </a:lnTo>
                <a:lnTo>
                  <a:pt x="842985" y="308987"/>
                </a:lnTo>
                <a:lnTo>
                  <a:pt x="863780" y="309086"/>
                </a:lnTo>
                <a:lnTo>
                  <a:pt x="879155" y="309761"/>
                </a:lnTo>
                <a:lnTo>
                  <a:pt x="882379" y="309001"/>
                </a:lnTo>
                <a:lnTo>
                  <a:pt x="883890" y="307232"/>
                </a:lnTo>
                <a:lnTo>
                  <a:pt x="879438" y="304037"/>
                </a:lnTo>
                <a:lnTo>
                  <a:pt x="844429" y="286625"/>
                </a:lnTo>
                <a:lnTo>
                  <a:pt x="839250" y="282752"/>
                </a:lnTo>
                <a:lnTo>
                  <a:pt x="839573" y="269051"/>
                </a:lnTo>
                <a:lnTo>
                  <a:pt x="840063" y="267941"/>
                </a:lnTo>
                <a:lnTo>
                  <a:pt x="841374" y="267223"/>
                </a:lnTo>
                <a:lnTo>
                  <a:pt x="847767" y="266705"/>
                </a:lnTo>
                <a:lnTo>
                  <a:pt x="901845" y="266777"/>
                </a:lnTo>
                <a:lnTo>
                  <a:pt x="903236" y="265396"/>
                </a:lnTo>
                <a:lnTo>
                  <a:pt x="903584" y="264191"/>
                </a:lnTo>
                <a:lnTo>
                  <a:pt x="903060" y="263177"/>
                </a:lnTo>
                <a:lnTo>
                  <a:pt x="899348" y="261461"/>
                </a:lnTo>
                <a:lnTo>
                  <a:pt x="891219" y="258495"/>
                </a:lnTo>
                <a:lnTo>
                  <a:pt x="877419" y="252536"/>
                </a:lnTo>
                <a:lnTo>
                  <a:pt x="871470" y="250695"/>
                </a:lnTo>
                <a:lnTo>
                  <a:pt x="844368" y="239993"/>
                </a:lnTo>
                <a:lnTo>
                  <a:pt x="841395" y="238188"/>
                </a:lnTo>
                <a:lnTo>
                  <a:pt x="839537" y="236031"/>
                </a:lnTo>
                <a:lnTo>
                  <a:pt x="838948" y="233798"/>
                </a:lnTo>
                <a:lnTo>
                  <a:pt x="839178" y="232740"/>
                </a:lnTo>
                <a:lnTo>
                  <a:pt x="840780" y="230912"/>
                </a:lnTo>
                <a:lnTo>
                  <a:pt x="842468" y="230324"/>
                </a:lnTo>
                <a:lnTo>
                  <a:pt x="850148" y="230171"/>
                </a:lnTo>
                <a:lnTo>
                  <a:pt x="880875" y="230822"/>
                </a:lnTo>
                <a:lnTo>
                  <a:pt x="882481" y="229399"/>
                </a:lnTo>
                <a:lnTo>
                  <a:pt x="882806" y="228441"/>
                </a:lnTo>
                <a:lnTo>
                  <a:pt x="878592" y="225094"/>
                </a:lnTo>
                <a:lnTo>
                  <a:pt x="842265" y="204096"/>
                </a:lnTo>
                <a:lnTo>
                  <a:pt x="840012" y="201977"/>
                </a:lnTo>
                <a:lnTo>
                  <a:pt x="838746" y="198906"/>
                </a:lnTo>
                <a:lnTo>
                  <a:pt x="837708" y="188217"/>
                </a:lnTo>
                <a:lnTo>
                  <a:pt x="835898" y="180622"/>
                </a:lnTo>
                <a:lnTo>
                  <a:pt x="834081" y="169324"/>
                </a:lnTo>
                <a:lnTo>
                  <a:pt x="830044" y="148012"/>
                </a:lnTo>
                <a:lnTo>
                  <a:pt x="828349" y="140968"/>
                </a:lnTo>
                <a:lnTo>
                  <a:pt x="826276" y="128729"/>
                </a:lnTo>
                <a:lnTo>
                  <a:pt x="824960" y="126045"/>
                </a:lnTo>
                <a:lnTo>
                  <a:pt x="822307" y="123493"/>
                </a:lnTo>
                <a:lnTo>
                  <a:pt x="820431" y="123124"/>
                </a:lnTo>
                <a:lnTo>
                  <a:pt x="817290" y="124082"/>
                </a:lnTo>
                <a:close/>
                <a:moveTo>
                  <a:pt x="820125" y="142037"/>
                </a:moveTo>
                <a:lnTo>
                  <a:pt x="819354" y="143308"/>
                </a:lnTo>
                <a:lnTo>
                  <a:pt x="818627" y="143239"/>
                </a:lnTo>
                <a:lnTo>
                  <a:pt x="818280" y="142757"/>
                </a:lnTo>
                <a:lnTo>
                  <a:pt x="818223" y="141542"/>
                </a:lnTo>
                <a:lnTo>
                  <a:pt x="818840" y="140810"/>
                </a:lnTo>
                <a:lnTo>
                  <a:pt x="819833" y="141052"/>
                </a:lnTo>
                <a:lnTo>
                  <a:pt x="820125" y="142037"/>
                </a:lnTo>
                <a:close/>
                <a:moveTo>
                  <a:pt x="822060" y="156212"/>
                </a:moveTo>
                <a:lnTo>
                  <a:pt x="823978" y="158590"/>
                </a:lnTo>
                <a:lnTo>
                  <a:pt x="824085" y="160852"/>
                </a:lnTo>
                <a:lnTo>
                  <a:pt x="823169" y="162165"/>
                </a:lnTo>
                <a:lnTo>
                  <a:pt x="821475" y="163232"/>
                </a:lnTo>
                <a:lnTo>
                  <a:pt x="819635" y="163837"/>
                </a:lnTo>
                <a:lnTo>
                  <a:pt x="818229" y="163650"/>
                </a:lnTo>
                <a:lnTo>
                  <a:pt x="815266" y="160634"/>
                </a:lnTo>
                <a:lnTo>
                  <a:pt x="815057" y="159896"/>
                </a:lnTo>
                <a:lnTo>
                  <a:pt x="815501" y="158554"/>
                </a:lnTo>
                <a:lnTo>
                  <a:pt x="816794" y="156500"/>
                </a:lnTo>
                <a:lnTo>
                  <a:pt x="818379" y="155201"/>
                </a:lnTo>
                <a:lnTo>
                  <a:pt x="820130" y="155108"/>
                </a:lnTo>
                <a:lnTo>
                  <a:pt x="822060" y="156212"/>
                </a:lnTo>
                <a:close/>
                <a:moveTo>
                  <a:pt x="814410" y="166877"/>
                </a:moveTo>
                <a:lnTo>
                  <a:pt x="814871" y="167918"/>
                </a:lnTo>
                <a:lnTo>
                  <a:pt x="814038" y="169126"/>
                </a:lnTo>
                <a:lnTo>
                  <a:pt x="812326" y="170562"/>
                </a:lnTo>
                <a:lnTo>
                  <a:pt x="811110" y="170588"/>
                </a:lnTo>
                <a:lnTo>
                  <a:pt x="810430" y="168718"/>
                </a:lnTo>
                <a:lnTo>
                  <a:pt x="810882" y="166780"/>
                </a:lnTo>
                <a:lnTo>
                  <a:pt x="812359" y="166057"/>
                </a:lnTo>
                <a:lnTo>
                  <a:pt x="814410" y="166877"/>
                </a:lnTo>
                <a:close/>
                <a:moveTo>
                  <a:pt x="827010" y="166877"/>
                </a:moveTo>
                <a:lnTo>
                  <a:pt x="827493" y="168769"/>
                </a:lnTo>
                <a:lnTo>
                  <a:pt x="827096" y="169533"/>
                </a:lnTo>
                <a:lnTo>
                  <a:pt x="826353" y="169673"/>
                </a:lnTo>
                <a:lnTo>
                  <a:pt x="825134" y="168677"/>
                </a:lnTo>
                <a:lnTo>
                  <a:pt x="824883" y="167341"/>
                </a:lnTo>
                <a:lnTo>
                  <a:pt x="825803" y="166329"/>
                </a:lnTo>
                <a:lnTo>
                  <a:pt x="827010" y="166877"/>
                </a:lnTo>
                <a:close/>
                <a:moveTo>
                  <a:pt x="823815" y="175922"/>
                </a:moveTo>
                <a:lnTo>
                  <a:pt x="825750" y="178248"/>
                </a:lnTo>
                <a:lnTo>
                  <a:pt x="826170" y="180050"/>
                </a:lnTo>
                <a:lnTo>
                  <a:pt x="824490" y="182492"/>
                </a:lnTo>
                <a:lnTo>
                  <a:pt x="821961" y="184287"/>
                </a:lnTo>
                <a:lnTo>
                  <a:pt x="819090" y="185372"/>
                </a:lnTo>
                <a:lnTo>
                  <a:pt x="815193" y="182960"/>
                </a:lnTo>
                <a:lnTo>
                  <a:pt x="813675" y="181494"/>
                </a:lnTo>
                <a:lnTo>
                  <a:pt x="813213" y="179391"/>
                </a:lnTo>
                <a:lnTo>
                  <a:pt x="813596" y="177664"/>
                </a:lnTo>
                <a:lnTo>
                  <a:pt x="818297" y="173801"/>
                </a:lnTo>
                <a:lnTo>
                  <a:pt x="819486" y="173463"/>
                </a:lnTo>
                <a:lnTo>
                  <a:pt x="820771" y="173699"/>
                </a:lnTo>
                <a:lnTo>
                  <a:pt x="823815" y="175922"/>
                </a:lnTo>
                <a:close/>
                <a:moveTo>
                  <a:pt x="830880" y="185777"/>
                </a:moveTo>
                <a:lnTo>
                  <a:pt x="832031" y="188573"/>
                </a:lnTo>
                <a:lnTo>
                  <a:pt x="832884" y="192312"/>
                </a:lnTo>
                <a:lnTo>
                  <a:pt x="832351" y="193544"/>
                </a:lnTo>
                <a:lnTo>
                  <a:pt x="831361" y="193811"/>
                </a:lnTo>
                <a:lnTo>
                  <a:pt x="829312" y="193219"/>
                </a:lnTo>
                <a:lnTo>
                  <a:pt x="827798" y="192211"/>
                </a:lnTo>
                <a:lnTo>
                  <a:pt x="826013" y="190373"/>
                </a:lnTo>
                <a:lnTo>
                  <a:pt x="825407" y="189000"/>
                </a:lnTo>
                <a:lnTo>
                  <a:pt x="825955" y="187639"/>
                </a:lnTo>
                <a:lnTo>
                  <a:pt x="828466" y="185216"/>
                </a:lnTo>
                <a:lnTo>
                  <a:pt x="829638" y="184851"/>
                </a:lnTo>
                <a:lnTo>
                  <a:pt x="830880" y="185777"/>
                </a:lnTo>
                <a:close/>
                <a:moveTo>
                  <a:pt x="812835" y="186947"/>
                </a:moveTo>
                <a:lnTo>
                  <a:pt x="813957" y="188645"/>
                </a:lnTo>
                <a:lnTo>
                  <a:pt x="813283" y="190491"/>
                </a:lnTo>
                <a:lnTo>
                  <a:pt x="810249" y="193537"/>
                </a:lnTo>
                <a:lnTo>
                  <a:pt x="808566" y="194412"/>
                </a:lnTo>
                <a:lnTo>
                  <a:pt x="807280" y="194345"/>
                </a:lnTo>
                <a:lnTo>
                  <a:pt x="806471" y="193340"/>
                </a:lnTo>
                <a:lnTo>
                  <a:pt x="806220" y="191402"/>
                </a:lnTo>
                <a:lnTo>
                  <a:pt x="806627" y="188446"/>
                </a:lnTo>
                <a:lnTo>
                  <a:pt x="807609" y="186438"/>
                </a:lnTo>
                <a:lnTo>
                  <a:pt x="809049" y="185463"/>
                </a:lnTo>
                <a:lnTo>
                  <a:pt x="809904" y="185389"/>
                </a:lnTo>
                <a:lnTo>
                  <a:pt x="812835" y="186947"/>
                </a:lnTo>
                <a:close/>
                <a:moveTo>
                  <a:pt x="822510" y="194372"/>
                </a:moveTo>
                <a:lnTo>
                  <a:pt x="826722" y="198904"/>
                </a:lnTo>
                <a:lnTo>
                  <a:pt x="827100" y="199637"/>
                </a:lnTo>
                <a:lnTo>
                  <a:pt x="826604" y="200422"/>
                </a:lnTo>
                <a:lnTo>
                  <a:pt x="824787" y="200816"/>
                </a:lnTo>
                <a:lnTo>
                  <a:pt x="819450" y="200897"/>
                </a:lnTo>
                <a:lnTo>
                  <a:pt x="814012" y="200605"/>
                </a:lnTo>
                <a:lnTo>
                  <a:pt x="812492" y="200093"/>
                </a:lnTo>
                <a:lnTo>
                  <a:pt x="812299" y="199679"/>
                </a:lnTo>
                <a:lnTo>
                  <a:pt x="812943" y="198432"/>
                </a:lnTo>
                <a:lnTo>
                  <a:pt x="817560" y="193787"/>
                </a:lnTo>
                <a:lnTo>
                  <a:pt x="820527" y="193874"/>
                </a:lnTo>
                <a:lnTo>
                  <a:pt x="822510" y="194372"/>
                </a:lnTo>
                <a:close/>
                <a:moveTo>
                  <a:pt x="822150" y="206657"/>
                </a:moveTo>
                <a:lnTo>
                  <a:pt x="822410" y="207175"/>
                </a:lnTo>
                <a:lnTo>
                  <a:pt x="821994" y="208103"/>
                </a:lnTo>
                <a:lnTo>
                  <a:pt x="819934" y="208941"/>
                </a:lnTo>
                <a:lnTo>
                  <a:pt x="817586" y="208662"/>
                </a:lnTo>
                <a:lnTo>
                  <a:pt x="816463" y="207354"/>
                </a:lnTo>
                <a:lnTo>
                  <a:pt x="816750" y="206612"/>
                </a:lnTo>
                <a:lnTo>
                  <a:pt x="818109" y="206026"/>
                </a:lnTo>
                <a:lnTo>
                  <a:pt x="820791" y="206052"/>
                </a:lnTo>
                <a:lnTo>
                  <a:pt x="822150" y="206657"/>
                </a:lnTo>
                <a:close/>
                <a:moveTo>
                  <a:pt x="834300" y="208007"/>
                </a:moveTo>
                <a:lnTo>
                  <a:pt x="835008" y="211048"/>
                </a:lnTo>
                <a:lnTo>
                  <a:pt x="835091" y="215710"/>
                </a:lnTo>
                <a:lnTo>
                  <a:pt x="834058" y="218604"/>
                </a:lnTo>
                <a:lnTo>
                  <a:pt x="832677" y="218966"/>
                </a:lnTo>
                <a:lnTo>
                  <a:pt x="830725" y="218087"/>
                </a:lnTo>
                <a:lnTo>
                  <a:pt x="826807" y="215285"/>
                </a:lnTo>
                <a:lnTo>
                  <a:pt x="826036" y="213568"/>
                </a:lnTo>
                <a:lnTo>
                  <a:pt x="827188" y="211309"/>
                </a:lnTo>
                <a:lnTo>
                  <a:pt x="830025" y="208817"/>
                </a:lnTo>
                <a:lnTo>
                  <a:pt x="832770" y="207366"/>
                </a:lnTo>
                <a:lnTo>
                  <a:pt x="833467" y="207382"/>
                </a:lnTo>
                <a:lnTo>
                  <a:pt x="834300" y="208007"/>
                </a:lnTo>
                <a:close/>
                <a:moveTo>
                  <a:pt x="809865" y="209087"/>
                </a:moveTo>
                <a:lnTo>
                  <a:pt x="812447" y="211964"/>
                </a:lnTo>
                <a:lnTo>
                  <a:pt x="813101" y="213275"/>
                </a:lnTo>
                <a:lnTo>
                  <a:pt x="813028" y="214146"/>
                </a:lnTo>
                <a:lnTo>
                  <a:pt x="811390" y="215713"/>
                </a:lnTo>
                <a:lnTo>
                  <a:pt x="807808" y="217735"/>
                </a:lnTo>
                <a:lnTo>
                  <a:pt x="806523" y="218025"/>
                </a:lnTo>
                <a:lnTo>
                  <a:pt x="805235" y="217647"/>
                </a:lnTo>
                <a:lnTo>
                  <a:pt x="804374" y="216774"/>
                </a:lnTo>
                <a:lnTo>
                  <a:pt x="803921" y="215064"/>
                </a:lnTo>
                <a:lnTo>
                  <a:pt x="804024" y="209594"/>
                </a:lnTo>
                <a:lnTo>
                  <a:pt x="805355" y="208337"/>
                </a:lnTo>
                <a:lnTo>
                  <a:pt x="806761" y="207895"/>
                </a:lnTo>
                <a:lnTo>
                  <a:pt x="808274" y="208142"/>
                </a:lnTo>
                <a:lnTo>
                  <a:pt x="809865" y="209087"/>
                </a:lnTo>
                <a:close/>
                <a:moveTo>
                  <a:pt x="845685" y="211922"/>
                </a:moveTo>
                <a:lnTo>
                  <a:pt x="859600" y="220519"/>
                </a:lnTo>
                <a:lnTo>
                  <a:pt x="860948" y="222310"/>
                </a:lnTo>
                <a:lnTo>
                  <a:pt x="860805" y="223577"/>
                </a:lnTo>
                <a:lnTo>
                  <a:pt x="858052" y="224332"/>
                </a:lnTo>
                <a:lnTo>
                  <a:pt x="852457" y="224284"/>
                </a:lnTo>
                <a:lnTo>
                  <a:pt x="842772" y="223101"/>
                </a:lnTo>
                <a:lnTo>
                  <a:pt x="840105" y="222182"/>
                </a:lnTo>
                <a:lnTo>
                  <a:pt x="839115" y="221372"/>
                </a:lnTo>
                <a:lnTo>
                  <a:pt x="839698" y="210692"/>
                </a:lnTo>
                <a:lnTo>
                  <a:pt x="840407" y="210154"/>
                </a:lnTo>
                <a:lnTo>
                  <a:pt x="841894" y="210212"/>
                </a:lnTo>
                <a:lnTo>
                  <a:pt x="845685" y="211922"/>
                </a:lnTo>
                <a:close/>
                <a:moveTo>
                  <a:pt x="798030" y="211607"/>
                </a:moveTo>
                <a:lnTo>
                  <a:pt x="799026" y="213593"/>
                </a:lnTo>
                <a:lnTo>
                  <a:pt x="799161" y="216150"/>
                </a:lnTo>
                <a:lnTo>
                  <a:pt x="798600" y="219641"/>
                </a:lnTo>
                <a:lnTo>
                  <a:pt x="797574" y="220568"/>
                </a:lnTo>
                <a:lnTo>
                  <a:pt x="793857" y="221181"/>
                </a:lnTo>
                <a:lnTo>
                  <a:pt x="786444" y="221452"/>
                </a:lnTo>
                <a:lnTo>
                  <a:pt x="781200" y="221386"/>
                </a:lnTo>
                <a:lnTo>
                  <a:pt x="779937" y="220928"/>
                </a:lnTo>
                <a:lnTo>
                  <a:pt x="780545" y="219303"/>
                </a:lnTo>
                <a:lnTo>
                  <a:pt x="783361" y="216691"/>
                </a:lnTo>
                <a:lnTo>
                  <a:pt x="788461" y="214787"/>
                </a:lnTo>
                <a:lnTo>
                  <a:pt x="796720" y="210972"/>
                </a:lnTo>
                <a:lnTo>
                  <a:pt x="798030" y="211607"/>
                </a:lnTo>
                <a:close/>
                <a:moveTo>
                  <a:pt x="821700" y="218627"/>
                </a:moveTo>
                <a:lnTo>
                  <a:pt x="823597" y="220455"/>
                </a:lnTo>
                <a:lnTo>
                  <a:pt x="823753" y="221434"/>
                </a:lnTo>
                <a:lnTo>
                  <a:pt x="823051" y="222148"/>
                </a:lnTo>
                <a:lnTo>
                  <a:pt x="819469" y="222540"/>
                </a:lnTo>
                <a:lnTo>
                  <a:pt x="817947" y="222182"/>
                </a:lnTo>
                <a:lnTo>
                  <a:pt x="817014" y="221501"/>
                </a:lnTo>
                <a:lnTo>
                  <a:pt x="816790" y="219955"/>
                </a:lnTo>
                <a:lnTo>
                  <a:pt x="818057" y="218022"/>
                </a:lnTo>
                <a:lnTo>
                  <a:pt x="819641" y="217720"/>
                </a:lnTo>
                <a:lnTo>
                  <a:pt x="821700" y="218627"/>
                </a:lnTo>
                <a:close/>
                <a:moveTo>
                  <a:pt x="820350" y="230642"/>
                </a:moveTo>
                <a:lnTo>
                  <a:pt x="819309" y="231388"/>
                </a:lnTo>
                <a:lnTo>
                  <a:pt x="818556" y="230810"/>
                </a:lnTo>
                <a:lnTo>
                  <a:pt x="819210" y="230251"/>
                </a:lnTo>
                <a:lnTo>
                  <a:pt x="820350" y="230642"/>
                </a:lnTo>
                <a:close/>
                <a:moveTo>
                  <a:pt x="834300" y="231137"/>
                </a:moveTo>
                <a:lnTo>
                  <a:pt x="835091" y="232669"/>
                </a:lnTo>
                <a:lnTo>
                  <a:pt x="835142" y="234217"/>
                </a:lnTo>
                <a:lnTo>
                  <a:pt x="834404" y="236725"/>
                </a:lnTo>
                <a:lnTo>
                  <a:pt x="833547" y="237732"/>
                </a:lnTo>
                <a:lnTo>
                  <a:pt x="831659" y="238339"/>
                </a:lnTo>
                <a:lnTo>
                  <a:pt x="830032" y="238134"/>
                </a:lnTo>
                <a:lnTo>
                  <a:pt x="827364" y="237047"/>
                </a:lnTo>
                <a:lnTo>
                  <a:pt x="826386" y="236247"/>
                </a:lnTo>
                <a:lnTo>
                  <a:pt x="826166" y="235361"/>
                </a:lnTo>
                <a:lnTo>
                  <a:pt x="826713" y="234319"/>
                </a:lnTo>
                <a:lnTo>
                  <a:pt x="830609" y="231179"/>
                </a:lnTo>
                <a:lnTo>
                  <a:pt x="832761" y="230324"/>
                </a:lnTo>
                <a:lnTo>
                  <a:pt x="834300" y="231137"/>
                </a:lnTo>
                <a:close/>
                <a:moveTo>
                  <a:pt x="810585" y="232532"/>
                </a:moveTo>
                <a:lnTo>
                  <a:pt x="812227" y="233944"/>
                </a:lnTo>
                <a:lnTo>
                  <a:pt x="812945" y="235201"/>
                </a:lnTo>
                <a:lnTo>
                  <a:pt x="812743" y="236287"/>
                </a:lnTo>
                <a:lnTo>
                  <a:pt x="811625" y="237187"/>
                </a:lnTo>
                <a:lnTo>
                  <a:pt x="809595" y="237887"/>
                </a:lnTo>
                <a:lnTo>
                  <a:pt x="807001" y="238060"/>
                </a:lnTo>
                <a:lnTo>
                  <a:pt x="805030" y="237232"/>
                </a:lnTo>
                <a:lnTo>
                  <a:pt x="804104" y="236146"/>
                </a:lnTo>
                <a:lnTo>
                  <a:pt x="803375" y="233545"/>
                </a:lnTo>
                <a:lnTo>
                  <a:pt x="803490" y="232621"/>
                </a:lnTo>
                <a:lnTo>
                  <a:pt x="804393" y="231336"/>
                </a:lnTo>
                <a:lnTo>
                  <a:pt x="807035" y="230931"/>
                </a:lnTo>
                <a:lnTo>
                  <a:pt x="810585" y="232532"/>
                </a:lnTo>
                <a:close/>
                <a:moveTo>
                  <a:pt x="826020" y="244412"/>
                </a:moveTo>
                <a:lnTo>
                  <a:pt x="826934" y="244824"/>
                </a:lnTo>
                <a:lnTo>
                  <a:pt x="827363" y="245493"/>
                </a:lnTo>
                <a:lnTo>
                  <a:pt x="826805" y="247118"/>
                </a:lnTo>
                <a:lnTo>
                  <a:pt x="821941" y="250084"/>
                </a:lnTo>
                <a:lnTo>
                  <a:pt x="819629" y="250921"/>
                </a:lnTo>
                <a:lnTo>
                  <a:pt x="814798" y="249103"/>
                </a:lnTo>
                <a:lnTo>
                  <a:pt x="811901" y="247366"/>
                </a:lnTo>
                <a:lnTo>
                  <a:pt x="810960" y="246240"/>
                </a:lnTo>
                <a:lnTo>
                  <a:pt x="811476" y="244875"/>
                </a:lnTo>
                <a:lnTo>
                  <a:pt x="813346" y="244108"/>
                </a:lnTo>
                <a:lnTo>
                  <a:pt x="826020" y="244412"/>
                </a:lnTo>
                <a:close/>
                <a:moveTo>
                  <a:pt x="798075" y="245357"/>
                </a:moveTo>
                <a:lnTo>
                  <a:pt x="798923" y="246137"/>
                </a:lnTo>
                <a:lnTo>
                  <a:pt x="799234" y="247129"/>
                </a:lnTo>
                <a:lnTo>
                  <a:pt x="799322" y="250685"/>
                </a:lnTo>
                <a:lnTo>
                  <a:pt x="798575" y="256054"/>
                </a:lnTo>
                <a:lnTo>
                  <a:pt x="797337" y="257901"/>
                </a:lnTo>
                <a:lnTo>
                  <a:pt x="796166" y="257926"/>
                </a:lnTo>
                <a:lnTo>
                  <a:pt x="788541" y="254023"/>
                </a:lnTo>
                <a:lnTo>
                  <a:pt x="785901" y="252227"/>
                </a:lnTo>
                <a:lnTo>
                  <a:pt x="784648" y="250585"/>
                </a:lnTo>
                <a:lnTo>
                  <a:pt x="784841" y="249658"/>
                </a:lnTo>
                <a:lnTo>
                  <a:pt x="786108" y="248846"/>
                </a:lnTo>
                <a:lnTo>
                  <a:pt x="791269" y="247219"/>
                </a:lnTo>
                <a:lnTo>
                  <a:pt x="795745" y="245263"/>
                </a:lnTo>
                <a:lnTo>
                  <a:pt x="798075" y="245357"/>
                </a:lnTo>
                <a:close/>
                <a:moveTo>
                  <a:pt x="846225" y="247247"/>
                </a:moveTo>
                <a:lnTo>
                  <a:pt x="853513" y="250018"/>
                </a:lnTo>
                <a:lnTo>
                  <a:pt x="853965" y="251182"/>
                </a:lnTo>
                <a:lnTo>
                  <a:pt x="853335" y="252827"/>
                </a:lnTo>
                <a:lnTo>
                  <a:pt x="851767" y="254389"/>
                </a:lnTo>
                <a:lnTo>
                  <a:pt x="844482" y="258061"/>
                </a:lnTo>
                <a:lnTo>
                  <a:pt x="841764" y="258616"/>
                </a:lnTo>
                <a:lnTo>
                  <a:pt x="840146" y="258304"/>
                </a:lnTo>
                <a:lnTo>
                  <a:pt x="839552" y="257535"/>
                </a:lnTo>
                <a:lnTo>
                  <a:pt x="839208" y="253923"/>
                </a:lnTo>
                <a:lnTo>
                  <a:pt x="839380" y="249368"/>
                </a:lnTo>
                <a:lnTo>
                  <a:pt x="840015" y="246662"/>
                </a:lnTo>
                <a:lnTo>
                  <a:pt x="842276" y="246111"/>
                </a:lnTo>
                <a:lnTo>
                  <a:pt x="846225" y="247247"/>
                </a:lnTo>
                <a:close/>
                <a:moveTo>
                  <a:pt x="833985" y="250847"/>
                </a:moveTo>
                <a:lnTo>
                  <a:pt x="834936" y="253476"/>
                </a:lnTo>
                <a:lnTo>
                  <a:pt x="834803" y="257409"/>
                </a:lnTo>
                <a:lnTo>
                  <a:pt x="834113" y="258429"/>
                </a:lnTo>
                <a:lnTo>
                  <a:pt x="832878" y="258936"/>
                </a:lnTo>
                <a:lnTo>
                  <a:pt x="830559" y="258476"/>
                </a:lnTo>
                <a:lnTo>
                  <a:pt x="828967" y="257427"/>
                </a:lnTo>
                <a:lnTo>
                  <a:pt x="827550" y="255842"/>
                </a:lnTo>
                <a:lnTo>
                  <a:pt x="826860" y="254365"/>
                </a:lnTo>
                <a:lnTo>
                  <a:pt x="827010" y="253519"/>
                </a:lnTo>
                <a:lnTo>
                  <a:pt x="828215" y="252301"/>
                </a:lnTo>
                <a:lnTo>
                  <a:pt x="831824" y="250415"/>
                </a:lnTo>
                <a:lnTo>
                  <a:pt x="832966" y="250152"/>
                </a:lnTo>
                <a:lnTo>
                  <a:pt x="833985" y="250847"/>
                </a:lnTo>
                <a:close/>
                <a:moveTo>
                  <a:pt x="810000" y="252692"/>
                </a:moveTo>
                <a:lnTo>
                  <a:pt x="810971" y="253704"/>
                </a:lnTo>
                <a:lnTo>
                  <a:pt x="811205" y="254860"/>
                </a:lnTo>
                <a:lnTo>
                  <a:pt x="810696" y="256253"/>
                </a:lnTo>
                <a:lnTo>
                  <a:pt x="809468" y="257809"/>
                </a:lnTo>
                <a:lnTo>
                  <a:pt x="808475" y="258485"/>
                </a:lnTo>
                <a:lnTo>
                  <a:pt x="806412" y="258892"/>
                </a:lnTo>
                <a:lnTo>
                  <a:pt x="804622" y="258183"/>
                </a:lnTo>
                <a:lnTo>
                  <a:pt x="803969" y="257467"/>
                </a:lnTo>
                <a:lnTo>
                  <a:pt x="803430" y="255419"/>
                </a:lnTo>
                <a:lnTo>
                  <a:pt x="803955" y="253385"/>
                </a:lnTo>
                <a:lnTo>
                  <a:pt x="804864" y="252273"/>
                </a:lnTo>
                <a:lnTo>
                  <a:pt x="806102" y="251691"/>
                </a:lnTo>
                <a:lnTo>
                  <a:pt x="807572" y="251659"/>
                </a:lnTo>
                <a:lnTo>
                  <a:pt x="810000" y="252692"/>
                </a:lnTo>
                <a:close/>
                <a:moveTo>
                  <a:pt x="772830" y="255257"/>
                </a:moveTo>
                <a:lnTo>
                  <a:pt x="773397" y="256204"/>
                </a:lnTo>
                <a:lnTo>
                  <a:pt x="773478" y="257344"/>
                </a:lnTo>
                <a:lnTo>
                  <a:pt x="772830" y="258947"/>
                </a:lnTo>
                <a:lnTo>
                  <a:pt x="772010" y="259665"/>
                </a:lnTo>
                <a:lnTo>
                  <a:pt x="765883" y="259788"/>
                </a:lnTo>
                <a:lnTo>
                  <a:pt x="764052" y="259325"/>
                </a:lnTo>
                <a:lnTo>
                  <a:pt x="763252" y="258526"/>
                </a:lnTo>
                <a:lnTo>
                  <a:pt x="763753" y="256934"/>
                </a:lnTo>
                <a:lnTo>
                  <a:pt x="765723" y="255911"/>
                </a:lnTo>
                <a:lnTo>
                  <a:pt x="770572" y="254658"/>
                </a:lnTo>
                <a:lnTo>
                  <a:pt x="771940" y="254702"/>
                </a:lnTo>
                <a:lnTo>
                  <a:pt x="772830" y="255257"/>
                </a:lnTo>
                <a:close/>
                <a:moveTo>
                  <a:pt x="875250" y="257327"/>
                </a:moveTo>
                <a:lnTo>
                  <a:pt x="881487" y="259910"/>
                </a:lnTo>
                <a:lnTo>
                  <a:pt x="882598" y="261104"/>
                </a:lnTo>
                <a:lnTo>
                  <a:pt x="881910" y="261782"/>
                </a:lnTo>
                <a:lnTo>
                  <a:pt x="880092" y="262204"/>
                </a:lnTo>
                <a:lnTo>
                  <a:pt x="873399" y="262589"/>
                </a:lnTo>
                <a:lnTo>
                  <a:pt x="868545" y="262187"/>
                </a:lnTo>
                <a:lnTo>
                  <a:pt x="866835" y="260049"/>
                </a:lnTo>
                <a:lnTo>
                  <a:pt x="865800" y="257372"/>
                </a:lnTo>
                <a:lnTo>
                  <a:pt x="866269" y="256201"/>
                </a:lnTo>
                <a:lnTo>
                  <a:pt x="868567" y="255527"/>
                </a:lnTo>
                <a:lnTo>
                  <a:pt x="872276" y="256165"/>
                </a:lnTo>
                <a:lnTo>
                  <a:pt x="875250" y="257327"/>
                </a:lnTo>
                <a:close/>
                <a:moveTo>
                  <a:pt x="783360" y="256427"/>
                </a:moveTo>
                <a:lnTo>
                  <a:pt x="783865" y="258300"/>
                </a:lnTo>
                <a:lnTo>
                  <a:pt x="782754" y="259680"/>
                </a:lnTo>
                <a:lnTo>
                  <a:pt x="781180" y="259366"/>
                </a:lnTo>
                <a:lnTo>
                  <a:pt x="779440" y="257809"/>
                </a:lnTo>
                <a:lnTo>
                  <a:pt x="779708" y="256876"/>
                </a:lnTo>
                <a:lnTo>
                  <a:pt x="780975" y="256106"/>
                </a:lnTo>
                <a:lnTo>
                  <a:pt x="782533" y="256005"/>
                </a:lnTo>
                <a:lnTo>
                  <a:pt x="783360" y="256427"/>
                </a:lnTo>
                <a:close/>
                <a:moveTo>
                  <a:pt x="859050" y="256787"/>
                </a:moveTo>
                <a:lnTo>
                  <a:pt x="859940" y="257725"/>
                </a:lnTo>
                <a:lnTo>
                  <a:pt x="860559" y="259632"/>
                </a:lnTo>
                <a:lnTo>
                  <a:pt x="860400" y="260882"/>
                </a:lnTo>
                <a:lnTo>
                  <a:pt x="859598" y="261773"/>
                </a:lnTo>
                <a:lnTo>
                  <a:pt x="858425" y="262369"/>
                </a:lnTo>
                <a:lnTo>
                  <a:pt x="856290" y="262638"/>
                </a:lnTo>
                <a:lnTo>
                  <a:pt x="854830" y="262350"/>
                </a:lnTo>
                <a:lnTo>
                  <a:pt x="853104" y="261313"/>
                </a:lnTo>
                <a:lnTo>
                  <a:pt x="853505" y="260025"/>
                </a:lnTo>
                <a:lnTo>
                  <a:pt x="857124" y="256926"/>
                </a:lnTo>
                <a:lnTo>
                  <a:pt x="858050" y="256424"/>
                </a:lnTo>
                <a:lnTo>
                  <a:pt x="859050" y="256787"/>
                </a:lnTo>
                <a:close/>
                <a:moveTo>
                  <a:pt x="820575" y="259622"/>
                </a:moveTo>
                <a:lnTo>
                  <a:pt x="821109" y="260597"/>
                </a:lnTo>
                <a:lnTo>
                  <a:pt x="820054" y="261200"/>
                </a:lnTo>
                <a:lnTo>
                  <a:pt x="817605" y="261134"/>
                </a:lnTo>
                <a:lnTo>
                  <a:pt x="816866" y="260489"/>
                </a:lnTo>
                <a:lnTo>
                  <a:pt x="817439" y="259481"/>
                </a:lnTo>
                <a:lnTo>
                  <a:pt x="818375" y="259091"/>
                </a:lnTo>
                <a:lnTo>
                  <a:pt x="820575" y="259622"/>
                </a:lnTo>
                <a:close/>
                <a:moveTo>
                  <a:pt x="823680" y="267677"/>
                </a:moveTo>
                <a:lnTo>
                  <a:pt x="823855" y="268214"/>
                </a:lnTo>
                <a:lnTo>
                  <a:pt x="823363" y="269218"/>
                </a:lnTo>
                <a:lnTo>
                  <a:pt x="820270" y="270454"/>
                </a:lnTo>
                <a:lnTo>
                  <a:pt x="817515" y="270152"/>
                </a:lnTo>
                <a:lnTo>
                  <a:pt x="815660" y="269037"/>
                </a:lnTo>
                <a:lnTo>
                  <a:pt x="815244" y="268218"/>
                </a:lnTo>
                <a:lnTo>
                  <a:pt x="816126" y="267122"/>
                </a:lnTo>
                <a:lnTo>
                  <a:pt x="818729" y="266711"/>
                </a:lnTo>
                <a:lnTo>
                  <a:pt x="821828" y="266918"/>
                </a:lnTo>
                <a:lnTo>
                  <a:pt x="823680" y="267677"/>
                </a:lnTo>
                <a:close/>
                <a:moveTo>
                  <a:pt x="834120" y="269432"/>
                </a:moveTo>
                <a:lnTo>
                  <a:pt x="834934" y="272173"/>
                </a:lnTo>
                <a:lnTo>
                  <a:pt x="834922" y="277578"/>
                </a:lnTo>
                <a:lnTo>
                  <a:pt x="834120" y="280007"/>
                </a:lnTo>
                <a:lnTo>
                  <a:pt x="832782" y="280579"/>
                </a:lnTo>
                <a:lnTo>
                  <a:pt x="826048" y="276232"/>
                </a:lnTo>
                <a:lnTo>
                  <a:pt x="825614" y="275718"/>
                </a:lnTo>
                <a:lnTo>
                  <a:pt x="825475" y="274428"/>
                </a:lnTo>
                <a:lnTo>
                  <a:pt x="826938" y="272124"/>
                </a:lnTo>
                <a:lnTo>
                  <a:pt x="830160" y="269837"/>
                </a:lnTo>
                <a:lnTo>
                  <a:pt x="832916" y="268605"/>
                </a:lnTo>
                <a:lnTo>
                  <a:pt x="834120" y="269432"/>
                </a:lnTo>
                <a:close/>
                <a:moveTo>
                  <a:pt x="809865" y="270332"/>
                </a:moveTo>
                <a:lnTo>
                  <a:pt x="812499" y="273083"/>
                </a:lnTo>
                <a:lnTo>
                  <a:pt x="813105" y="274604"/>
                </a:lnTo>
                <a:lnTo>
                  <a:pt x="812884" y="275738"/>
                </a:lnTo>
                <a:lnTo>
                  <a:pt x="810984" y="277263"/>
                </a:lnTo>
                <a:lnTo>
                  <a:pt x="806863" y="279567"/>
                </a:lnTo>
                <a:lnTo>
                  <a:pt x="804946" y="280145"/>
                </a:lnTo>
                <a:lnTo>
                  <a:pt x="803660" y="279902"/>
                </a:lnTo>
                <a:lnTo>
                  <a:pt x="802994" y="278520"/>
                </a:lnTo>
                <a:lnTo>
                  <a:pt x="802822" y="273880"/>
                </a:lnTo>
                <a:lnTo>
                  <a:pt x="803146" y="270650"/>
                </a:lnTo>
                <a:lnTo>
                  <a:pt x="803880" y="268847"/>
                </a:lnTo>
                <a:lnTo>
                  <a:pt x="807267" y="269321"/>
                </a:lnTo>
                <a:lnTo>
                  <a:pt x="809865" y="270332"/>
                </a:lnTo>
                <a:close/>
                <a:moveTo>
                  <a:pt x="823905" y="279827"/>
                </a:moveTo>
                <a:lnTo>
                  <a:pt x="826482" y="282537"/>
                </a:lnTo>
                <a:lnTo>
                  <a:pt x="826470" y="282909"/>
                </a:lnTo>
                <a:lnTo>
                  <a:pt x="825614" y="283394"/>
                </a:lnTo>
                <a:lnTo>
                  <a:pt x="818119" y="283685"/>
                </a:lnTo>
                <a:lnTo>
                  <a:pt x="815563" y="283332"/>
                </a:lnTo>
                <a:lnTo>
                  <a:pt x="814371" y="282566"/>
                </a:lnTo>
                <a:lnTo>
                  <a:pt x="814250" y="282006"/>
                </a:lnTo>
                <a:lnTo>
                  <a:pt x="814892" y="280488"/>
                </a:lnTo>
                <a:lnTo>
                  <a:pt x="817245" y="277487"/>
                </a:lnTo>
                <a:lnTo>
                  <a:pt x="820905" y="277727"/>
                </a:lnTo>
                <a:lnTo>
                  <a:pt x="823905" y="279827"/>
                </a:lnTo>
                <a:close/>
                <a:moveTo>
                  <a:pt x="823410" y="288827"/>
                </a:moveTo>
                <a:lnTo>
                  <a:pt x="824019" y="289842"/>
                </a:lnTo>
                <a:lnTo>
                  <a:pt x="823374" y="290823"/>
                </a:lnTo>
                <a:lnTo>
                  <a:pt x="818550" y="292517"/>
                </a:lnTo>
                <a:lnTo>
                  <a:pt x="815507" y="290953"/>
                </a:lnTo>
                <a:lnTo>
                  <a:pt x="814526" y="289836"/>
                </a:lnTo>
                <a:lnTo>
                  <a:pt x="815040" y="288917"/>
                </a:lnTo>
                <a:lnTo>
                  <a:pt x="817336" y="288254"/>
                </a:lnTo>
                <a:lnTo>
                  <a:pt x="821341" y="288214"/>
                </a:lnTo>
                <a:lnTo>
                  <a:pt x="823410" y="288827"/>
                </a:lnTo>
                <a:close/>
                <a:moveTo>
                  <a:pt x="808830" y="291797"/>
                </a:moveTo>
                <a:lnTo>
                  <a:pt x="810291" y="292679"/>
                </a:lnTo>
                <a:lnTo>
                  <a:pt x="812019" y="294435"/>
                </a:lnTo>
                <a:lnTo>
                  <a:pt x="812861" y="296252"/>
                </a:lnTo>
                <a:lnTo>
                  <a:pt x="812745" y="297242"/>
                </a:lnTo>
                <a:lnTo>
                  <a:pt x="811598" y="298250"/>
                </a:lnTo>
                <a:lnTo>
                  <a:pt x="808644" y="299025"/>
                </a:lnTo>
                <a:lnTo>
                  <a:pt x="805436" y="298791"/>
                </a:lnTo>
                <a:lnTo>
                  <a:pt x="803835" y="298007"/>
                </a:lnTo>
                <a:lnTo>
                  <a:pt x="802941" y="296980"/>
                </a:lnTo>
                <a:lnTo>
                  <a:pt x="802643" y="295555"/>
                </a:lnTo>
                <a:lnTo>
                  <a:pt x="802842" y="292347"/>
                </a:lnTo>
                <a:lnTo>
                  <a:pt x="803471" y="291104"/>
                </a:lnTo>
                <a:lnTo>
                  <a:pt x="805402" y="290665"/>
                </a:lnTo>
                <a:lnTo>
                  <a:pt x="808830" y="291797"/>
                </a:lnTo>
                <a:close/>
                <a:moveTo>
                  <a:pt x="834750" y="292607"/>
                </a:moveTo>
                <a:lnTo>
                  <a:pt x="835169" y="295357"/>
                </a:lnTo>
                <a:lnTo>
                  <a:pt x="834949" y="298453"/>
                </a:lnTo>
                <a:lnTo>
                  <a:pt x="834384" y="299912"/>
                </a:lnTo>
                <a:lnTo>
                  <a:pt x="833433" y="300662"/>
                </a:lnTo>
                <a:lnTo>
                  <a:pt x="831568" y="300547"/>
                </a:lnTo>
                <a:lnTo>
                  <a:pt x="827170" y="298193"/>
                </a:lnTo>
                <a:lnTo>
                  <a:pt x="826121" y="297113"/>
                </a:lnTo>
                <a:lnTo>
                  <a:pt x="826061" y="296250"/>
                </a:lnTo>
                <a:lnTo>
                  <a:pt x="826875" y="294587"/>
                </a:lnTo>
                <a:lnTo>
                  <a:pt x="830267" y="291729"/>
                </a:lnTo>
                <a:lnTo>
                  <a:pt x="833029" y="290908"/>
                </a:lnTo>
                <a:lnTo>
                  <a:pt x="833918" y="291372"/>
                </a:lnTo>
                <a:lnTo>
                  <a:pt x="834750" y="292607"/>
                </a:lnTo>
                <a:close/>
                <a:moveTo>
                  <a:pt x="797850" y="292337"/>
                </a:moveTo>
                <a:lnTo>
                  <a:pt x="798651" y="293863"/>
                </a:lnTo>
                <a:lnTo>
                  <a:pt x="798722" y="295745"/>
                </a:lnTo>
                <a:lnTo>
                  <a:pt x="798082" y="297468"/>
                </a:lnTo>
                <a:lnTo>
                  <a:pt x="796680" y="298952"/>
                </a:lnTo>
                <a:lnTo>
                  <a:pt x="783191" y="299453"/>
                </a:lnTo>
                <a:lnTo>
                  <a:pt x="781765" y="299240"/>
                </a:lnTo>
                <a:lnTo>
                  <a:pt x="780615" y="298232"/>
                </a:lnTo>
                <a:lnTo>
                  <a:pt x="781512" y="296918"/>
                </a:lnTo>
                <a:lnTo>
                  <a:pt x="782612" y="296123"/>
                </a:lnTo>
                <a:lnTo>
                  <a:pt x="788920" y="294151"/>
                </a:lnTo>
                <a:lnTo>
                  <a:pt x="793961" y="291954"/>
                </a:lnTo>
                <a:lnTo>
                  <a:pt x="796023" y="291526"/>
                </a:lnTo>
                <a:lnTo>
                  <a:pt x="797850" y="292337"/>
                </a:lnTo>
                <a:close/>
                <a:moveTo>
                  <a:pt x="846450" y="292832"/>
                </a:moveTo>
                <a:lnTo>
                  <a:pt x="859468" y="299632"/>
                </a:lnTo>
                <a:lnTo>
                  <a:pt x="860524" y="300510"/>
                </a:lnTo>
                <a:lnTo>
                  <a:pt x="860611" y="301704"/>
                </a:lnTo>
                <a:lnTo>
                  <a:pt x="859116" y="302453"/>
                </a:lnTo>
                <a:lnTo>
                  <a:pt x="851670" y="302417"/>
                </a:lnTo>
                <a:lnTo>
                  <a:pt x="843777" y="301858"/>
                </a:lnTo>
                <a:lnTo>
                  <a:pt x="841129" y="300982"/>
                </a:lnTo>
                <a:lnTo>
                  <a:pt x="840242" y="300002"/>
                </a:lnTo>
                <a:lnTo>
                  <a:pt x="839493" y="297865"/>
                </a:lnTo>
                <a:lnTo>
                  <a:pt x="839287" y="294458"/>
                </a:lnTo>
                <a:lnTo>
                  <a:pt x="839715" y="292519"/>
                </a:lnTo>
                <a:lnTo>
                  <a:pt x="840387" y="291827"/>
                </a:lnTo>
                <a:lnTo>
                  <a:pt x="842141" y="291397"/>
                </a:lnTo>
                <a:lnTo>
                  <a:pt x="844308" y="291753"/>
                </a:lnTo>
                <a:lnTo>
                  <a:pt x="846450" y="292832"/>
                </a:lnTo>
                <a:close/>
                <a:moveTo>
                  <a:pt x="821745" y="307637"/>
                </a:moveTo>
                <a:lnTo>
                  <a:pt x="822549" y="308813"/>
                </a:lnTo>
                <a:lnTo>
                  <a:pt x="821430" y="310292"/>
                </a:lnTo>
                <a:lnTo>
                  <a:pt x="819564" y="311161"/>
                </a:lnTo>
                <a:lnTo>
                  <a:pt x="818505" y="311040"/>
                </a:lnTo>
                <a:lnTo>
                  <a:pt x="817705" y="310406"/>
                </a:lnTo>
                <a:lnTo>
                  <a:pt x="817200" y="308582"/>
                </a:lnTo>
                <a:lnTo>
                  <a:pt x="817850" y="307652"/>
                </a:lnTo>
                <a:lnTo>
                  <a:pt x="819989" y="307206"/>
                </a:lnTo>
                <a:lnTo>
                  <a:pt x="821745" y="307637"/>
                </a:lnTo>
                <a:close/>
                <a:moveTo>
                  <a:pt x="806850" y="309887"/>
                </a:moveTo>
                <a:lnTo>
                  <a:pt x="811850" y="313165"/>
                </a:lnTo>
                <a:lnTo>
                  <a:pt x="812595" y="315148"/>
                </a:lnTo>
                <a:lnTo>
                  <a:pt x="811706" y="316313"/>
                </a:lnTo>
                <a:lnTo>
                  <a:pt x="806049" y="319634"/>
                </a:lnTo>
                <a:lnTo>
                  <a:pt x="803551" y="320046"/>
                </a:lnTo>
                <a:lnTo>
                  <a:pt x="802564" y="319100"/>
                </a:lnTo>
                <a:lnTo>
                  <a:pt x="802096" y="317147"/>
                </a:lnTo>
                <a:lnTo>
                  <a:pt x="802666" y="310653"/>
                </a:lnTo>
                <a:lnTo>
                  <a:pt x="803832" y="309176"/>
                </a:lnTo>
                <a:lnTo>
                  <a:pt x="805097" y="309182"/>
                </a:lnTo>
                <a:lnTo>
                  <a:pt x="806850" y="309887"/>
                </a:lnTo>
                <a:close/>
                <a:moveTo>
                  <a:pt x="835875" y="310517"/>
                </a:moveTo>
                <a:lnTo>
                  <a:pt x="837166" y="312488"/>
                </a:lnTo>
                <a:lnTo>
                  <a:pt x="837797" y="314807"/>
                </a:lnTo>
                <a:lnTo>
                  <a:pt x="837510" y="317951"/>
                </a:lnTo>
                <a:lnTo>
                  <a:pt x="836495" y="319164"/>
                </a:lnTo>
                <a:lnTo>
                  <a:pt x="835240" y="319261"/>
                </a:lnTo>
                <a:lnTo>
                  <a:pt x="832692" y="318328"/>
                </a:lnTo>
                <a:lnTo>
                  <a:pt x="828805" y="316359"/>
                </a:lnTo>
                <a:lnTo>
                  <a:pt x="827341" y="315193"/>
                </a:lnTo>
                <a:lnTo>
                  <a:pt x="827229" y="314006"/>
                </a:lnTo>
                <a:lnTo>
                  <a:pt x="828030" y="312571"/>
                </a:lnTo>
                <a:lnTo>
                  <a:pt x="831123" y="310062"/>
                </a:lnTo>
                <a:lnTo>
                  <a:pt x="833715" y="309434"/>
                </a:lnTo>
                <a:lnTo>
                  <a:pt x="835875" y="310517"/>
                </a:lnTo>
                <a:close/>
                <a:moveTo>
                  <a:pt x="823230" y="319607"/>
                </a:moveTo>
                <a:lnTo>
                  <a:pt x="830421" y="324015"/>
                </a:lnTo>
                <a:lnTo>
                  <a:pt x="831780" y="325277"/>
                </a:lnTo>
                <a:lnTo>
                  <a:pt x="831992" y="326074"/>
                </a:lnTo>
                <a:lnTo>
                  <a:pt x="831392" y="327510"/>
                </a:lnTo>
                <a:lnTo>
                  <a:pt x="829711" y="329201"/>
                </a:lnTo>
                <a:lnTo>
                  <a:pt x="823802" y="333584"/>
                </a:lnTo>
                <a:lnTo>
                  <a:pt x="821472" y="334777"/>
                </a:lnTo>
                <a:lnTo>
                  <a:pt x="818977" y="335333"/>
                </a:lnTo>
                <a:lnTo>
                  <a:pt x="816291" y="334566"/>
                </a:lnTo>
                <a:lnTo>
                  <a:pt x="809516" y="329824"/>
                </a:lnTo>
                <a:lnTo>
                  <a:pt x="806237" y="326177"/>
                </a:lnTo>
                <a:lnTo>
                  <a:pt x="806231" y="325278"/>
                </a:lnTo>
                <a:lnTo>
                  <a:pt x="807351" y="324096"/>
                </a:lnTo>
                <a:lnTo>
                  <a:pt x="817948" y="318306"/>
                </a:lnTo>
                <a:lnTo>
                  <a:pt x="819473" y="318092"/>
                </a:lnTo>
                <a:lnTo>
                  <a:pt x="823230" y="319607"/>
                </a:lnTo>
                <a:close/>
                <a:moveTo>
                  <a:pt x="804285" y="331532"/>
                </a:moveTo>
                <a:lnTo>
                  <a:pt x="811371" y="336597"/>
                </a:lnTo>
                <a:lnTo>
                  <a:pt x="812883" y="338797"/>
                </a:lnTo>
                <a:lnTo>
                  <a:pt x="813015" y="340172"/>
                </a:lnTo>
                <a:lnTo>
                  <a:pt x="802012" y="348227"/>
                </a:lnTo>
                <a:lnTo>
                  <a:pt x="797625" y="349937"/>
                </a:lnTo>
                <a:lnTo>
                  <a:pt x="796348" y="348274"/>
                </a:lnTo>
                <a:lnTo>
                  <a:pt x="796106" y="347085"/>
                </a:lnTo>
                <a:lnTo>
                  <a:pt x="798092" y="340245"/>
                </a:lnTo>
                <a:lnTo>
                  <a:pt x="799436" y="332582"/>
                </a:lnTo>
                <a:lnTo>
                  <a:pt x="800685" y="331155"/>
                </a:lnTo>
                <a:lnTo>
                  <a:pt x="802263" y="331063"/>
                </a:lnTo>
                <a:lnTo>
                  <a:pt x="804285" y="331532"/>
                </a:lnTo>
                <a:close/>
                <a:moveTo>
                  <a:pt x="838035" y="331847"/>
                </a:moveTo>
                <a:lnTo>
                  <a:pt x="839901" y="335984"/>
                </a:lnTo>
                <a:lnTo>
                  <a:pt x="841537" y="343545"/>
                </a:lnTo>
                <a:lnTo>
                  <a:pt x="841827" y="348618"/>
                </a:lnTo>
                <a:lnTo>
                  <a:pt x="841567" y="349549"/>
                </a:lnTo>
                <a:lnTo>
                  <a:pt x="840494" y="350312"/>
                </a:lnTo>
                <a:lnTo>
                  <a:pt x="838660" y="349656"/>
                </a:lnTo>
                <a:lnTo>
                  <a:pt x="828309" y="342454"/>
                </a:lnTo>
                <a:lnTo>
                  <a:pt x="825750" y="340037"/>
                </a:lnTo>
                <a:lnTo>
                  <a:pt x="828336" y="336904"/>
                </a:lnTo>
                <a:lnTo>
                  <a:pt x="835152" y="331415"/>
                </a:lnTo>
                <a:lnTo>
                  <a:pt x="836654" y="331091"/>
                </a:lnTo>
                <a:lnTo>
                  <a:pt x="838035" y="331847"/>
                </a:lnTo>
                <a:close/>
                <a:moveTo>
                  <a:pt x="823860" y="344942"/>
                </a:moveTo>
                <a:lnTo>
                  <a:pt x="833419" y="351548"/>
                </a:lnTo>
                <a:lnTo>
                  <a:pt x="837178" y="353381"/>
                </a:lnTo>
                <a:lnTo>
                  <a:pt x="837704" y="354189"/>
                </a:lnTo>
                <a:lnTo>
                  <a:pt x="837819" y="355908"/>
                </a:lnTo>
                <a:lnTo>
                  <a:pt x="837292" y="357272"/>
                </a:lnTo>
                <a:lnTo>
                  <a:pt x="835988" y="358442"/>
                </a:lnTo>
                <a:lnTo>
                  <a:pt x="831813" y="360876"/>
                </a:lnTo>
                <a:lnTo>
                  <a:pt x="823776" y="366571"/>
                </a:lnTo>
                <a:lnTo>
                  <a:pt x="820992" y="367146"/>
                </a:lnTo>
                <a:lnTo>
                  <a:pt x="818491" y="366129"/>
                </a:lnTo>
                <a:lnTo>
                  <a:pt x="808045" y="358886"/>
                </a:lnTo>
                <a:lnTo>
                  <a:pt x="805662" y="356372"/>
                </a:lnTo>
                <a:lnTo>
                  <a:pt x="805385" y="354877"/>
                </a:lnTo>
                <a:lnTo>
                  <a:pt x="806910" y="352706"/>
                </a:lnTo>
                <a:lnTo>
                  <a:pt x="818224" y="344413"/>
                </a:lnTo>
                <a:lnTo>
                  <a:pt x="820485" y="343637"/>
                </a:lnTo>
                <a:lnTo>
                  <a:pt x="823860" y="344942"/>
                </a:lnTo>
                <a:close/>
                <a:moveTo>
                  <a:pt x="799290" y="361097"/>
                </a:moveTo>
                <a:lnTo>
                  <a:pt x="810506" y="369067"/>
                </a:lnTo>
                <a:lnTo>
                  <a:pt x="812700" y="371109"/>
                </a:lnTo>
                <a:lnTo>
                  <a:pt x="813187" y="372590"/>
                </a:lnTo>
                <a:lnTo>
                  <a:pt x="811305" y="374552"/>
                </a:lnTo>
                <a:lnTo>
                  <a:pt x="795770" y="384859"/>
                </a:lnTo>
                <a:lnTo>
                  <a:pt x="792769" y="385908"/>
                </a:lnTo>
                <a:lnTo>
                  <a:pt x="791699" y="384920"/>
                </a:lnTo>
                <a:lnTo>
                  <a:pt x="791331" y="380744"/>
                </a:lnTo>
                <a:lnTo>
                  <a:pt x="792576" y="370031"/>
                </a:lnTo>
                <a:lnTo>
                  <a:pt x="793757" y="364365"/>
                </a:lnTo>
                <a:lnTo>
                  <a:pt x="795156" y="361184"/>
                </a:lnTo>
                <a:lnTo>
                  <a:pt x="796384" y="360096"/>
                </a:lnTo>
                <a:lnTo>
                  <a:pt x="797647" y="359970"/>
                </a:lnTo>
                <a:lnTo>
                  <a:pt x="799290" y="361097"/>
                </a:lnTo>
                <a:close/>
                <a:moveTo>
                  <a:pt x="844110" y="361367"/>
                </a:moveTo>
                <a:lnTo>
                  <a:pt x="844795" y="363131"/>
                </a:lnTo>
                <a:lnTo>
                  <a:pt x="846060" y="374990"/>
                </a:lnTo>
                <a:lnTo>
                  <a:pt x="847575" y="382292"/>
                </a:lnTo>
                <a:lnTo>
                  <a:pt x="847084" y="384026"/>
                </a:lnTo>
                <a:lnTo>
                  <a:pt x="845796" y="384604"/>
                </a:lnTo>
                <a:lnTo>
                  <a:pt x="842880" y="383725"/>
                </a:lnTo>
                <a:lnTo>
                  <a:pt x="829476" y="374140"/>
                </a:lnTo>
                <a:lnTo>
                  <a:pt x="827963" y="372721"/>
                </a:lnTo>
                <a:lnTo>
                  <a:pt x="827676" y="371892"/>
                </a:lnTo>
                <a:lnTo>
                  <a:pt x="828102" y="370259"/>
                </a:lnTo>
                <a:lnTo>
                  <a:pt x="829534" y="368525"/>
                </a:lnTo>
                <a:lnTo>
                  <a:pt x="836814" y="363707"/>
                </a:lnTo>
                <a:lnTo>
                  <a:pt x="840371" y="360645"/>
                </a:lnTo>
                <a:lnTo>
                  <a:pt x="842085" y="360467"/>
                </a:lnTo>
                <a:lnTo>
                  <a:pt x="844110" y="361367"/>
                </a:lnTo>
                <a:close/>
                <a:moveTo>
                  <a:pt x="822825" y="377297"/>
                </a:moveTo>
                <a:lnTo>
                  <a:pt x="841491" y="389976"/>
                </a:lnTo>
                <a:lnTo>
                  <a:pt x="841697" y="390677"/>
                </a:lnTo>
                <a:lnTo>
                  <a:pt x="841111" y="391771"/>
                </a:lnTo>
                <a:lnTo>
                  <a:pt x="837386" y="394809"/>
                </a:lnTo>
                <a:lnTo>
                  <a:pt x="821827" y="402126"/>
                </a:lnTo>
                <a:lnTo>
                  <a:pt x="818222" y="402634"/>
                </a:lnTo>
                <a:lnTo>
                  <a:pt x="815487" y="401824"/>
                </a:lnTo>
                <a:lnTo>
                  <a:pt x="803221" y="395323"/>
                </a:lnTo>
                <a:lnTo>
                  <a:pt x="800779" y="393738"/>
                </a:lnTo>
                <a:lnTo>
                  <a:pt x="798619" y="391692"/>
                </a:lnTo>
                <a:lnTo>
                  <a:pt x="798343" y="390690"/>
                </a:lnTo>
                <a:lnTo>
                  <a:pt x="799549" y="389334"/>
                </a:lnTo>
                <a:lnTo>
                  <a:pt x="816187" y="377624"/>
                </a:lnTo>
                <a:lnTo>
                  <a:pt x="819506" y="376385"/>
                </a:lnTo>
                <a:lnTo>
                  <a:pt x="822825" y="377297"/>
                </a:lnTo>
                <a:close/>
                <a:moveTo>
                  <a:pt x="848295" y="396107"/>
                </a:moveTo>
                <a:lnTo>
                  <a:pt x="849016" y="398377"/>
                </a:lnTo>
                <a:lnTo>
                  <a:pt x="850354" y="408443"/>
                </a:lnTo>
                <a:lnTo>
                  <a:pt x="851801" y="414964"/>
                </a:lnTo>
                <a:lnTo>
                  <a:pt x="851545" y="417634"/>
                </a:lnTo>
                <a:lnTo>
                  <a:pt x="850476" y="419124"/>
                </a:lnTo>
                <a:lnTo>
                  <a:pt x="848935" y="419000"/>
                </a:lnTo>
                <a:lnTo>
                  <a:pt x="846090" y="417769"/>
                </a:lnTo>
                <a:lnTo>
                  <a:pt x="829819" y="409477"/>
                </a:lnTo>
                <a:lnTo>
                  <a:pt x="828028" y="408138"/>
                </a:lnTo>
                <a:lnTo>
                  <a:pt x="827579" y="405880"/>
                </a:lnTo>
                <a:lnTo>
                  <a:pt x="828070" y="404692"/>
                </a:lnTo>
                <a:lnTo>
                  <a:pt x="828794" y="404076"/>
                </a:lnTo>
                <a:lnTo>
                  <a:pt x="833409" y="402304"/>
                </a:lnTo>
                <a:lnTo>
                  <a:pt x="841100" y="398344"/>
                </a:lnTo>
                <a:lnTo>
                  <a:pt x="845061" y="395822"/>
                </a:lnTo>
                <a:lnTo>
                  <a:pt x="846967" y="395482"/>
                </a:lnTo>
                <a:lnTo>
                  <a:pt x="848295" y="396107"/>
                </a:lnTo>
                <a:close/>
                <a:moveTo>
                  <a:pt x="795600" y="397457"/>
                </a:moveTo>
                <a:lnTo>
                  <a:pt x="807778" y="404231"/>
                </a:lnTo>
                <a:lnTo>
                  <a:pt x="808913" y="405429"/>
                </a:lnTo>
                <a:lnTo>
                  <a:pt x="808928" y="406835"/>
                </a:lnTo>
                <a:lnTo>
                  <a:pt x="808031" y="408268"/>
                </a:lnTo>
                <a:lnTo>
                  <a:pt x="806284" y="409434"/>
                </a:lnTo>
                <a:lnTo>
                  <a:pt x="800875" y="411439"/>
                </a:lnTo>
                <a:lnTo>
                  <a:pt x="790741" y="416591"/>
                </a:lnTo>
                <a:lnTo>
                  <a:pt x="788445" y="416835"/>
                </a:lnTo>
                <a:lnTo>
                  <a:pt x="787496" y="415778"/>
                </a:lnTo>
                <a:lnTo>
                  <a:pt x="787320" y="414512"/>
                </a:lnTo>
                <a:lnTo>
                  <a:pt x="788175" y="403824"/>
                </a:lnTo>
                <a:lnTo>
                  <a:pt x="789300" y="396512"/>
                </a:lnTo>
                <a:lnTo>
                  <a:pt x="790106" y="395975"/>
                </a:lnTo>
                <a:lnTo>
                  <a:pt x="791876" y="395871"/>
                </a:lnTo>
                <a:lnTo>
                  <a:pt x="795600" y="397457"/>
                </a:lnTo>
                <a:close/>
                <a:moveTo>
                  <a:pt x="821925" y="411992"/>
                </a:moveTo>
                <a:lnTo>
                  <a:pt x="840703" y="422314"/>
                </a:lnTo>
                <a:lnTo>
                  <a:pt x="841956" y="423422"/>
                </a:lnTo>
                <a:lnTo>
                  <a:pt x="842386" y="425393"/>
                </a:lnTo>
                <a:lnTo>
                  <a:pt x="842123" y="426630"/>
                </a:lnTo>
                <a:lnTo>
                  <a:pt x="841106" y="427725"/>
                </a:lnTo>
                <a:lnTo>
                  <a:pt x="822127" y="441812"/>
                </a:lnTo>
                <a:lnTo>
                  <a:pt x="820371" y="442799"/>
                </a:lnTo>
                <a:lnTo>
                  <a:pt x="818685" y="442924"/>
                </a:lnTo>
                <a:lnTo>
                  <a:pt x="815520" y="441337"/>
                </a:lnTo>
                <a:lnTo>
                  <a:pt x="799912" y="429279"/>
                </a:lnTo>
                <a:lnTo>
                  <a:pt x="795285" y="425329"/>
                </a:lnTo>
                <a:lnTo>
                  <a:pt x="793866" y="423165"/>
                </a:lnTo>
                <a:lnTo>
                  <a:pt x="794205" y="422207"/>
                </a:lnTo>
                <a:lnTo>
                  <a:pt x="795477" y="421336"/>
                </a:lnTo>
                <a:lnTo>
                  <a:pt x="811622" y="413222"/>
                </a:lnTo>
                <a:lnTo>
                  <a:pt x="815423" y="410892"/>
                </a:lnTo>
                <a:lnTo>
                  <a:pt x="818566" y="410526"/>
                </a:lnTo>
                <a:lnTo>
                  <a:pt x="821925" y="411992"/>
                </a:lnTo>
                <a:close/>
                <a:moveTo>
                  <a:pt x="792000" y="431477"/>
                </a:moveTo>
                <a:lnTo>
                  <a:pt x="809485" y="444401"/>
                </a:lnTo>
                <a:lnTo>
                  <a:pt x="811559" y="446335"/>
                </a:lnTo>
                <a:lnTo>
                  <a:pt x="812250" y="447812"/>
                </a:lnTo>
                <a:lnTo>
                  <a:pt x="811374" y="449208"/>
                </a:lnTo>
                <a:lnTo>
                  <a:pt x="808442" y="451814"/>
                </a:lnTo>
                <a:lnTo>
                  <a:pt x="803436" y="455097"/>
                </a:lnTo>
                <a:lnTo>
                  <a:pt x="783261" y="470098"/>
                </a:lnTo>
                <a:lnTo>
                  <a:pt x="781851" y="470357"/>
                </a:lnTo>
                <a:lnTo>
                  <a:pt x="780618" y="469543"/>
                </a:lnTo>
                <a:lnTo>
                  <a:pt x="780464" y="466686"/>
                </a:lnTo>
                <a:lnTo>
                  <a:pt x="784790" y="431467"/>
                </a:lnTo>
                <a:lnTo>
                  <a:pt x="785582" y="429254"/>
                </a:lnTo>
                <a:lnTo>
                  <a:pt x="786900" y="428595"/>
                </a:lnTo>
                <a:lnTo>
                  <a:pt x="788966" y="429374"/>
                </a:lnTo>
                <a:lnTo>
                  <a:pt x="792000" y="431477"/>
                </a:lnTo>
                <a:close/>
                <a:moveTo>
                  <a:pt x="852615" y="431972"/>
                </a:moveTo>
                <a:lnTo>
                  <a:pt x="853439" y="435790"/>
                </a:lnTo>
                <a:lnTo>
                  <a:pt x="855600" y="454688"/>
                </a:lnTo>
                <a:lnTo>
                  <a:pt x="856552" y="467680"/>
                </a:lnTo>
                <a:lnTo>
                  <a:pt x="856436" y="469788"/>
                </a:lnTo>
                <a:lnTo>
                  <a:pt x="855759" y="470908"/>
                </a:lnTo>
                <a:lnTo>
                  <a:pt x="855216" y="471093"/>
                </a:lnTo>
                <a:lnTo>
                  <a:pt x="852785" y="470118"/>
                </a:lnTo>
                <a:lnTo>
                  <a:pt x="830958" y="453031"/>
                </a:lnTo>
                <a:lnTo>
                  <a:pt x="827464" y="449893"/>
                </a:lnTo>
                <a:lnTo>
                  <a:pt x="826200" y="447992"/>
                </a:lnTo>
                <a:lnTo>
                  <a:pt x="827814" y="446158"/>
                </a:lnTo>
                <a:lnTo>
                  <a:pt x="832912" y="442251"/>
                </a:lnTo>
                <a:lnTo>
                  <a:pt x="848174" y="431557"/>
                </a:lnTo>
                <a:lnTo>
                  <a:pt x="851265" y="430352"/>
                </a:lnTo>
                <a:lnTo>
                  <a:pt x="852615" y="431972"/>
                </a:lnTo>
                <a:close/>
                <a:moveTo>
                  <a:pt x="277650" y="139157"/>
                </a:moveTo>
                <a:lnTo>
                  <a:pt x="274617" y="140719"/>
                </a:lnTo>
                <a:lnTo>
                  <a:pt x="271468" y="143544"/>
                </a:lnTo>
                <a:lnTo>
                  <a:pt x="267136" y="144964"/>
                </a:lnTo>
                <a:lnTo>
                  <a:pt x="264363" y="146658"/>
                </a:lnTo>
                <a:lnTo>
                  <a:pt x="255818" y="157775"/>
                </a:lnTo>
                <a:lnTo>
                  <a:pt x="254870" y="159524"/>
                </a:lnTo>
                <a:lnTo>
                  <a:pt x="254724" y="161224"/>
                </a:lnTo>
                <a:lnTo>
                  <a:pt x="258098" y="172869"/>
                </a:lnTo>
                <a:lnTo>
                  <a:pt x="258042" y="174780"/>
                </a:lnTo>
                <a:lnTo>
                  <a:pt x="250914" y="183409"/>
                </a:lnTo>
                <a:lnTo>
                  <a:pt x="246901" y="191257"/>
                </a:lnTo>
                <a:lnTo>
                  <a:pt x="245647" y="192138"/>
                </a:lnTo>
                <a:lnTo>
                  <a:pt x="242203" y="192334"/>
                </a:lnTo>
                <a:lnTo>
                  <a:pt x="239202" y="194082"/>
                </a:lnTo>
                <a:lnTo>
                  <a:pt x="234320" y="199575"/>
                </a:lnTo>
                <a:lnTo>
                  <a:pt x="232798" y="203207"/>
                </a:lnTo>
                <a:lnTo>
                  <a:pt x="232738" y="204978"/>
                </a:lnTo>
                <a:lnTo>
                  <a:pt x="233894" y="208085"/>
                </a:lnTo>
                <a:lnTo>
                  <a:pt x="239303" y="217359"/>
                </a:lnTo>
                <a:lnTo>
                  <a:pt x="238892" y="218333"/>
                </a:lnTo>
                <a:lnTo>
                  <a:pt x="236013" y="220686"/>
                </a:lnTo>
                <a:lnTo>
                  <a:pt x="234827" y="222548"/>
                </a:lnTo>
                <a:lnTo>
                  <a:pt x="234649" y="224616"/>
                </a:lnTo>
                <a:lnTo>
                  <a:pt x="235716" y="229073"/>
                </a:lnTo>
                <a:lnTo>
                  <a:pt x="233986" y="234436"/>
                </a:lnTo>
                <a:lnTo>
                  <a:pt x="233917" y="237563"/>
                </a:lnTo>
                <a:lnTo>
                  <a:pt x="237375" y="243972"/>
                </a:lnTo>
                <a:lnTo>
                  <a:pt x="241196" y="249462"/>
                </a:lnTo>
                <a:lnTo>
                  <a:pt x="241902" y="251758"/>
                </a:lnTo>
                <a:lnTo>
                  <a:pt x="242398" y="257259"/>
                </a:lnTo>
                <a:lnTo>
                  <a:pt x="244637" y="262738"/>
                </a:lnTo>
                <a:lnTo>
                  <a:pt x="245411" y="266788"/>
                </a:lnTo>
                <a:lnTo>
                  <a:pt x="246291" y="268223"/>
                </a:lnTo>
                <a:lnTo>
                  <a:pt x="247374" y="268710"/>
                </a:lnTo>
                <a:lnTo>
                  <a:pt x="251021" y="268907"/>
                </a:lnTo>
                <a:lnTo>
                  <a:pt x="253867" y="268088"/>
                </a:lnTo>
                <a:lnTo>
                  <a:pt x="255061" y="266547"/>
                </a:lnTo>
                <a:lnTo>
                  <a:pt x="255759" y="263267"/>
                </a:lnTo>
                <a:lnTo>
                  <a:pt x="254936" y="259039"/>
                </a:lnTo>
                <a:lnTo>
                  <a:pt x="252107" y="253873"/>
                </a:lnTo>
                <a:lnTo>
                  <a:pt x="250966" y="247844"/>
                </a:lnTo>
                <a:lnTo>
                  <a:pt x="249311" y="243214"/>
                </a:lnTo>
                <a:lnTo>
                  <a:pt x="247146" y="239106"/>
                </a:lnTo>
                <a:lnTo>
                  <a:pt x="244350" y="235502"/>
                </a:lnTo>
                <a:lnTo>
                  <a:pt x="245205" y="226952"/>
                </a:lnTo>
                <a:lnTo>
                  <a:pt x="250143" y="219095"/>
                </a:lnTo>
                <a:lnTo>
                  <a:pt x="251938" y="214346"/>
                </a:lnTo>
                <a:lnTo>
                  <a:pt x="251947" y="210558"/>
                </a:lnTo>
                <a:lnTo>
                  <a:pt x="249705" y="206882"/>
                </a:lnTo>
                <a:lnTo>
                  <a:pt x="255482" y="204003"/>
                </a:lnTo>
                <a:lnTo>
                  <a:pt x="258343" y="201346"/>
                </a:lnTo>
                <a:lnTo>
                  <a:pt x="258647" y="198870"/>
                </a:lnTo>
                <a:lnTo>
                  <a:pt x="256815" y="193832"/>
                </a:lnTo>
                <a:lnTo>
                  <a:pt x="259046" y="188648"/>
                </a:lnTo>
                <a:lnTo>
                  <a:pt x="265255" y="181527"/>
                </a:lnTo>
                <a:lnTo>
                  <a:pt x="267470" y="177369"/>
                </a:lnTo>
                <a:lnTo>
                  <a:pt x="267881" y="175288"/>
                </a:lnTo>
                <a:lnTo>
                  <a:pt x="267803" y="172297"/>
                </a:lnTo>
                <a:lnTo>
                  <a:pt x="266352" y="167823"/>
                </a:lnTo>
                <a:lnTo>
                  <a:pt x="265861" y="164109"/>
                </a:lnTo>
                <a:lnTo>
                  <a:pt x="266040" y="161702"/>
                </a:lnTo>
                <a:lnTo>
                  <a:pt x="266637" y="160099"/>
                </a:lnTo>
                <a:lnTo>
                  <a:pt x="268273" y="157511"/>
                </a:lnTo>
                <a:lnTo>
                  <a:pt x="270262" y="155398"/>
                </a:lnTo>
                <a:lnTo>
                  <a:pt x="275473" y="152814"/>
                </a:lnTo>
                <a:lnTo>
                  <a:pt x="278415" y="150587"/>
                </a:lnTo>
                <a:lnTo>
                  <a:pt x="281874" y="146861"/>
                </a:lnTo>
                <a:lnTo>
                  <a:pt x="283583" y="144062"/>
                </a:lnTo>
                <a:lnTo>
                  <a:pt x="283930" y="142375"/>
                </a:lnTo>
                <a:lnTo>
                  <a:pt x="283770" y="140597"/>
                </a:lnTo>
                <a:lnTo>
                  <a:pt x="282672" y="138334"/>
                </a:lnTo>
                <a:lnTo>
                  <a:pt x="280866" y="138161"/>
                </a:lnTo>
                <a:lnTo>
                  <a:pt x="277650" y="139157"/>
                </a:lnTo>
                <a:close/>
                <a:moveTo>
                  <a:pt x="669690" y="266237"/>
                </a:moveTo>
                <a:lnTo>
                  <a:pt x="668385" y="267407"/>
                </a:lnTo>
                <a:lnTo>
                  <a:pt x="668958" y="269892"/>
                </a:lnTo>
                <a:lnTo>
                  <a:pt x="671238" y="273179"/>
                </a:lnTo>
                <a:lnTo>
                  <a:pt x="673093" y="273718"/>
                </a:lnTo>
                <a:lnTo>
                  <a:pt x="678929" y="273806"/>
                </a:lnTo>
                <a:lnTo>
                  <a:pt x="682237" y="273207"/>
                </a:lnTo>
                <a:lnTo>
                  <a:pt x="685425" y="270485"/>
                </a:lnTo>
                <a:lnTo>
                  <a:pt x="686700" y="268172"/>
                </a:lnTo>
                <a:lnTo>
                  <a:pt x="686274" y="266944"/>
                </a:lnTo>
                <a:lnTo>
                  <a:pt x="684343" y="265939"/>
                </a:lnTo>
                <a:lnTo>
                  <a:pt x="681647" y="266088"/>
                </a:lnTo>
                <a:lnTo>
                  <a:pt x="677514" y="267958"/>
                </a:lnTo>
                <a:lnTo>
                  <a:pt x="672126" y="265968"/>
                </a:lnTo>
                <a:lnTo>
                  <a:pt x="669690" y="266237"/>
                </a:lnTo>
                <a:close/>
                <a:moveTo>
                  <a:pt x="9540" y="275642"/>
                </a:moveTo>
                <a:lnTo>
                  <a:pt x="6473" y="276038"/>
                </a:lnTo>
                <a:lnTo>
                  <a:pt x="4637" y="277212"/>
                </a:lnTo>
                <a:lnTo>
                  <a:pt x="4089" y="278387"/>
                </a:lnTo>
                <a:lnTo>
                  <a:pt x="3553" y="282509"/>
                </a:lnTo>
                <a:lnTo>
                  <a:pt x="3825" y="307592"/>
                </a:lnTo>
                <a:lnTo>
                  <a:pt x="5860" y="309206"/>
                </a:lnTo>
                <a:lnTo>
                  <a:pt x="8139" y="309628"/>
                </a:lnTo>
                <a:lnTo>
                  <a:pt x="10552" y="309394"/>
                </a:lnTo>
                <a:lnTo>
                  <a:pt x="13050" y="308087"/>
                </a:lnTo>
                <a:lnTo>
                  <a:pt x="13050" y="285677"/>
                </a:lnTo>
                <a:lnTo>
                  <a:pt x="14760" y="283562"/>
                </a:lnTo>
                <a:lnTo>
                  <a:pt x="22780" y="283136"/>
                </a:lnTo>
                <a:lnTo>
                  <a:pt x="24870" y="282703"/>
                </a:lnTo>
                <a:lnTo>
                  <a:pt x="26383" y="281438"/>
                </a:lnTo>
                <a:lnTo>
                  <a:pt x="27268" y="279522"/>
                </a:lnTo>
                <a:lnTo>
                  <a:pt x="26817" y="277741"/>
                </a:lnTo>
                <a:lnTo>
                  <a:pt x="24409" y="276032"/>
                </a:lnTo>
                <a:lnTo>
                  <a:pt x="17299" y="275384"/>
                </a:lnTo>
                <a:lnTo>
                  <a:pt x="9540" y="275642"/>
                </a:lnTo>
                <a:close/>
                <a:moveTo>
                  <a:pt x="48285" y="275732"/>
                </a:moveTo>
                <a:lnTo>
                  <a:pt x="46986" y="276703"/>
                </a:lnTo>
                <a:lnTo>
                  <a:pt x="45720" y="278522"/>
                </a:lnTo>
                <a:lnTo>
                  <a:pt x="45900" y="307862"/>
                </a:lnTo>
                <a:lnTo>
                  <a:pt x="47998" y="309467"/>
                </a:lnTo>
                <a:lnTo>
                  <a:pt x="50424" y="309847"/>
                </a:lnTo>
                <a:lnTo>
                  <a:pt x="54675" y="308312"/>
                </a:lnTo>
                <a:lnTo>
                  <a:pt x="55125" y="299852"/>
                </a:lnTo>
                <a:lnTo>
                  <a:pt x="57555" y="298465"/>
                </a:lnTo>
                <a:lnTo>
                  <a:pt x="62965" y="297397"/>
                </a:lnTo>
                <a:lnTo>
                  <a:pt x="66296" y="296280"/>
                </a:lnTo>
                <a:lnTo>
                  <a:pt x="70290" y="293822"/>
                </a:lnTo>
                <a:lnTo>
                  <a:pt x="71916" y="290851"/>
                </a:lnTo>
                <a:lnTo>
                  <a:pt x="72323" y="289068"/>
                </a:lnTo>
                <a:lnTo>
                  <a:pt x="72366" y="285266"/>
                </a:lnTo>
                <a:lnTo>
                  <a:pt x="71442" y="281632"/>
                </a:lnTo>
                <a:lnTo>
                  <a:pt x="70640" y="280058"/>
                </a:lnTo>
                <a:lnTo>
                  <a:pt x="69623" y="278743"/>
                </a:lnTo>
                <a:lnTo>
                  <a:pt x="67159" y="277219"/>
                </a:lnTo>
                <a:lnTo>
                  <a:pt x="63278" y="276276"/>
                </a:lnTo>
                <a:lnTo>
                  <a:pt x="55858" y="275389"/>
                </a:lnTo>
                <a:lnTo>
                  <a:pt x="51319" y="275299"/>
                </a:lnTo>
                <a:lnTo>
                  <a:pt x="48285" y="275732"/>
                </a:lnTo>
                <a:close/>
                <a:moveTo>
                  <a:pt x="61650" y="283787"/>
                </a:moveTo>
                <a:lnTo>
                  <a:pt x="63363" y="285085"/>
                </a:lnTo>
                <a:lnTo>
                  <a:pt x="63746" y="286212"/>
                </a:lnTo>
                <a:lnTo>
                  <a:pt x="63405" y="287567"/>
                </a:lnTo>
                <a:lnTo>
                  <a:pt x="61795" y="289506"/>
                </a:lnTo>
                <a:lnTo>
                  <a:pt x="60734" y="290074"/>
                </a:lnTo>
                <a:lnTo>
                  <a:pt x="58444" y="290430"/>
                </a:lnTo>
                <a:lnTo>
                  <a:pt x="56380" y="289776"/>
                </a:lnTo>
                <a:lnTo>
                  <a:pt x="55603" y="289082"/>
                </a:lnTo>
                <a:lnTo>
                  <a:pt x="55087" y="288149"/>
                </a:lnTo>
                <a:lnTo>
                  <a:pt x="54991" y="285968"/>
                </a:lnTo>
                <a:lnTo>
                  <a:pt x="56226" y="283771"/>
                </a:lnTo>
                <a:lnTo>
                  <a:pt x="58585" y="282983"/>
                </a:lnTo>
                <a:lnTo>
                  <a:pt x="61650" y="283787"/>
                </a:lnTo>
                <a:close/>
                <a:moveTo>
                  <a:pt x="91800" y="275507"/>
                </a:moveTo>
                <a:lnTo>
                  <a:pt x="90385" y="276760"/>
                </a:lnTo>
                <a:lnTo>
                  <a:pt x="90039" y="278016"/>
                </a:lnTo>
                <a:lnTo>
                  <a:pt x="90186" y="279477"/>
                </a:lnTo>
                <a:lnTo>
                  <a:pt x="97435" y="293971"/>
                </a:lnTo>
                <a:lnTo>
                  <a:pt x="99900" y="300032"/>
                </a:lnTo>
                <a:lnTo>
                  <a:pt x="99534" y="301280"/>
                </a:lnTo>
                <a:lnTo>
                  <a:pt x="98529" y="302193"/>
                </a:lnTo>
                <a:lnTo>
                  <a:pt x="95264" y="302847"/>
                </a:lnTo>
                <a:lnTo>
                  <a:pt x="93982" y="303671"/>
                </a:lnTo>
                <a:lnTo>
                  <a:pt x="93284" y="305164"/>
                </a:lnTo>
                <a:lnTo>
                  <a:pt x="93234" y="307570"/>
                </a:lnTo>
                <a:lnTo>
                  <a:pt x="93896" y="309224"/>
                </a:lnTo>
                <a:lnTo>
                  <a:pt x="95186" y="310247"/>
                </a:lnTo>
                <a:lnTo>
                  <a:pt x="97070" y="310622"/>
                </a:lnTo>
                <a:lnTo>
                  <a:pt x="99514" y="310332"/>
                </a:lnTo>
                <a:lnTo>
                  <a:pt x="103712" y="308618"/>
                </a:lnTo>
                <a:lnTo>
                  <a:pt x="105895" y="306757"/>
                </a:lnTo>
                <a:lnTo>
                  <a:pt x="107029" y="305194"/>
                </a:lnTo>
                <a:lnTo>
                  <a:pt x="117574" y="281601"/>
                </a:lnTo>
                <a:lnTo>
                  <a:pt x="118245" y="279334"/>
                </a:lnTo>
                <a:lnTo>
                  <a:pt x="118187" y="277453"/>
                </a:lnTo>
                <a:lnTo>
                  <a:pt x="117432" y="276080"/>
                </a:lnTo>
                <a:lnTo>
                  <a:pt x="116013" y="275336"/>
                </a:lnTo>
                <a:lnTo>
                  <a:pt x="114259" y="275313"/>
                </a:lnTo>
                <a:lnTo>
                  <a:pt x="112738" y="275937"/>
                </a:lnTo>
                <a:lnTo>
                  <a:pt x="111319" y="277217"/>
                </a:lnTo>
                <a:lnTo>
                  <a:pt x="109975" y="279188"/>
                </a:lnTo>
                <a:lnTo>
                  <a:pt x="106920" y="286084"/>
                </a:lnTo>
                <a:lnTo>
                  <a:pt x="105863" y="287220"/>
                </a:lnTo>
                <a:lnTo>
                  <a:pt x="105306" y="287235"/>
                </a:lnTo>
                <a:lnTo>
                  <a:pt x="103266" y="284996"/>
                </a:lnTo>
                <a:lnTo>
                  <a:pt x="98701" y="277209"/>
                </a:lnTo>
                <a:lnTo>
                  <a:pt x="95808" y="275838"/>
                </a:lnTo>
                <a:lnTo>
                  <a:pt x="91800" y="275507"/>
                </a:lnTo>
                <a:close/>
                <a:moveTo>
                  <a:pt x="143235" y="275687"/>
                </a:moveTo>
                <a:lnTo>
                  <a:pt x="139632" y="276238"/>
                </a:lnTo>
                <a:lnTo>
                  <a:pt x="137250" y="278072"/>
                </a:lnTo>
                <a:lnTo>
                  <a:pt x="137296" y="299861"/>
                </a:lnTo>
                <a:lnTo>
                  <a:pt x="137700" y="308087"/>
                </a:lnTo>
                <a:lnTo>
                  <a:pt x="139630" y="309419"/>
                </a:lnTo>
                <a:lnTo>
                  <a:pt x="142644" y="309850"/>
                </a:lnTo>
                <a:lnTo>
                  <a:pt x="145372" y="309255"/>
                </a:lnTo>
                <a:lnTo>
                  <a:pt x="147060" y="307772"/>
                </a:lnTo>
                <a:lnTo>
                  <a:pt x="146970" y="285047"/>
                </a:lnTo>
                <a:lnTo>
                  <a:pt x="148662" y="283790"/>
                </a:lnTo>
                <a:lnTo>
                  <a:pt x="151234" y="283372"/>
                </a:lnTo>
                <a:lnTo>
                  <a:pt x="153855" y="283989"/>
                </a:lnTo>
                <a:lnTo>
                  <a:pt x="155088" y="284882"/>
                </a:lnTo>
                <a:lnTo>
                  <a:pt x="155481" y="285725"/>
                </a:lnTo>
                <a:lnTo>
                  <a:pt x="155520" y="307772"/>
                </a:lnTo>
                <a:lnTo>
                  <a:pt x="157251" y="309030"/>
                </a:lnTo>
                <a:lnTo>
                  <a:pt x="160038" y="309765"/>
                </a:lnTo>
                <a:lnTo>
                  <a:pt x="162927" y="309596"/>
                </a:lnTo>
                <a:lnTo>
                  <a:pt x="164308" y="308988"/>
                </a:lnTo>
                <a:lnTo>
                  <a:pt x="164778" y="308217"/>
                </a:lnTo>
                <a:lnTo>
                  <a:pt x="165026" y="303818"/>
                </a:lnTo>
                <a:lnTo>
                  <a:pt x="165150" y="277622"/>
                </a:lnTo>
                <a:lnTo>
                  <a:pt x="163125" y="275777"/>
                </a:lnTo>
                <a:lnTo>
                  <a:pt x="143235" y="275687"/>
                </a:lnTo>
                <a:close/>
                <a:moveTo>
                  <a:pt x="190665" y="275642"/>
                </a:moveTo>
                <a:lnTo>
                  <a:pt x="188623" y="276489"/>
                </a:lnTo>
                <a:lnTo>
                  <a:pt x="187065" y="277892"/>
                </a:lnTo>
                <a:lnTo>
                  <a:pt x="187110" y="307682"/>
                </a:lnTo>
                <a:lnTo>
                  <a:pt x="188513" y="309036"/>
                </a:lnTo>
                <a:lnTo>
                  <a:pt x="191445" y="309744"/>
                </a:lnTo>
                <a:lnTo>
                  <a:pt x="194639" y="309348"/>
                </a:lnTo>
                <a:lnTo>
                  <a:pt x="196470" y="307952"/>
                </a:lnTo>
                <a:lnTo>
                  <a:pt x="196875" y="285047"/>
                </a:lnTo>
                <a:lnTo>
                  <a:pt x="198770" y="283673"/>
                </a:lnTo>
                <a:lnTo>
                  <a:pt x="201594" y="283242"/>
                </a:lnTo>
                <a:lnTo>
                  <a:pt x="204111" y="284244"/>
                </a:lnTo>
                <a:lnTo>
                  <a:pt x="205200" y="286352"/>
                </a:lnTo>
                <a:lnTo>
                  <a:pt x="205155" y="307592"/>
                </a:lnTo>
                <a:lnTo>
                  <a:pt x="206588" y="308888"/>
                </a:lnTo>
                <a:lnTo>
                  <a:pt x="209122" y="309664"/>
                </a:lnTo>
                <a:lnTo>
                  <a:pt x="212049" y="309589"/>
                </a:lnTo>
                <a:lnTo>
                  <a:pt x="214335" y="308627"/>
                </a:lnTo>
                <a:lnTo>
                  <a:pt x="215100" y="307952"/>
                </a:lnTo>
                <a:lnTo>
                  <a:pt x="215073" y="284976"/>
                </a:lnTo>
                <a:lnTo>
                  <a:pt x="214729" y="278466"/>
                </a:lnTo>
                <a:lnTo>
                  <a:pt x="214108" y="276708"/>
                </a:lnTo>
                <a:lnTo>
                  <a:pt x="213022" y="276088"/>
                </a:lnTo>
                <a:lnTo>
                  <a:pt x="209163" y="275734"/>
                </a:lnTo>
                <a:lnTo>
                  <a:pt x="190665" y="275642"/>
                </a:lnTo>
                <a:close/>
                <a:moveTo>
                  <a:pt x="245610" y="275957"/>
                </a:moveTo>
                <a:lnTo>
                  <a:pt x="243612" y="278038"/>
                </a:lnTo>
                <a:lnTo>
                  <a:pt x="241830" y="282004"/>
                </a:lnTo>
                <a:lnTo>
                  <a:pt x="236450" y="299755"/>
                </a:lnTo>
                <a:lnTo>
                  <a:pt x="234230" y="305547"/>
                </a:lnTo>
                <a:lnTo>
                  <a:pt x="234304" y="308295"/>
                </a:lnTo>
                <a:lnTo>
                  <a:pt x="236054" y="309694"/>
                </a:lnTo>
                <a:lnTo>
                  <a:pt x="239746" y="309357"/>
                </a:lnTo>
                <a:lnTo>
                  <a:pt x="241241" y="308111"/>
                </a:lnTo>
                <a:lnTo>
                  <a:pt x="243228" y="304720"/>
                </a:lnTo>
                <a:lnTo>
                  <a:pt x="244693" y="303159"/>
                </a:lnTo>
                <a:lnTo>
                  <a:pt x="246413" y="302377"/>
                </a:lnTo>
                <a:lnTo>
                  <a:pt x="248572" y="302260"/>
                </a:lnTo>
                <a:lnTo>
                  <a:pt x="250494" y="302657"/>
                </a:lnTo>
                <a:lnTo>
                  <a:pt x="251483" y="303267"/>
                </a:lnTo>
                <a:lnTo>
                  <a:pt x="255600" y="309096"/>
                </a:lnTo>
                <a:lnTo>
                  <a:pt x="258013" y="309821"/>
                </a:lnTo>
                <a:lnTo>
                  <a:pt x="261510" y="309262"/>
                </a:lnTo>
                <a:lnTo>
                  <a:pt x="263295" y="307277"/>
                </a:lnTo>
                <a:lnTo>
                  <a:pt x="262575" y="304217"/>
                </a:lnTo>
                <a:lnTo>
                  <a:pt x="254211" y="278548"/>
                </a:lnTo>
                <a:lnTo>
                  <a:pt x="252600" y="276739"/>
                </a:lnTo>
                <a:lnTo>
                  <a:pt x="250107" y="275611"/>
                </a:lnTo>
                <a:lnTo>
                  <a:pt x="247725" y="275331"/>
                </a:lnTo>
                <a:lnTo>
                  <a:pt x="245610" y="275957"/>
                </a:lnTo>
                <a:close/>
                <a:moveTo>
                  <a:pt x="249210" y="291842"/>
                </a:moveTo>
                <a:lnTo>
                  <a:pt x="249788" y="292626"/>
                </a:lnTo>
                <a:lnTo>
                  <a:pt x="249186" y="293609"/>
                </a:lnTo>
                <a:lnTo>
                  <a:pt x="247332" y="293884"/>
                </a:lnTo>
                <a:lnTo>
                  <a:pt x="246340" y="293388"/>
                </a:lnTo>
                <a:lnTo>
                  <a:pt x="246317" y="292310"/>
                </a:lnTo>
                <a:lnTo>
                  <a:pt x="247050" y="291617"/>
                </a:lnTo>
                <a:lnTo>
                  <a:pt x="248064" y="291442"/>
                </a:lnTo>
                <a:lnTo>
                  <a:pt x="249210" y="291842"/>
                </a:lnTo>
                <a:close/>
                <a:moveTo>
                  <a:pt x="313695" y="275822"/>
                </a:moveTo>
                <a:lnTo>
                  <a:pt x="312235" y="277198"/>
                </a:lnTo>
                <a:lnTo>
                  <a:pt x="311592" y="280659"/>
                </a:lnTo>
                <a:lnTo>
                  <a:pt x="311400" y="307142"/>
                </a:lnTo>
                <a:lnTo>
                  <a:pt x="312946" y="308885"/>
                </a:lnTo>
                <a:lnTo>
                  <a:pt x="314055" y="309472"/>
                </a:lnTo>
                <a:lnTo>
                  <a:pt x="316724" y="309595"/>
                </a:lnTo>
                <a:lnTo>
                  <a:pt x="318638" y="309053"/>
                </a:lnTo>
                <a:lnTo>
                  <a:pt x="319652" y="307641"/>
                </a:lnTo>
                <a:lnTo>
                  <a:pt x="320148" y="302654"/>
                </a:lnTo>
                <a:lnTo>
                  <a:pt x="320757" y="300794"/>
                </a:lnTo>
                <a:lnTo>
                  <a:pt x="321798" y="299577"/>
                </a:lnTo>
                <a:lnTo>
                  <a:pt x="324224" y="298699"/>
                </a:lnTo>
                <a:lnTo>
                  <a:pt x="325271" y="298941"/>
                </a:lnTo>
                <a:lnTo>
                  <a:pt x="326157" y="299733"/>
                </a:lnTo>
                <a:lnTo>
                  <a:pt x="329180" y="305632"/>
                </a:lnTo>
                <a:lnTo>
                  <a:pt x="332089" y="309201"/>
                </a:lnTo>
                <a:lnTo>
                  <a:pt x="334986" y="309900"/>
                </a:lnTo>
                <a:lnTo>
                  <a:pt x="339850" y="309102"/>
                </a:lnTo>
                <a:lnTo>
                  <a:pt x="340476" y="308228"/>
                </a:lnTo>
                <a:lnTo>
                  <a:pt x="339735" y="305634"/>
                </a:lnTo>
                <a:lnTo>
                  <a:pt x="331763" y="290993"/>
                </a:lnTo>
                <a:lnTo>
                  <a:pt x="331329" y="289356"/>
                </a:lnTo>
                <a:lnTo>
                  <a:pt x="331633" y="287539"/>
                </a:lnTo>
                <a:lnTo>
                  <a:pt x="332742" y="285371"/>
                </a:lnTo>
                <a:lnTo>
                  <a:pt x="337119" y="279407"/>
                </a:lnTo>
                <a:lnTo>
                  <a:pt x="337459" y="277822"/>
                </a:lnTo>
                <a:lnTo>
                  <a:pt x="337116" y="276493"/>
                </a:lnTo>
                <a:lnTo>
                  <a:pt x="336128" y="275578"/>
                </a:lnTo>
                <a:lnTo>
                  <a:pt x="334530" y="275237"/>
                </a:lnTo>
                <a:lnTo>
                  <a:pt x="332523" y="275776"/>
                </a:lnTo>
                <a:lnTo>
                  <a:pt x="330140" y="277074"/>
                </a:lnTo>
                <a:lnTo>
                  <a:pt x="328218" y="278649"/>
                </a:lnTo>
                <a:lnTo>
                  <a:pt x="324084" y="284293"/>
                </a:lnTo>
                <a:lnTo>
                  <a:pt x="321525" y="286937"/>
                </a:lnTo>
                <a:lnTo>
                  <a:pt x="320709" y="286486"/>
                </a:lnTo>
                <a:lnTo>
                  <a:pt x="320193" y="285080"/>
                </a:lnTo>
                <a:lnTo>
                  <a:pt x="319848" y="278847"/>
                </a:lnTo>
                <a:lnTo>
                  <a:pt x="319195" y="277102"/>
                </a:lnTo>
                <a:lnTo>
                  <a:pt x="318075" y="276091"/>
                </a:lnTo>
                <a:lnTo>
                  <a:pt x="316429" y="275473"/>
                </a:lnTo>
                <a:lnTo>
                  <a:pt x="313695" y="275822"/>
                </a:lnTo>
                <a:close/>
                <a:moveTo>
                  <a:pt x="369540" y="275912"/>
                </a:moveTo>
                <a:lnTo>
                  <a:pt x="366465" y="277060"/>
                </a:lnTo>
                <a:lnTo>
                  <a:pt x="363907" y="278646"/>
                </a:lnTo>
                <a:lnTo>
                  <a:pt x="360938" y="281956"/>
                </a:lnTo>
                <a:lnTo>
                  <a:pt x="359471" y="284856"/>
                </a:lnTo>
                <a:lnTo>
                  <a:pt x="358221" y="288876"/>
                </a:lnTo>
                <a:lnTo>
                  <a:pt x="357927" y="293884"/>
                </a:lnTo>
                <a:lnTo>
                  <a:pt x="359973" y="302183"/>
                </a:lnTo>
                <a:lnTo>
                  <a:pt x="361171" y="304397"/>
                </a:lnTo>
                <a:lnTo>
                  <a:pt x="363015" y="306512"/>
                </a:lnTo>
                <a:lnTo>
                  <a:pt x="365012" y="308267"/>
                </a:lnTo>
                <a:lnTo>
                  <a:pt x="367302" y="309323"/>
                </a:lnTo>
                <a:lnTo>
                  <a:pt x="371950" y="310558"/>
                </a:lnTo>
                <a:lnTo>
                  <a:pt x="374524" y="310568"/>
                </a:lnTo>
                <a:lnTo>
                  <a:pt x="379575" y="309392"/>
                </a:lnTo>
                <a:lnTo>
                  <a:pt x="381105" y="308672"/>
                </a:lnTo>
                <a:lnTo>
                  <a:pt x="384477" y="305643"/>
                </a:lnTo>
                <a:lnTo>
                  <a:pt x="386691" y="302584"/>
                </a:lnTo>
                <a:lnTo>
                  <a:pt x="388575" y="298862"/>
                </a:lnTo>
                <a:lnTo>
                  <a:pt x="388392" y="287813"/>
                </a:lnTo>
                <a:lnTo>
                  <a:pt x="387038" y="283500"/>
                </a:lnTo>
                <a:lnTo>
                  <a:pt x="384117" y="279541"/>
                </a:lnTo>
                <a:lnTo>
                  <a:pt x="381981" y="277595"/>
                </a:lnTo>
                <a:lnTo>
                  <a:pt x="378586" y="276273"/>
                </a:lnTo>
                <a:lnTo>
                  <a:pt x="375340" y="275581"/>
                </a:lnTo>
                <a:lnTo>
                  <a:pt x="372312" y="275464"/>
                </a:lnTo>
                <a:lnTo>
                  <a:pt x="369540" y="275912"/>
                </a:lnTo>
                <a:close/>
                <a:moveTo>
                  <a:pt x="376335" y="284237"/>
                </a:moveTo>
                <a:lnTo>
                  <a:pt x="377786" y="286041"/>
                </a:lnTo>
                <a:lnTo>
                  <a:pt x="378761" y="288617"/>
                </a:lnTo>
                <a:lnTo>
                  <a:pt x="379239" y="293297"/>
                </a:lnTo>
                <a:lnTo>
                  <a:pt x="378838" y="296544"/>
                </a:lnTo>
                <a:lnTo>
                  <a:pt x="377692" y="299836"/>
                </a:lnTo>
                <a:lnTo>
                  <a:pt x="376425" y="301624"/>
                </a:lnTo>
                <a:lnTo>
                  <a:pt x="374818" y="302525"/>
                </a:lnTo>
                <a:lnTo>
                  <a:pt x="372227" y="302534"/>
                </a:lnTo>
                <a:lnTo>
                  <a:pt x="370626" y="301663"/>
                </a:lnTo>
                <a:lnTo>
                  <a:pt x="369684" y="300592"/>
                </a:lnTo>
                <a:lnTo>
                  <a:pt x="367785" y="296873"/>
                </a:lnTo>
                <a:lnTo>
                  <a:pt x="367230" y="294307"/>
                </a:lnTo>
                <a:lnTo>
                  <a:pt x="367604" y="290367"/>
                </a:lnTo>
                <a:lnTo>
                  <a:pt x="368962" y="286547"/>
                </a:lnTo>
                <a:lnTo>
                  <a:pt x="370890" y="284057"/>
                </a:lnTo>
                <a:lnTo>
                  <a:pt x="373612" y="283371"/>
                </a:lnTo>
                <a:lnTo>
                  <a:pt x="376335" y="284237"/>
                </a:lnTo>
                <a:close/>
                <a:moveTo>
                  <a:pt x="411840" y="275687"/>
                </a:moveTo>
                <a:lnTo>
                  <a:pt x="410500" y="276998"/>
                </a:lnTo>
                <a:lnTo>
                  <a:pt x="409870" y="280832"/>
                </a:lnTo>
                <a:lnTo>
                  <a:pt x="409725" y="308177"/>
                </a:lnTo>
                <a:lnTo>
                  <a:pt x="411718" y="309550"/>
                </a:lnTo>
                <a:lnTo>
                  <a:pt x="413325" y="309842"/>
                </a:lnTo>
                <a:lnTo>
                  <a:pt x="414932" y="309550"/>
                </a:lnTo>
                <a:lnTo>
                  <a:pt x="416925" y="308177"/>
                </a:lnTo>
                <a:lnTo>
                  <a:pt x="417600" y="297251"/>
                </a:lnTo>
                <a:lnTo>
                  <a:pt x="417780" y="296252"/>
                </a:lnTo>
                <a:lnTo>
                  <a:pt x="418596" y="295471"/>
                </a:lnTo>
                <a:lnTo>
                  <a:pt x="419809" y="297114"/>
                </a:lnTo>
                <a:lnTo>
                  <a:pt x="422615" y="305855"/>
                </a:lnTo>
                <a:lnTo>
                  <a:pt x="423996" y="308121"/>
                </a:lnTo>
                <a:lnTo>
                  <a:pt x="425597" y="309339"/>
                </a:lnTo>
                <a:lnTo>
                  <a:pt x="428580" y="309392"/>
                </a:lnTo>
                <a:lnTo>
                  <a:pt x="430385" y="308264"/>
                </a:lnTo>
                <a:lnTo>
                  <a:pt x="431212" y="306531"/>
                </a:lnTo>
                <a:lnTo>
                  <a:pt x="432703" y="300594"/>
                </a:lnTo>
                <a:lnTo>
                  <a:pt x="433854" y="298980"/>
                </a:lnTo>
                <a:lnTo>
                  <a:pt x="435240" y="298277"/>
                </a:lnTo>
                <a:lnTo>
                  <a:pt x="436273" y="298515"/>
                </a:lnTo>
                <a:lnTo>
                  <a:pt x="436646" y="299228"/>
                </a:lnTo>
                <a:lnTo>
                  <a:pt x="436365" y="307232"/>
                </a:lnTo>
                <a:lnTo>
                  <a:pt x="437400" y="308312"/>
                </a:lnTo>
                <a:lnTo>
                  <a:pt x="438981" y="309364"/>
                </a:lnTo>
                <a:lnTo>
                  <a:pt x="440909" y="309786"/>
                </a:lnTo>
                <a:lnTo>
                  <a:pt x="443726" y="309297"/>
                </a:lnTo>
                <a:lnTo>
                  <a:pt x="445069" y="308265"/>
                </a:lnTo>
                <a:lnTo>
                  <a:pt x="445545" y="307139"/>
                </a:lnTo>
                <a:lnTo>
                  <a:pt x="445765" y="304340"/>
                </a:lnTo>
                <a:lnTo>
                  <a:pt x="445950" y="287889"/>
                </a:lnTo>
                <a:lnTo>
                  <a:pt x="445659" y="279321"/>
                </a:lnTo>
                <a:lnTo>
                  <a:pt x="444871" y="276807"/>
                </a:lnTo>
                <a:lnTo>
                  <a:pt x="443277" y="275804"/>
                </a:lnTo>
                <a:lnTo>
                  <a:pt x="438449" y="275327"/>
                </a:lnTo>
                <a:lnTo>
                  <a:pt x="436324" y="275903"/>
                </a:lnTo>
                <a:lnTo>
                  <a:pt x="433936" y="277310"/>
                </a:lnTo>
                <a:lnTo>
                  <a:pt x="432463" y="279744"/>
                </a:lnTo>
                <a:lnTo>
                  <a:pt x="430132" y="288366"/>
                </a:lnTo>
                <a:lnTo>
                  <a:pt x="429130" y="289808"/>
                </a:lnTo>
                <a:lnTo>
                  <a:pt x="426915" y="291077"/>
                </a:lnTo>
                <a:lnTo>
                  <a:pt x="425426" y="288944"/>
                </a:lnTo>
                <a:lnTo>
                  <a:pt x="422640" y="279737"/>
                </a:lnTo>
                <a:lnTo>
                  <a:pt x="420825" y="276885"/>
                </a:lnTo>
                <a:lnTo>
                  <a:pt x="419840" y="276082"/>
                </a:lnTo>
                <a:lnTo>
                  <a:pt x="417367" y="275476"/>
                </a:lnTo>
                <a:lnTo>
                  <a:pt x="414268" y="275308"/>
                </a:lnTo>
                <a:lnTo>
                  <a:pt x="411840" y="275687"/>
                </a:lnTo>
                <a:close/>
                <a:moveTo>
                  <a:pt x="471375" y="275597"/>
                </a:moveTo>
                <a:lnTo>
                  <a:pt x="469643" y="276258"/>
                </a:lnTo>
                <a:lnTo>
                  <a:pt x="468000" y="277622"/>
                </a:lnTo>
                <a:lnTo>
                  <a:pt x="468000" y="307952"/>
                </a:lnTo>
                <a:lnTo>
                  <a:pt x="470040" y="309360"/>
                </a:lnTo>
                <a:lnTo>
                  <a:pt x="472109" y="309696"/>
                </a:lnTo>
                <a:lnTo>
                  <a:pt x="475353" y="308913"/>
                </a:lnTo>
                <a:lnTo>
                  <a:pt x="476281" y="307925"/>
                </a:lnTo>
                <a:lnTo>
                  <a:pt x="476966" y="302223"/>
                </a:lnTo>
                <a:lnTo>
                  <a:pt x="477000" y="285677"/>
                </a:lnTo>
                <a:lnTo>
                  <a:pt x="479908" y="283601"/>
                </a:lnTo>
                <a:lnTo>
                  <a:pt x="482974" y="283364"/>
                </a:lnTo>
                <a:lnTo>
                  <a:pt x="484776" y="283800"/>
                </a:lnTo>
                <a:lnTo>
                  <a:pt x="485378" y="284355"/>
                </a:lnTo>
                <a:lnTo>
                  <a:pt x="486109" y="286506"/>
                </a:lnTo>
                <a:lnTo>
                  <a:pt x="486225" y="307547"/>
                </a:lnTo>
                <a:lnTo>
                  <a:pt x="487663" y="308967"/>
                </a:lnTo>
                <a:lnTo>
                  <a:pt x="489318" y="309581"/>
                </a:lnTo>
                <a:lnTo>
                  <a:pt x="492180" y="309503"/>
                </a:lnTo>
                <a:lnTo>
                  <a:pt x="493855" y="308839"/>
                </a:lnTo>
                <a:lnTo>
                  <a:pt x="494955" y="307727"/>
                </a:lnTo>
                <a:lnTo>
                  <a:pt x="495265" y="304799"/>
                </a:lnTo>
                <a:lnTo>
                  <a:pt x="495450" y="278297"/>
                </a:lnTo>
                <a:lnTo>
                  <a:pt x="493423" y="276391"/>
                </a:lnTo>
                <a:lnTo>
                  <a:pt x="491760" y="275642"/>
                </a:lnTo>
                <a:lnTo>
                  <a:pt x="471375" y="275597"/>
                </a:lnTo>
                <a:close/>
                <a:moveTo>
                  <a:pt x="526050" y="276227"/>
                </a:moveTo>
                <a:lnTo>
                  <a:pt x="523773" y="278456"/>
                </a:lnTo>
                <a:lnTo>
                  <a:pt x="522587" y="280959"/>
                </a:lnTo>
                <a:lnTo>
                  <a:pt x="520393" y="289193"/>
                </a:lnTo>
                <a:lnTo>
                  <a:pt x="514929" y="304907"/>
                </a:lnTo>
                <a:lnTo>
                  <a:pt x="514734" y="307818"/>
                </a:lnTo>
                <a:lnTo>
                  <a:pt x="516431" y="309651"/>
                </a:lnTo>
                <a:lnTo>
                  <a:pt x="519977" y="309643"/>
                </a:lnTo>
                <a:lnTo>
                  <a:pt x="521677" y="308284"/>
                </a:lnTo>
                <a:lnTo>
                  <a:pt x="523565" y="304745"/>
                </a:lnTo>
                <a:lnTo>
                  <a:pt x="524835" y="303300"/>
                </a:lnTo>
                <a:lnTo>
                  <a:pt x="526542" y="302548"/>
                </a:lnTo>
                <a:lnTo>
                  <a:pt x="529722" y="302301"/>
                </a:lnTo>
                <a:lnTo>
                  <a:pt x="531591" y="302828"/>
                </a:lnTo>
                <a:lnTo>
                  <a:pt x="532532" y="303610"/>
                </a:lnTo>
                <a:lnTo>
                  <a:pt x="534853" y="307624"/>
                </a:lnTo>
                <a:lnTo>
                  <a:pt x="536338" y="308969"/>
                </a:lnTo>
                <a:lnTo>
                  <a:pt x="538965" y="309752"/>
                </a:lnTo>
                <a:lnTo>
                  <a:pt x="542233" y="309313"/>
                </a:lnTo>
                <a:lnTo>
                  <a:pt x="543240" y="308305"/>
                </a:lnTo>
                <a:lnTo>
                  <a:pt x="543510" y="307322"/>
                </a:lnTo>
                <a:lnTo>
                  <a:pt x="542919" y="303199"/>
                </a:lnTo>
                <a:lnTo>
                  <a:pt x="537050" y="285814"/>
                </a:lnTo>
                <a:lnTo>
                  <a:pt x="535053" y="278697"/>
                </a:lnTo>
                <a:lnTo>
                  <a:pt x="534060" y="277155"/>
                </a:lnTo>
                <a:lnTo>
                  <a:pt x="531889" y="275826"/>
                </a:lnTo>
                <a:lnTo>
                  <a:pt x="528078" y="275346"/>
                </a:lnTo>
                <a:lnTo>
                  <a:pt x="526050" y="276227"/>
                </a:lnTo>
                <a:close/>
                <a:moveTo>
                  <a:pt x="529830" y="291842"/>
                </a:moveTo>
                <a:lnTo>
                  <a:pt x="530320" y="293057"/>
                </a:lnTo>
                <a:lnTo>
                  <a:pt x="529686" y="294021"/>
                </a:lnTo>
                <a:lnTo>
                  <a:pt x="527726" y="294429"/>
                </a:lnTo>
                <a:lnTo>
                  <a:pt x="526728" y="293809"/>
                </a:lnTo>
                <a:lnTo>
                  <a:pt x="526557" y="292261"/>
                </a:lnTo>
                <a:lnTo>
                  <a:pt x="527283" y="291210"/>
                </a:lnTo>
                <a:lnTo>
                  <a:pt x="528515" y="291034"/>
                </a:lnTo>
                <a:lnTo>
                  <a:pt x="529830" y="291842"/>
                </a:lnTo>
                <a:close/>
                <a:moveTo>
                  <a:pt x="566190" y="275687"/>
                </a:moveTo>
                <a:lnTo>
                  <a:pt x="564752" y="276996"/>
                </a:lnTo>
                <a:lnTo>
                  <a:pt x="564065" y="280715"/>
                </a:lnTo>
                <a:lnTo>
                  <a:pt x="563906" y="301119"/>
                </a:lnTo>
                <a:lnTo>
                  <a:pt x="564080" y="307197"/>
                </a:lnTo>
                <a:lnTo>
                  <a:pt x="564414" y="308168"/>
                </a:lnTo>
                <a:lnTo>
                  <a:pt x="566270" y="309486"/>
                </a:lnTo>
                <a:lnTo>
                  <a:pt x="568845" y="309827"/>
                </a:lnTo>
                <a:lnTo>
                  <a:pt x="570490" y="309411"/>
                </a:lnTo>
                <a:lnTo>
                  <a:pt x="572310" y="308087"/>
                </a:lnTo>
                <a:lnTo>
                  <a:pt x="572606" y="299965"/>
                </a:lnTo>
                <a:lnTo>
                  <a:pt x="573086" y="297433"/>
                </a:lnTo>
                <a:lnTo>
                  <a:pt x="574833" y="296087"/>
                </a:lnTo>
                <a:lnTo>
                  <a:pt x="577862" y="295706"/>
                </a:lnTo>
                <a:lnTo>
                  <a:pt x="580733" y="296334"/>
                </a:lnTo>
                <a:lnTo>
                  <a:pt x="581850" y="297287"/>
                </a:lnTo>
                <a:lnTo>
                  <a:pt x="582300" y="307682"/>
                </a:lnTo>
                <a:lnTo>
                  <a:pt x="583978" y="309249"/>
                </a:lnTo>
                <a:lnTo>
                  <a:pt x="585289" y="309753"/>
                </a:lnTo>
                <a:lnTo>
                  <a:pt x="587572" y="309795"/>
                </a:lnTo>
                <a:lnTo>
                  <a:pt x="589568" y="308990"/>
                </a:lnTo>
                <a:lnTo>
                  <a:pt x="590850" y="307547"/>
                </a:lnTo>
                <a:lnTo>
                  <a:pt x="590850" y="278612"/>
                </a:lnTo>
                <a:lnTo>
                  <a:pt x="589770" y="276888"/>
                </a:lnTo>
                <a:lnTo>
                  <a:pt x="588712" y="275857"/>
                </a:lnTo>
                <a:lnTo>
                  <a:pt x="587610" y="275462"/>
                </a:lnTo>
                <a:lnTo>
                  <a:pt x="585629" y="275438"/>
                </a:lnTo>
                <a:lnTo>
                  <a:pt x="584084" y="276147"/>
                </a:lnTo>
                <a:lnTo>
                  <a:pt x="582665" y="278483"/>
                </a:lnTo>
                <a:lnTo>
                  <a:pt x="582450" y="284821"/>
                </a:lnTo>
                <a:lnTo>
                  <a:pt x="581905" y="286649"/>
                </a:lnTo>
                <a:lnTo>
                  <a:pt x="580728" y="287765"/>
                </a:lnTo>
                <a:lnTo>
                  <a:pt x="577614" y="288264"/>
                </a:lnTo>
                <a:lnTo>
                  <a:pt x="574508" y="287862"/>
                </a:lnTo>
                <a:lnTo>
                  <a:pt x="573041" y="286858"/>
                </a:lnTo>
                <a:lnTo>
                  <a:pt x="572473" y="284615"/>
                </a:lnTo>
                <a:lnTo>
                  <a:pt x="572400" y="277847"/>
                </a:lnTo>
                <a:lnTo>
                  <a:pt x="569336" y="275437"/>
                </a:lnTo>
                <a:lnTo>
                  <a:pt x="567859" y="275279"/>
                </a:lnTo>
                <a:lnTo>
                  <a:pt x="566190" y="275687"/>
                </a:lnTo>
                <a:close/>
                <a:moveTo>
                  <a:pt x="615735" y="276137"/>
                </a:moveTo>
                <a:lnTo>
                  <a:pt x="614095" y="277499"/>
                </a:lnTo>
                <a:lnTo>
                  <a:pt x="613740" y="278761"/>
                </a:lnTo>
                <a:lnTo>
                  <a:pt x="613440" y="307232"/>
                </a:lnTo>
                <a:lnTo>
                  <a:pt x="614838" y="308781"/>
                </a:lnTo>
                <a:lnTo>
                  <a:pt x="616581" y="309577"/>
                </a:lnTo>
                <a:lnTo>
                  <a:pt x="618660" y="309795"/>
                </a:lnTo>
                <a:lnTo>
                  <a:pt x="620505" y="309347"/>
                </a:lnTo>
                <a:lnTo>
                  <a:pt x="622935" y="306506"/>
                </a:lnTo>
                <a:lnTo>
                  <a:pt x="626760" y="300190"/>
                </a:lnTo>
                <a:lnTo>
                  <a:pt x="631080" y="295352"/>
                </a:lnTo>
                <a:lnTo>
                  <a:pt x="632333" y="297009"/>
                </a:lnTo>
                <a:lnTo>
                  <a:pt x="632638" y="298108"/>
                </a:lnTo>
                <a:lnTo>
                  <a:pt x="632476" y="305228"/>
                </a:lnTo>
                <a:lnTo>
                  <a:pt x="632790" y="307862"/>
                </a:lnTo>
                <a:lnTo>
                  <a:pt x="633781" y="308986"/>
                </a:lnTo>
                <a:lnTo>
                  <a:pt x="635308" y="309639"/>
                </a:lnTo>
                <a:lnTo>
                  <a:pt x="637931" y="309674"/>
                </a:lnTo>
                <a:lnTo>
                  <a:pt x="639455" y="309027"/>
                </a:lnTo>
                <a:lnTo>
                  <a:pt x="640800" y="307547"/>
                </a:lnTo>
                <a:lnTo>
                  <a:pt x="640800" y="277847"/>
                </a:lnTo>
                <a:lnTo>
                  <a:pt x="637745" y="275378"/>
                </a:lnTo>
                <a:lnTo>
                  <a:pt x="635914" y="275277"/>
                </a:lnTo>
                <a:lnTo>
                  <a:pt x="634032" y="276221"/>
                </a:lnTo>
                <a:lnTo>
                  <a:pt x="631173" y="279560"/>
                </a:lnTo>
                <a:lnTo>
                  <a:pt x="625609" y="288321"/>
                </a:lnTo>
                <a:lnTo>
                  <a:pt x="623943" y="289906"/>
                </a:lnTo>
                <a:lnTo>
                  <a:pt x="623280" y="289617"/>
                </a:lnTo>
                <a:lnTo>
                  <a:pt x="622590" y="287854"/>
                </a:lnTo>
                <a:lnTo>
                  <a:pt x="622194" y="279491"/>
                </a:lnTo>
                <a:lnTo>
                  <a:pt x="621440" y="276722"/>
                </a:lnTo>
                <a:lnTo>
                  <a:pt x="620280" y="275732"/>
                </a:lnTo>
                <a:lnTo>
                  <a:pt x="618890" y="275306"/>
                </a:lnTo>
                <a:lnTo>
                  <a:pt x="617568" y="275340"/>
                </a:lnTo>
                <a:lnTo>
                  <a:pt x="615735" y="276137"/>
                </a:lnTo>
                <a:close/>
                <a:moveTo>
                  <a:pt x="664605" y="276992"/>
                </a:moveTo>
                <a:lnTo>
                  <a:pt x="663300" y="278342"/>
                </a:lnTo>
                <a:lnTo>
                  <a:pt x="663525" y="303047"/>
                </a:lnTo>
                <a:lnTo>
                  <a:pt x="663773" y="307456"/>
                </a:lnTo>
                <a:lnTo>
                  <a:pt x="664294" y="308379"/>
                </a:lnTo>
                <a:lnTo>
                  <a:pt x="665755" y="309255"/>
                </a:lnTo>
                <a:lnTo>
                  <a:pt x="667637" y="309656"/>
                </a:lnTo>
                <a:lnTo>
                  <a:pt x="669556" y="309556"/>
                </a:lnTo>
                <a:lnTo>
                  <a:pt x="671131" y="308925"/>
                </a:lnTo>
                <a:lnTo>
                  <a:pt x="677194" y="298779"/>
                </a:lnTo>
                <a:lnTo>
                  <a:pt x="678898" y="297360"/>
                </a:lnTo>
                <a:lnTo>
                  <a:pt x="680883" y="296481"/>
                </a:lnTo>
                <a:lnTo>
                  <a:pt x="681555" y="296670"/>
                </a:lnTo>
                <a:lnTo>
                  <a:pt x="681891" y="297619"/>
                </a:lnTo>
                <a:lnTo>
                  <a:pt x="682785" y="308402"/>
                </a:lnTo>
                <a:lnTo>
                  <a:pt x="684472" y="309440"/>
                </a:lnTo>
                <a:lnTo>
                  <a:pt x="687046" y="309756"/>
                </a:lnTo>
                <a:lnTo>
                  <a:pt x="689449" y="309285"/>
                </a:lnTo>
                <a:lnTo>
                  <a:pt x="691200" y="308042"/>
                </a:lnTo>
                <a:lnTo>
                  <a:pt x="691070" y="281808"/>
                </a:lnTo>
                <a:lnTo>
                  <a:pt x="690209" y="276848"/>
                </a:lnTo>
                <a:lnTo>
                  <a:pt x="688879" y="275837"/>
                </a:lnTo>
                <a:lnTo>
                  <a:pt x="686700" y="275687"/>
                </a:lnTo>
                <a:lnTo>
                  <a:pt x="685350" y="275913"/>
                </a:lnTo>
                <a:lnTo>
                  <a:pt x="683381" y="277048"/>
                </a:lnTo>
                <a:lnTo>
                  <a:pt x="681582" y="279034"/>
                </a:lnTo>
                <a:lnTo>
                  <a:pt x="675675" y="288602"/>
                </a:lnTo>
                <a:lnTo>
                  <a:pt x="674111" y="289603"/>
                </a:lnTo>
                <a:lnTo>
                  <a:pt x="673210" y="289333"/>
                </a:lnTo>
                <a:lnTo>
                  <a:pt x="672617" y="288242"/>
                </a:lnTo>
                <a:lnTo>
                  <a:pt x="672300" y="277892"/>
                </a:lnTo>
                <a:lnTo>
                  <a:pt x="670635" y="276365"/>
                </a:lnTo>
                <a:lnTo>
                  <a:pt x="668661" y="275651"/>
                </a:lnTo>
                <a:lnTo>
                  <a:pt x="666503" y="275864"/>
                </a:lnTo>
                <a:lnTo>
                  <a:pt x="664605" y="276992"/>
                </a:lnTo>
                <a:close/>
                <a:moveTo>
                  <a:pt x="888570" y="278432"/>
                </a:moveTo>
                <a:lnTo>
                  <a:pt x="888255" y="280232"/>
                </a:lnTo>
                <a:lnTo>
                  <a:pt x="890878" y="286052"/>
                </a:lnTo>
                <a:lnTo>
                  <a:pt x="890315" y="287232"/>
                </a:lnTo>
                <a:lnTo>
                  <a:pt x="887157" y="288025"/>
                </a:lnTo>
                <a:lnTo>
                  <a:pt x="878987" y="287349"/>
                </a:lnTo>
                <a:lnTo>
                  <a:pt x="874228" y="287963"/>
                </a:lnTo>
                <a:lnTo>
                  <a:pt x="871380" y="289521"/>
                </a:lnTo>
                <a:lnTo>
                  <a:pt x="870965" y="291600"/>
                </a:lnTo>
                <a:lnTo>
                  <a:pt x="871936" y="293705"/>
                </a:lnTo>
                <a:lnTo>
                  <a:pt x="874092" y="295046"/>
                </a:lnTo>
                <a:lnTo>
                  <a:pt x="879087" y="296522"/>
                </a:lnTo>
                <a:lnTo>
                  <a:pt x="884981" y="297182"/>
                </a:lnTo>
                <a:lnTo>
                  <a:pt x="886556" y="297776"/>
                </a:lnTo>
                <a:lnTo>
                  <a:pt x="888263" y="299272"/>
                </a:lnTo>
                <a:lnTo>
                  <a:pt x="891554" y="306374"/>
                </a:lnTo>
                <a:lnTo>
                  <a:pt x="896059" y="319050"/>
                </a:lnTo>
                <a:lnTo>
                  <a:pt x="902407" y="328250"/>
                </a:lnTo>
                <a:lnTo>
                  <a:pt x="906594" y="338087"/>
                </a:lnTo>
                <a:lnTo>
                  <a:pt x="907509" y="343682"/>
                </a:lnTo>
                <a:lnTo>
                  <a:pt x="907829" y="362479"/>
                </a:lnTo>
                <a:lnTo>
                  <a:pt x="909135" y="368972"/>
                </a:lnTo>
                <a:lnTo>
                  <a:pt x="907622" y="378535"/>
                </a:lnTo>
                <a:lnTo>
                  <a:pt x="905734" y="399499"/>
                </a:lnTo>
                <a:lnTo>
                  <a:pt x="904806" y="403781"/>
                </a:lnTo>
                <a:lnTo>
                  <a:pt x="902708" y="408863"/>
                </a:lnTo>
                <a:lnTo>
                  <a:pt x="901334" y="410971"/>
                </a:lnTo>
                <a:lnTo>
                  <a:pt x="899449" y="412577"/>
                </a:lnTo>
                <a:lnTo>
                  <a:pt x="897077" y="413665"/>
                </a:lnTo>
                <a:lnTo>
                  <a:pt x="894245" y="414217"/>
                </a:lnTo>
                <a:lnTo>
                  <a:pt x="890190" y="414287"/>
                </a:lnTo>
                <a:lnTo>
                  <a:pt x="885718" y="408648"/>
                </a:lnTo>
                <a:lnTo>
                  <a:pt x="885757" y="407581"/>
                </a:lnTo>
                <a:lnTo>
                  <a:pt x="886534" y="406755"/>
                </a:lnTo>
                <a:lnTo>
                  <a:pt x="891919" y="405752"/>
                </a:lnTo>
                <a:lnTo>
                  <a:pt x="893548" y="404948"/>
                </a:lnTo>
                <a:lnTo>
                  <a:pt x="894420" y="403847"/>
                </a:lnTo>
                <a:lnTo>
                  <a:pt x="894555" y="383012"/>
                </a:lnTo>
                <a:lnTo>
                  <a:pt x="892176" y="376810"/>
                </a:lnTo>
                <a:lnTo>
                  <a:pt x="890860" y="368149"/>
                </a:lnTo>
                <a:lnTo>
                  <a:pt x="889724" y="364643"/>
                </a:lnTo>
                <a:lnTo>
                  <a:pt x="886768" y="360041"/>
                </a:lnTo>
                <a:lnTo>
                  <a:pt x="880874" y="354891"/>
                </a:lnTo>
                <a:lnTo>
                  <a:pt x="878135" y="353679"/>
                </a:lnTo>
                <a:lnTo>
                  <a:pt x="876057" y="354318"/>
                </a:lnTo>
                <a:lnTo>
                  <a:pt x="866359" y="368670"/>
                </a:lnTo>
                <a:lnTo>
                  <a:pt x="864193" y="370622"/>
                </a:lnTo>
                <a:lnTo>
                  <a:pt x="862018" y="370806"/>
                </a:lnTo>
                <a:lnTo>
                  <a:pt x="858457" y="368235"/>
                </a:lnTo>
                <a:lnTo>
                  <a:pt x="856671" y="367425"/>
                </a:lnTo>
                <a:lnTo>
                  <a:pt x="855091" y="367502"/>
                </a:lnTo>
                <a:lnTo>
                  <a:pt x="853515" y="368747"/>
                </a:lnTo>
                <a:lnTo>
                  <a:pt x="857160" y="380430"/>
                </a:lnTo>
                <a:lnTo>
                  <a:pt x="858521" y="381441"/>
                </a:lnTo>
                <a:lnTo>
                  <a:pt x="861979" y="382093"/>
                </a:lnTo>
                <a:lnTo>
                  <a:pt x="865111" y="381648"/>
                </a:lnTo>
                <a:lnTo>
                  <a:pt x="867627" y="380167"/>
                </a:lnTo>
                <a:lnTo>
                  <a:pt x="872066" y="375980"/>
                </a:lnTo>
                <a:lnTo>
                  <a:pt x="879165" y="368291"/>
                </a:lnTo>
                <a:lnTo>
                  <a:pt x="880143" y="368264"/>
                </a:lnTo>
                <a:lnTo>
                  <a:pt x="881066" y="369347"/>
                </a:lnTo>
                <a:lnTo>
                  <a:pt x="881494" y="371462"/>
                </a:lnTo>
                <a:lnTo>
                  <a:pt x="881550" y="377522"/>
                </a:lnTo>
                <a:lnTo>
                  <a:pt x="884925" y="383462"/>
                </a:lnTo>
                <a:lnTo>
                  <a:pt x="885240" y="393992"/>
                </a:lnTo>
                <a:lnTo>
                  <a:pt x="883054" y="395918"/>
                </a:lnTo>
                <a:lnTo>
                  <a:pt x="878659" y="396683"/>
                </a:lnTo>
                <a:lnTo>
                  <a:pt x="876762" y="398046"/>
                </a:lnTo>
                <a:lnTo>
                  <a:pt x="873653" y="403492"/>
                </a:lnTo>
                <a:lnTo>
                  <a:pt x="872636" y="406012"/>
                </a:lnTo>
                <a:lnTo>
                  <a:pt x="872404" y="407824"/>
                </a:lnTo>
                <a:lnTo>
                  <a:pt x="873629" y="410232"/>
                </a:lnTo>
                <a:lnTo>
                  <a:pt x="880045" y="417657"/>
                </a:lnTo>
                <a:lnTo>
                  <a:pt x="881855" y="421883"/>
                </a:lnTo>
                <a:lnTo>
                  <a:pt x="881434" y="424383"/>
                </a:lnTo>
                <a:lnTo>
                  <a:pt x="876981" y="430000"/>
                </a:lnTo>
                <a:lnTo>
                  <a:pt x="876938" y="431961"/>
                </a:lnTo>
                <a:lnTo>
                  <a:pt x="879239" y="434361"/>
                </a:lnTo>
                <a:lnTo>
                  <a:pt x="881312" y="435215"/>
                </a:lnTo>
                <a:lnTo>
                  <a:pt x="884909" y="435813"/>
                </a:lnTo>
                <a:lnTo>
                  <a:pt x="887922" y="435444"/>
                </a:lnTo>
                <a:lnTo>
                  <a:pt x="889089" y="434608"/>
                </a:lnTo>
                <a:lnTo>
                  <a:pt x="891570" y="431234"/>
                </a:lnTo>
                <a:lnTo>
                  <a:pt x="893551" y="426439"/>
                </a:lnTo>
                <a:lnTo>
                  <a:pt x="895781" y="424288"/>
                </a:lnTo>
                <a:lnTo>
                  <a:pt x="899348" y="422794"/>
                </a:lnTo>
                <a:lnTo>
                  <a:pt x="905681" y="421254"/>
                </a:lnTo>
                <a:lnTo>
                  <a:pt x="909386" y="416171"/>
                </a:lnTo>
                <a:lnTo>
                  <a:pt x="913545" y="409382"/>
                </a:lnTo>
                <a:lnTo>
                  <a:pt x="916363" y="389791"/>
                </a:lnTo>
                <a:lnTo>
                  <a:pt x="917495" y="375315"/>
                </a:lnTo>
                <a:lnTo>
                  <a:pt x="917325" y="337562"/>
                </a:lnTo>
                <a:lnTo>
                  <a:pt x="912583" y="326948"/>
                </a:lnTo>
                <a:lnTo>
                  <a:pt x="909938" y="322672"/>
                </a:lnTo>
                <a:lnTo>
                  <a:pt x="907318" y="319421"/>
                </a:lnTo>
                <a:lnTo>
                  <a:pt x="903640" y="312934"/>
                </a:lnTo>
                <a:lnTo>
                  <a:pt x="903206" y="311152"/>
                </a:lnTo>
                <a:lnTo>
                  <a:pt x="903649" y="308625"/>
                </a:lnTo>
                <a:lnTo>
                  <a:pt x="904565" y="308219"/>
                </a:lnTo>
                <a:lnTo>
                  <a:pt x="906938" y="309995"/>
                </a:lnTo>
                <a:lnTo>
                  <a:pt x="915294" y="321002"/>
                </a:lnTo>
                <a:lnTo>
                  <a:pt x="919454" y="327185"/>
                </a:lnTo>
                <a:lnTo>
                  <a:pt x="922357" y="330426"/>
                </a:lnTo>
                <a:lnTo>
                  <a:pt x="924888" y="332576"/>
                </a:lnTo>
                <a:lnTo>
                  <a:pt x="927047" y="336056"/>
                </a:lnTo>
                <a:lnTo>
                  <a:pt x="929086" y="340756"/>
                </a:lnTo>
                <a:lnTo>
                  <a:pt x="931365" y="344747"/>
                </a:lnTo>
                <a:lnTo>
                  <a:pt x="934211" y="348362"/>
                </a:lnTo>
                <a:lnTo>
                  <a:pt x="937306" y="351243"/>
                </a:lnTo>
                <a:lnTo>
                  <a:pt x="940330" y="353030"/>
                </a:lnTo>
                <a:lnTo>
                  <a:pt x="941715" y="353402"/>
                </a:lnTo>
                <a:lnTo>
                  <a:pt x="944126" y="353070"/>
                </a:lnTo>
                <a:lnTo>
                  <a:pt x="945447" y="351157"/>
                </a:lnTo>
                <a:lnTo>
                  <a:pt x="946035" y="347147"/>
                </a:lnTo>
                <a:lnTo>
                  <a:pt x="948645" y="346140"/>
                </a:lnTo>
                <a:lnTo>
                  <a:pt x="951827" y="345587"/>
                </a:lnTo>
                <a:lnTo>
                  <a:pt x="952701" y="344194"/>
                </a:lnTo>
                <a:lnTo>
                  <a:pt x="951885" y="342010"/>
                </a:lnTo>
                <a:lnTo>
                  <a:pt x="948987" y="339092"/>
                </a:lnTo>
                <a:lnTo>
                  <a:pt x="937142" y="333243"/>
                </a:lnTo>
                <a:lnTo>
                  <a:pt x="934777" y="331394"/>
                </a:lnTo>
                <a:lnTo>
                  <a:pt x="933002" y="328950"/>
                </a:lnTo>
                <a:lnTo>
                  <a:pt x="931500" y="323882"/>
                </a:lnTo>
                <a:lnTo>
                  <a:pt x="930925" y="319666"/>
                </a:lnTo>
                <a:lnTo>
                  <a:pt x="931660" y="317969"/>
                </a:lnTo>
                <a:lnTo>
                  <a:pt x="935752" y="314933"/>
                </a:lnTo>
                <a:lnTo>
                  <a:pt x="935820" y="312317"/>
                </a:lnTo>
                <a:lnTo>
                  <a:pt x="934925" y="310590"/>
                </a:lnTo>
                <a:lnTo>
                  <a:pt x="910238" y="293265"/>
                </a:lnTo>
                <a:lnTo>
                  <a:pt x="908036" y="290990"/>
                </a:lnTo>
                <a:lnTo>
                  <a:pt x="903722" y="285311"/>
                </a:lnTo>
                <a:lnTo>
                  <a:pt x="896895" y="278792"/>
                </a:lnTo>
                <a:lnTo>
                  <a:pt x="895113" y="277951"/>
                </a:lnTo>
                <a:lnTo>
                  <a:pt x="892142" y="277397"/>
                </a:lnTo>
                <a:lnTo>
                  <a:pt x="889596" y="277718"/>
                </a:lnTo>
                <a:lnTo>
                  <a:pt x="888570" y="278432"/>
                </a:lnTo>
                <a:close/>
                <a:moveTo>
                  <a:pt x="605025" y="324737"/>
                </a:moveTo>
                <a:lnTo>
                  <a:pt x="599941" y="325511"/>
                </a:lnTo>
                <a:lnTo>
                  <a:pt x="595159" y="326791"/>
                </a:lnTo>
                <a:lnTo>
                  <a:pt x="590711" y="328549"/>
                </a:lnTo>
                <a:lnTo>
                  <a:pt x="586630" y="330759"/>
                </a:lnTo>
                <a:lnTo>
                  <a:pt x="582947" y="333394"/>
                </a:lnTo>
                <a:lnTo>
                  <a:pt x="579695" y="336427"/>
                </a:lnTo>
                <a:lnTo>
                  <a:pt x="576905" y="339831"/>
                </a:lnTo>
                <a:lnTo>
                  <a:pt x="574611" y="343581"/>
                </a:lnTo>
                <a:lnTo>
                  <a:pt x="572843" y="347648"/>
                </a:lnTo>
                <a:lnTo>
                  <a:pt x="571635" y="352007"/>
                </a:lnTo>
                <a:lnTo>
                  <a:pt x="570825" y="356012"/>
                </a:lnTo>
                <a:lnTo>
                  <a:pt x="570825" y="421262"/>
                </a:lnTo>
                <a:lnTo>
                  <a:pt x="572430" y="429014"/>
                </a:lnTo>
                <a:lnTo>
                  <a:pt x="575000" y="435226"/>
                </a:lnTo>
                <a:lnTo>
                  <a:pt x="576735" y="438094"/>
                </a:lnTo>
                <a:lnTo>
                  <a:pt x="581008" y="443229"/>
                </a:lnTo>
                <a:lnTo>
                  <a:pt x="586216" y="447403"/>
                </a:lnTo>
                <a:lnTo>
                  <a:pt x="592200" y="450422"/>
                </a:lnTo>
                <a:lnTo>
                  <a:pt x="599456" y="452683"/>
                </a:lnTo>
                <a:lnTo>
                  <a:pt x="613918" y="453259"/>
                </a:lnTo>
                <a:lnTo>
                  <a:pt x="657399" y="453178"/>
                </a:lnTo>
                <a:lnTo>
                  <a:pt x="663454" y="452410"/>
                </a:lnTo>
                <a:lnTo>
                  <a:pt x="672083" y="449165"/>
                </a:lnTo>
                <a:lnTo>
                  <a:pt x="677942" y="445224"/>
                </a:lnTo>
                <a:lnTo>
                  <a:pt x="682829" y="440593"/>
                </a:lnTo>
                <a:lnTo>
                  <a:pt x="687006" y="434046"/>
                </a:lnTo>
                <a:lnTo>
                  <a:pt x="690124" y="424630"/>
                </a:lnTo>
                <a:lnTo>
                  <a:pt x="690733" y="416183"/>
                </a:lnTo>
                <a:lnTo>
                  <a:pt x="690869" y="406203"/>
                </a:lnTo>
                <a:lnTo>
                  <a:pt x="690525" y="352862"/>
                </a:lnTo>
                <a:lnTo>
                  <a:pt x="686451" y="343030"/>
                </a:lnTo>
                <a:lnTo>
                  <a:pt x="684017" y="339311"/>
                </a:lnTo>
                <a:lnTo>
                  <a:pt x="680939" y="335581"/>
                </a:lnTo>
                <a:lnTo>
                  <a:pt x="675496" y="331054"/>
                </a:lnTo>
                <a:lnTo>
                  <a:pt x="669525" y="327915"/>
                </a:lnTo>
                <a:lnTo>
                  <a:pt x="658575" y="324557"/>
                </a:lnTo>
                <a:lnTo>
                  <a:pt x="605025" y="324737"/>
                </a:lnTo>
                <a:close/>
                <a:moveTo>
                  <a:pt x="654795" y="352862"/>
                </a:moveTo>
                <a:lnTo>
                  <a:pt x="657374" y="354346"/>
                </a:lnTo>
                <a:lnTo>
                  <a:pt x="660573" y="357585"/>
                </a:lnTo>
                <a:lnTo>
                  <a:pt x="661905" y="360062"/>
                </a:lnTo>
                <a:lnTo>
                  <a:pt x="662098" y="362264"/>
                </a:lnTo>
                <a:lnTo>
                  <a:pt x="662408" y="380911"/>
                </a:lnTo>
                <a:lnTo>
                  <a:pt x="662210" y="411316"/>
                </a:lnTo>
                <a:lnTo>
                  <a:pt x="661860" y="418022"/>
                </a:lnTo>
                <a:lnTo>
                  <a:pt x="660235" y="420879"/>
                </a:lnTo>
                <a:lnTo>
                  <a:pt x="657045" y="424457"/>
                </a:lnTo>
                <a:lnTo>
                  <a:pt x="649035" y="426932"/>
                </a:lnTo>
                <a:lnTo>
                  <a:pt x="610425" y="426662"/>
                </a:lnTo>
                <a:lnTo>
                  <a:pt x="603675" y="423878"/>
                </a:lnTo>
                <a:lnTo>
                  <a:pt x="601142" y="421118"/>
                </a:lnTo>
                <a:lnTo>
                  <a:pt x="598365" y="415862"/>
                </a:lnTo>
                <a:lnTo>
                  <a:pt x="598455" y="362627"/>
                </a:lnTo>
                <a:lnTo>
                  <a:pt x="601540" y="356569"/>
                </a:lnTo>
                <a:lnTo>
                  <a:pt x="604852" y="353569"/>
                </a:lnTo>
                <a:lnTo>
                  <a:pt x="606555" y="352817"/>
                </a:lnTo>
                <a:lnTo>
                  <a:pt x="608466" y="352564"/>
                </a:lnTo>
                <a:lnTo>
                  <a:pt x="637380" y="352185"/>
                </a:lnTo>
                <a:lnTo>
                  <a:pt x="654795" y="352862"/>
                </a:lnTo>
                <a:close/>
                <a:moveTo>
                  <a:pt x="27315" y="327437"/>
                </a:moveTo>
                <a:lnTo>
                  <a:pt x="1710" y="327662"/>
                </a:lnTo>
                <a:lnTo>
                  <a:pt x="0" y="329777"/>
                </a:lnTo>
                <a:lnTo>
                  <a:pt x="0" y="351647"/>
                </a:lnTo>
                <a:lnTo>
                  <a:pt x="1710" y="353762"/>
                </a:lnTo>
                <a:lnTo>
                  <a:pt x="65295" y="353987"/>
                </a:lnTo>
                <a:lnTo>
                  <a:pt x="69626" y="355829"/>
                </a:lnTo>
                <a:lnTo>
                  <a:pt x="71446" y="357032"/>
                </a:lnTo>
                <a:lnTo>
                  <a:pt x="74700" y="361322"/>
                </a:lnTo>
                <a:lnTo>
                  <a:pt x="74587" y="371138"/>
                </a:lnTo>
                <a:lnTo>
                  <a:pt x="74024" y="373550"/>
                </a:lnTo>
                <a:lnTo>
                  <a:pt x="71865" y="374318"/>
                </a:lnTo>
                <a:lnTo>
                  <a:pt x="68382" y="374563"/>
                </a:lnTo>
                <a:lnTo>
                  <a:pt x="32985" y="375047"/>
                </a:lnTo>
                <a:lnTo>
                  <a:pt x="32128" y="376317"/>
                </a:lnTo>
                <a:lnTo>
                  <a:pt x="31673" y="379379"/>
                </a:lnTo>
                <a:lnTo>
                  <a:pt x="31617" y="395296"/>
                </a:lnTo>
                <a:lnTo>
                  <a:pt x="32276" y="400330"/>
                </a:lnTo>
                <a:lnTo>
                  <a:pt x="32900" y="401395"/>
                </a:lnTo>
                <a:lnTo>
                  <a:pt x="33668" y="401765"/>
                </a:lnTo>
                <a:lnTo>
                  <a:pt x="72810" y="402137"/>
                </a:lnTo>
                <a:lnTo>
                  <a:pt x="74925" y="403847"/>
                </a:lnTo>
                <a:lnTo>
                  <a:pt x="74247" y="417208"/>
                </a:lnTo>
                <a:lnTo>
                  <a:pt x="73287" y="418994"/>
                </a:lnTo>
                <a:lnTo>
                  <a:pt x="71012" y="421185"/>
                </a:lnTo>
                <a:lnTo>
                  <a:pt x="65925" y="423962"/>
                </a:lnTo>
                <a:lnTo>
                  <a:pt x="1890" y="424412"/>
                </a:lnTo>
                <a:lnTo>
                  <a:pt x="0" y="426122"/>
                </a:lnTo>
                <a:lnTo>
                  <a:pt x="0" y="448847"/>
                </a:lnTo>
                <a:lnTo>
                  <a:pt x="1710" y="450962"/>
                </a:lnTo>
                <a:lnTo>
                  <a:pt x="63742" y="450996"/>
                </a:lnTo>
                <a:lnTo>
                  <a:pt x="72453" y="450436"/>
                </a:lnTo>
                <a:lnTo>
                  <a:pt x="79066" y="449536"/>
                </a:lnTo>
                <a:lnTo>
                  <a:pt x="83476" y="448257"/>
                </a:lnTo>
                <a:lnTo>
                  <a:pt x="89506" y="445703"/>
                </a:lnTo>
                <a:lnTo>
                  <a:pt x="94965" y="441070"/>
                </a:lnTo>
                <a:lnTo>
                  <a:pt x="98505" y="435904"/>
                </a:lnTo>
                <a:lnTo>
                  <a:pt x="100369" y="431524"/>
                </a:lnTo>
                <a:lnTo>
                  <a:pt x="102527" y="424450"/>
                </a:lnTo>
                <a:lnTo>
                  <a:pt x="103075" y="420412"/>
                </a:lnTo>
                <a:lnTo>
                  <a:pt x="103747" y="399089"/>
                </a:lnTo>
                <a:lnTo>
                  <a:pt x="103264" y="361479"/>
                </a:lnTo>
                <a:lnTo>
                  <a:pt x="102464" y="353013"/>
                </a:lnTo>
                <a:lnTo>
                  <a:pt x="99191" y="342790"/>
                </a:lnTo>
                <a:lnTo>
                  <a:pt x="96809" y="338806"/>
                </a:lnTo>
                <a:lnTo>
                  <a:pt x="95304" y="337033"/>
                </a:lnTo>
                <a:lnTo>
                  <a:pt x="91657" y="333915"/>
                </a:lnTo>
                <a:lnTo>
                  <a:pt x="87143" y="331351"/>
                </a:lnTo>
                <a:lnTo>
                  <a:pt x="79885" y="328763"/>
                </a:lnTo>
                <a:lnTo>
                  <a:pt x="74023" y="327835"/>
                </a:lnTo>
                <a:lnTo>
                  <a:pt x="64772" y="327379"/>
                </a:lnTo>
                <a:lnTo>
                  <a:pt x="27315" y="327437"/>
                </a:lnTo>
                <a:close/>
                <a:moveTo>
                  <a:pt x="205335" y="327347"/>
                </a:moveTo>
                <a:lnTo>
                  <a:pt x="202519" y="327816"/>
                </a:lnTo>
                <a:lnTo>
                  <a:pt x="201960" y="328202"/>
                </a:lnTo>
                <a:lnTo>
                  <a:pt x="201720" y="329099"/>
                </a:lnTo>
                <a:lnTo>
                  <a:pt x="200925" y="371447"/>
                </a:lnTo>
                <a:lnTo>
                  <a:pt x="199215" y="373337"/>
                </a:lnTo>
                <a:lnTo>
                  <a:pt x="159048" y="373291"/>
                </a:lnTo>
                <a:lnTo>
                  <a:pt x="144900" y="372887"/>
                </a:lnTo>
                <a:lnTo>
                  <a:pt x="143797" y="371251"/>
                </a:lnTo>
                <a:lnTo>
                  <a:pt x="143267" y="366070"/>
                </a:lnTo>
                <a:lnTo>
                  <a:pt x="143100" y="328832"/>
                </a:lnTo>
                <a:lnTo>
                  <a:pt x="141395" y="327840"/>
                </a:lnTo>
                <a:lnTo>
                  <a:pt x="139033" y="327561"/>
                </a:lnTo>
                <a:lnTo>
                  <a:pt x="116550" y="327437"/>
                </a:lnTo>
                <a:lnTo>
                  <a:pt x="114750" y="329237"/>
                </a:lnTo>
                <a:lnTo>
                  <a:pt x="114750" y="448937"/>
                </a:lnTo>
                <a:lnTo>
                  <a:pt x="116022" y="450140"/>
                </a:lnTo>
                <a:lnTo>
                  <a:pt x="118147" y="450847"/>
                </a:lnTo>
                <a:lnTo>
                  <a:pt x="120789" y="451078"/>
                </a:lnTo>
                <a:lnTo>
                  <a:pt x="141255" y="450962"/>
                </a:lnTo>
                <a:lnTo>
                  <a:pt x="143190" y="449027"/>
                </a:lnTo>
                <a:lnTo>
                  <a:pt x="143170" y="411389"/>
                </a:lnTo>
                <a:lnTo>
                  <a:pt x="143770" y="402512"/>
                </a:lnTo>
                <a:lnTo>
                  <a:pt x="144444" y="401121"/>
                </a:lnTo>
                <a:lnTo>
                  <a:pt x="145337" y="400709"/>
                </a:lnTo>
                <a:lnTo>
                  <a:pt x="155475" y="400418"/>
                </a:lnTo>
                <a:lnTo>
                  <a:pt x="199305" y="400337"/>
                </a:lnTo>
                <a:lnTo>
                  <a:pt x="201150" y="402722"/>
                </a:lnTo>
                <a:lnTo>
                  <a:pt x="201150" y="448982"/>
                </a:lnTo>
                <a:lnTo>
                  <a:pt x="203400" y="451232"/>
                </a:lnTo>
                <a:lnTo>
                  <a:pt x="227205" y="450962"/>
                </a:lnTo>
                <a:lnTo>
                  <a:pt x="229230" y="448937"/>
                </a:lnTo>
                <a:lnTo>
                  <a:pt x="229050" y="329687"/>
                </a:lnTo>
                <a:lnTo>
                  <a:pt x="227842" y="328161"/>
                </a:lnTo>
                <a:lnTo>
                  <a:pt x="225511" y="327759"/>
                </a:lnTo>
                <a:lnTo>
                  <a:pt x="205335" y="327347"/>
                </a:lnTo>
                <a:close/>
                <a:moveTo>
                  <a:pt x="268875" y="327932"/>
                </a:moveTo>
                <a:lnTo>
                  <a:pt x="264078" y="329089"/>
                </a:lnTo>
                <a:lnTo>
                  <a:pt x="257568" y="331527"/>
                </a:lnTo>
                <a:lnTo>
                  <a:pt x="254160" y="333422"/>
                </a:lnTo>
                <a:lnTo>
                  <a:pt x="251078" y="336137"/>
                </a:lnTo>
                <a:lnTo>
                  <a:pt x="248448" y="339324"/>
                </a:lnTo>
                <a:lnTo>
                  <a:pt x="245438" y="344835"/>
                </a:lnTo>
                <a:lnTo>
                  <a:pt x="244116" y="348896"/>
                </a:lnTo>
                <a:lnTo>
                  <a:pt x="242550" y="356642"/>
                </a:lnTo>
                <a:lnTo>
                  <a:pt x="242169" y="373564"/>
                </a:lnTo>
                <a:lnTo>
                  <a:pt x="242325" y="421262"/>
                </a:lnTo>
                <a:lnTo>
                  <a:pt x="244362" y="430002"/>
                </a:lnTo>
                <a:lnTo>
                  <a:pt x="247470" y="437315"/>
                </a:lnTo>
                <a:lnTo>
                  <a:pt x="250389" y="441180"/>
                </a:lnTo>
                <a:lnTo>
                  <a:pt x="256210" y="445699"/>
                </a:lnTo>
                <a:lnTo>
                  <a:pt x="263194" y="448819"/>
                </a:lnTo>
                <a:lnTo>
                  <a:pt x="268485" y="450009"/>
                </a:lnTo>
                <a:lnTo>
                  <a:pt x="276558" y="450651"/>
                </a:lnTo>
                <a:lnTo>
                  <a:pt x="289529" y="450912"/>
                </a:lnTo>
                <a:lnTo>
                  <a:pt x="342990" y="450962"/>
                </a:lnTo>
                <a:lnTo>
                  <a:pt x="344700" y="448847"/>
                </a:lnTo>
                <a:lnTo>
                  <a:pt x="344627" y="429328"/>
                </a:lnTo>
                <a:lnTo>
                  <a:pt x="344385" y="426533"/>
                </a:lnTo>
                <a:lnTo>
                  <a:pt x="343462" y="424797"/>
                </a:lnTo>
                <a:lnTo>
                  <a:pt x="341751" y="424372"/>
                </a:lnTo>
                <a:lnTo>
                  <a:pt x="335769" y="424256"/>
                </a:lnTo>
                <a:lnTo>
                  <a:pt x="279675" y="423962"/>
                </a:lnTo>
                <a:lnTo>
                  <a:pt x="275249" y="421774"/>
                </a:lnTo>
                <a:lnTo>
                  <a:pt x="272138" y="418970"/>
                </a:lnTo>
                <a:lnTo>
                  <a:pt x="270486" y="414859"/>
                </a:lnTo>
                <a:lnTo>
                  <a:pt x="270000" y="408842"/>
                </a:lnTo>
                <a:lnTo>
                  <a:pt x="270243" y="404296"/>
                </a:lnTo>
                <a:lnTo>
                  <a:pt x="271890" y="402362"/>
                </a:lnTo>
                <a:lnTo>
                  <a:pt x="342945" y="401552"/>
                </a:lnTo>
                <a:lnTo>
                  <a:pt x="343999" y="400390"/>
                </a:lnTo>
                <a:lnTo>
                  <a:pt x="344396" y="398661"/>
                </a:lnTo>
                <a:lnTo>
                  <a:pt x="344700" y="388007"/>
                </a:lnTo>
                <a:lnTo>
                  <a:pt x="344700" y="377027"/>
                </a:lnTo>
                <a:lnTo>
                  <a:pt x="342990" y="374912"/>
                </a:lnTo>
                <a:lnTo>
                  <a:pt x="271814" y="374126"/>
                </a:lnTo>
                <a:lnTo>
                  <a:pt x="270904" y="373867"/>
                </a:lnTo>
                <a:lnTo>
                  <a:pt x="270433" y="373266"/>
                </a:lnTo>
                <a:lnTo>
                  <a:pt x="270013" y="369714"/>
                </a:lnTo>
                <a:lnTo>
                  <a:pt x="270472" y="363015"/>
                </a:lnTo>
                <a:lnTo>
                  <a:pt x="272726" y="358248"/>
                </a:lnTo>
                <a:lnTo>
                  <a:pt x="274072" y="356681"/>
                </a:lnTo>
                <a:lnTo>
                  <a:pt x="275250" y="355964"/>
                </a:lnTo>
                <a:lnTo>
                  <a:pt x="280755" y="353987"/>
                </a:lnTo>
                <a:lnTo>
                  <a:pt x="342315" y="353987"/>
                </a:lnTo>
                <a:lnTo>
                  <a:pt x="344700" y="352142"/>
                </a:lnTo>
                <a:lnTo>
                  <a:pt x="344700" y="328832"/>
                </a:lnTo>
                <a:lnTo>
                  <a:pt x="342582" y="327841"/>
                </a:lnTo>
                <a:lnTo>
                  <a:pt x="333303" y="327519"/>
                </a:lnTo>
                <a:lnTo>
                  <a:pt x="268875" y="327932"/>
                </a:lnTo>
                <a:close/>
                <a:moveTo>
                  <a:pt x="359865" y="328247"/>
                </a:moveTo>
                <a:lnTo>
                  <a:pt x="359100" y="329102"/>
                </a:lnTo>
                <a:lnTo>
                  <a:pt x="359100" y="448982"/>
                </a:lnTo>
                <a:lnTo>
                  <a:pt x="361305" y="451187"/>
                </a:lnTo>
                <a:lnTo>
                  <a:pt x="378125" y="451150"/>
                </a:lnTo>
                <a:lnTo>
                  <a:pt x="384470" y="450672"/>
                </a:lnTo>
                <a:lnTo>
                  <a:pt x="385956" y="450110"/>
                </a:lnTo>
                <a:lnTo>
                  <a:pt x="386910" y="449252"/>
                </a:lnTo>
                <a:lnTo>
                  <a:pt x="387253" y="447555"/>
                </a:lnTo>
                <a:lnTo>
                  <a:pt x="387589" y="411579"/>
                </a:lnTo>
                <a:lnTo>
                  <a:pt x="387972" y="408019"/>
                </a:lnTo>
                <a:lnTo>
                  <a:pt x="388713" y="406418"/>
                </a:lnTo>
                <a:lnTo>
                  <a:pt x="389925" y="405737"/>
                </a:lnTo>
                <a:lnTo>
                  <a:pt x="392708" y="405550"/>
                </a:lnTo>
                <a:lnTo>
                  <a:pt x="427900" y="405289"/>
                </a:lnTo>
                <a:lnTo>
                  <a:pt x="438944" y="404714"/>
                </a:lnTo>
                <a:lnTo>
                  <a:pt x="448830" y="402361"/>
                </a:lnTo>
                <a:lnTo>
                  <a:pt x="452652" y="400694"/>
                </a:lnTo>
                <a:lnTo>
                  <a:pt x="456047" y="398636"/>
                </a:lnTo>
                <a:lnTo>
                  <a:pt x="460294" y="394848"/>
                </a:lnTo>
                <a:lnTo>
                  <a:pt x="462990" y="391160"/>
                </a:lnTo>
                <a:lnTo>
                  <a:pt x="464468" y="387774"/>
                </a:lnTo>
                <a:lnTo>
                  <a:pt x="466740" y="379862"/>
                </a:lnTo>
                <a:lnTo>
                  <a:pt x="466999" y="357957"/>
                </a:lnTo>
                <a:lnTo>
                  <a:pt x="466577" y="352621"/>
                </a:lnTo>
                <a:lnTo>
                  <a:pt x="463933" y="343343"/>
                </a:lnTo>
                <a:lnTo>
                  <a:pt x="462063" y="339872"/>
                </a:lnTo>
                <a:lnTo>
                  <a:pt x="459574" y="336679"/>
                </a:lnTo>
                <a:lnTo>
                  <a:pt x="456641" y="333956"/>
                </a:lnTo>
                <a:lnTo>
                  <a:pt x="453443" y="331894"/>
                </a:lnTo>
                <a:lnTo>
                  <a:pt x="444957" y="328543"/>
                </a:lnTo>
                <a:lnTo>
                  <a:pt x="438075" y="327707"/>
                </a:lnTo>
                <a:lnTo>
                  <a:pt x="421133" y="327454"/>
                </a:lnTo>
                <a:lnTo>
                  <a:pt x="360585" y="327437"/>
                </a:lnTo>
                <a:lnTo>
                  <a:pt x="359865" y="328247"/>
                </a:lnTo>
                <a:close/>
                <a:moveTo>
                  <a:pt x="429525" y="354482"/>
                </a:moveTo>
                <a:lnTo>
                  <a:pt x="433999" y="356220"/>
                </a:lnTo>
                <a:lnTo>
                  <a:pt x="436056" y="357728"/>
                </a:lnTo>
                <a:lnTo>
                  <a:pt x="437470" y="359608"/>
                </a:lnTo>
                <a:lnTo>
                  <a:pt x="438570" y="363302"/>
                </a:lnTo>
                <a:lnTo>
                  <a:pt x="438655" y="367363"/>
                </a:lnTo>
                <a:lnTo>
                  <a:pt x="437913" y="371817"/>
                </a:lnTo>
                <a:lnTo>
                  <a:pt x="436306" y="374193"/>
                </a:lnTo>
                <a:lnTo>
                  <a:pt x="432955" y="376801"/>
                </a:lnTo>
                <a:lnTo>
                  <a:pt x="431155" y="377432"/>
                </a:lnTo>
                <a:lnTo>
                  <a:pt x="425115" y="377708"/>
                </a:lnTo>
                <a:lnTo>
                  <a:pt x="389295" y="377837"/>
                </a:lnTo>
                <a:lnTo>
                  <a:pt x="387450" y="375452"/>
                </a:lnTo>
                <a:lnTo>
                  <a:pt x="387728" y="358456"/>
                </a:lnTo>
                <a:lnTo>
                  <a:pt x="388493" y="355557"/>
                </a:lnTo>
                <a:lnTo>
                  <a:pt x="389970" y="354212"/>
                </a:lnTo>
                <a:lnTo>
                  <a:pt x="409342" y="353858"/>
                </a:lnTo>
                <a:lnTo>
                  <a:pt x="429525" y="354482"/>
                </a:lnTo>
                <a:close/>
                <a:moveTo>
                  <a:pt x="503775" y="328112"/>
                </a:moveTo>
                <a:lnTo>
                  <a:pt x="499556" y="329196"/>
                </a:lnTo>
                <a:lnTo>
                  <a:pt x="493502" y="331416"/>
                </a:lnTo>
                <a:lnTo>
                  <a:pt x="490416" y="333270"/>
                </a:lnTo>
                <a:lnTo>
                  <a:pt x="487344" y="335858"/>
                </a:lnTo>
                <a:lnTo>
                  <a:pt x="484591" y="338882"/>
                </a:lnTo>
                <a:lnTo>
                  <a:pt x="482461" y="342048"/>
                </a:lnTo>
                <a:lnTo>
                  <a:pt x="479029" y="350808"/>
                </a:lnTo>
                <a:lnTo>
                  <a:pt x="478226" y="360056"/>
                </a:lnTo>
                <a:lnTo>
                  <a:pt x="477990" y="372207"/>
                </a:lnTo>
                <a:lnTo>
                  <a:pt x="477900" y="448982"/>
                </a:lnTo>
                <a:lnTo>
                  <a:pt x="480105" y="451187"/>
                </a:lnTo>
                <a:lnTo>
                  <a:pt x="500694" y="450971"/>
                </a:lnTo>
                <a:lnTo>
                  <a:pt x="503945" y="450327"/>
                </a:lnTo>
                <a:lnTo>
                  <a:pt x="505305" y="449027"/>
                </a:lnTo>
                <a:lnTo>
                  <a:pt x="505687" y="438441"/>
                </a:lnTo>
                <a:lnTo>
                  <a:pt x="506059" y="367971"/>
                </a:lnTo>
                <a:lnTo>
                  <a:pt x="506510" y="362715"/>
                </a:lnTo>
                <a:lnTo>
                  <a:pt x="508171" y="358385"/>
                </a:lnTo>
                <a:lnTo>
                  <a:pt x="511204" y="356112"/>
                </a:lnTo>
                <a:lnTo>
                  <a:pt x="516622" y="354278"/>
                </a:lnTo>
                <a:lnTo>
                  <a:pt x="525811" y="353874"/>
                </a:lnTo>
                <a:lnTo>
                  <a:pt x="559440" y="353762"/>
                </a:lnTo>
                <a:lnTo>
                  <a:pt x="561150" y="351647"/>
                </a:lnTo>
                <a:lnTo>
                  <a:pt x="561026" y="331307"/>
                </a:lnTo>
                <a:lnTo>
                  <a:pt x="560747" y="329120"/>
                </a:lnTo>
                <a:lnTo>
                  <a:pt x="559755" y="327437"/>
                </a:lnTo>
                <a:lnTo>
                  <a:pt x="515073" y="327594"/>
                </a:lnTo>
                <a:lnTo>
                  <a:pt x="503775" y="328112"/>
                </a:lnTo>
                <a:close/>
                <a:moveTo>
                  <a:pt x="783225" y="338732"/>
                </a:moveTo>
                <a:lnTo>
                  <a:pt x="779440" y="340991"/>
                </a:lnTo>
                <a:lnTo>
                  <a:pt x="775657" y="342448"/>
                </a:lnTo>
                <a:lnTo>
                  <a:pt x="772909" y="344188"/>
                </a:lnTo>
                <a:lnTo>
                  <a:pt x="764949" y="351326"/>
                </a:lnTo>
                <a:lnTo>
                  <a:pt x="760949" y="354054"/>
                </a:lnTo>
                <a:lnTo>
                  <a:pt x="759500" y="355986"/>
                </a:lnTo>
                <a:lnTo>
                  <a:pt x="759150" y="357587"/>
                </a:lnTo>
                <a:lnTo>
                  <a:pt x="759502" y="358380"/>
                </a:lnTo>
                <a:lnTo>
                  <a:pt x="765527" y="364896"/>
                </a:lnTo>
                <a:lnTo>
                  <a:pt x="766644" y="367233"/>
                </a:lnTo>
                <a:lnTo>
                  <a:pt x="765641" y="374226"/>
                </a:lnTo>
                <a:lnTo>
                  <a:pt x="765132" y="384370"/>
                </a:lnTo>
                <a:lnTo>
                  <a:pt x="764650" y="386164"/>
                </a:lnTo>
                <a:lnTo>
                  <a:pt x="763284" y="388292"/>
                </a:lnTo>
                <a:lnTo>
                  <a:pt x="760635" y="390977"/>
                </a:lnTo>
                <a:lnTo>
                  <a:pt x="753930" y="389492"/>
                </a:lnTo>
                <a:lnTo>
                  <a:pt x="748537" y="391389"/>
                </a:lnTo>
                <a:lnTo>
                  <a:pt x="746342" y="391657"/>
                </a:lnTo>
                <a:lnTo>
                  <a:pt x="739179" y="389700"/>
                </a:lnTo>
                <a:lnTo>
                  <a:pt x="736438" y="389537"/>
                </a:lnTo>
                <a:lnTo>
                  <a:pt x="735261" y="389852"/>
                </a:lnTo>
                <a:lnTo>
                  <a:pt x="732977" y="391397"/>
                </a:lnTo>
                <a:lnTo>
                  <a:pt x="727532" y="397895"/>
                </a:lnTo>
                <a:lnTo>
                  <a:pt x="723458" y="401768"/>
                </a:lnTo>
                <a:lnTo>
                  <a:pt x="719262" y="404349"/>
                </a:lnTo>
                <a:lnTo>
                  <a:pt x="716649" y="405178"/>
                </a:lnTo>
                <a:lnTo>
                  <a:pt x="714320" y="405423"/>
                </a:lnTo>
                <a:lnTo>
                  <a:pt x="711687" y="407183"/>
                </a:lnTo>
                <a:lnTo>
                  <a:pt x="710747" y="409136"/>
                </a:lnTo>
                <a:lnTo>
                  <a:pt x="710622" y="411387"/>
                </a:lnTo>
                <a:lnTo>
                  <a:pt x="711450" y="413657"/>
                </a:lnTo>
                <a:lnTo>
                  <a:pt x="712846" y="415195"/>
                </a:lnTo>
                <a:lnTo>
                  <a:pt x="714635" y="416251"/>
                </a:lnTo>
                <a:lnTo>
                  <a:pt x="716540" y="416754"/>
                </a:lnTo>
                <a:lnTo>
                  <a:pt x="719012" y="416317"/>
                </a:lnTo>
                <a:lnTo>
                  <a:pt x="720804" y="414864"/>
                </a:lnTo>
                <a:lnTo>
                  <a:pt x="731244" y="408605"/>
                </a:lnTo>
                <a:lnTo>
                  <a:pt x="737354" y="401488"/>
                </a:lnTo>
                <a:lnTo>
                  <a:pt x="739299" y="399988"/>
                </a:lnTo>
                <a:lnTo>
                  <a:pt x="740688" y="399940"/>
                </a:lnTo>
                <a:lnTo>
                  <a:pt x="745727" y="401857"/>
                </a:lnTo>
                <a:lnTo>
                  <a:pt x="748429" y="402311"/>
                </a:lnTo>
                <a:lnTo>
                  <a:pt x="750668" y="401879"/>
                </a:lnTo>
                <a:lnTo>
                  <a:pt x="753390" y="399887"/>
                </a:lnTo>
                <a:lnTo>
                  <a:pt x="761286" y="400275"/>
                </a:lnTo>
                <a:lnTo>
                  <a:pt x="763745" y="400054"/>
                </a:lnTo>
                <a:lnTo>
                  <a:pt x="766711" y="398794"/>
                </a:lnTo>
                <a:lnTo>
                  <a:pt x="775932" y="391135"/>
                </a:lnTo>
                <a:lnTo>
                  <a:pt x="776615" y="389707"/>
                </a:lnTo>
                <a:lnTo>
                  <a:pt x="776628" y="388584"/>
                </a:lnTo>
                <a:lnTo>
                  <a:pt x="774747" y="383495"/>
                </a:lnTo>
                <a:lnTo>
                  <a:pt x="774418" y="377919"/>
                </a:lnTo>
                <a:lnTo>
                  <a:pt x="775298" y="373727"/>
                </a:lnTo>
                <a:lnTo>
                  <a:pt x="777472" y="368155"/>
                </a:lnTo>
                <a:lnTo>
                  <a:pt x="777735" y="365906"/>
                </a:lnTo>
                <a:lnTo>
                  <a:pt x="776831" y="362941"/>
                </a:lnTo>
                <a:lnTo>
                  <a:pt x="774230" y="359452"/>
                </a:lnTo>
                <a:lnTo>
                  <a:pt x="773550" y="357677"/>
                </a:lnTo>
                <a:lnTo>
                  <a:pt x="774541" y="355636"/>
                </a:lnTo>
                <a:lnTo>
                  <a:pt x="777156" y="353160"/>
                </a:lnTo>
                <a:lnTo>
                  <a:pt x="785676" y="348054"/>
                </a:lnTo>
                <a:lnTo>
                  <a:pt x="787109" y="346556"/>
                </a:lnTo>
                <a:lnTo>
                  <a:pt x="788004" y="342375"/>
                </a:lnTo>
                <a:lnTo>
                  <a:pt x="787815" y="339587"/>
                </a:lnTo>
                <a:lnTo>
                  <a:pt x="785874" y="338366"/>
                </a:lnTo>
                <a:lnTo>
                  <a:pt x="783225" y="338732"/>
                </a:lnTo>
                <a:close/>
                <a:moveTo>
                  <a:pt x="597285" y="474542"/>
                </a:moveTo>
                <a:lnTo>
                  <a:pt x="579195" y="474812"/>
                </a:lnTo>
                <a:lnTo>
                  <a:pt x="577125" y="476882"/>
                </a:lnTo>
                <a:lnTo>
                  <a:pt x="577028" y="588879"/>
                </a:lnTo>
                <a:lnTo>
                  <a:pt x="577125" y="595952"/>
                </a:lnTo>
                <a:lnTo>
                  <a:pt x="577655" y="597077"/>
                </a:lnTo>
                <a:lnTo>
                  <a:pt x="579937" y="598044"/>
                </a:lnTo>
                <a:lnTo>
                  <a:pt x="583119" y="598322"/>
                </a:lnTo>
                <a:lnTo>
                  <a:pt x="602775" y="598292"/>
                </a:lnTo>
                <a:lnTo>
                  <a:pt x="604800" y="596402"/>
                </a:lnTo>
                <a:lnTo>
                  <a:pt x="604912" y="515604"/>
                </a:lnTo>
                <a:lnTo>
                  <a:pt x="605105" y="506184"/>
                </a:lnTo>
                <a:lnTo>
                  <a:pt x="605645" y="503575"/>
                </a:lnTo>
                <a:lnTo>
                  <a:pt x="606915" y="502532"/>
                </a:lnTo>
                <a:lnTo>
                  <a:pt x="612790" y="502249"/>
                </a:lnTo>
                <a:lnTo>
                  <a:pt x="654392" y="502071"/>
                </a:lnTo>
                <a:lnTo>
                  <a:pt x="660935" y="502551"/>
                </a:lnTo>
                <a:lnTo>
                  <a:pt x="661725" y="503963"/>
                </a:lnTo>
                <a:lnTo>
                  <a:pt x="661982" y="505743"/>
                </a:lnTo>
                <a:lnTo>
                  <a:pt x="662354" y="519048"/>
                </a:lnTo>
                <a:lnTo>
                  <a:pt x="662760" y="596807"/>
                </a:lnTo>
                <a:lnTo>
                  <a:pt x="664013" y="597733"/>
                </a:lnTo>
                <a:lnTo>
                  <a:pt x="667199" y="598187"/>
                </a:lnTo>
                <a:lnTo>
                  <a:pt x="689265" y="598337"/>
                </a:lnTo>
                <a:lnTo>
                  <a:pt x="690795" y="596627"/>
                </a:lnTo>
                <a:lnTo>
                  <a:pt x="690861" y="501775"/>
                </a:lnTo>
                <a:lnTo>
                  <a:pt x="690717" y="479884"/>
                </a:lnTo>
                <a:lnTo>
                  <a:pt x="690385" y="476083"/>
                </a:lnTo>
                <a:lnTo>
                  <a:pt x="688050" y="474930"/>
                </a:lnTo>
                <a:lnTo>
                  <a:pt x="684269" y="474602"/>
                </a:lnTo>
                <a:lnTo>
                  <a:pt x="597285" y="474542"/>
                </a:lnTo>
                <a:close/>
                <a:moveTo>
                  <a:pt x="145350" y="475712"/>
                </a:moveTo>
                <a:lnTo>
                  <a:pt x="136859" y="477569"/>
                </a:lnTo>
                <a:lnTo>
                  <a:pt x="133226" y="478856"/>
                </a:lnTo>
                <a:lnTo>
                  <a:pt x="127097" y="482203"/>
                </a:lnTo>
                <a:lnTo>
                  <a:pt x="124565" y="484288"/>
                </a:lnTo>
                <a:lnTo>
                  <a:pt x="122366" y="486663"/>
                </a:lnTo>
                <a:lnTo>
                  <a:pt x="118893" y="492331"/>
                </a:lnTo>
                <a:lnTo>
                  <a:pt x="115891" y="501619"/>
                </a:lnTo>
                <a:lnTo>
                  <a:pt x="115337" y="507370"/>
                </a:lnTo>
                <a:lnTo>
                  <a:pt x="115060" y="525732"/>
                </a:lnTo>
                <a:lnTo>
                  <a:pt x="114971" y="587635"/>
                </a:lnTo>
                <a:lnTo>
                  <a:pt x="115245" y="597527"/>
                </a:lnTo>
                <a:lnTo>
                  <a:pt x="115836" y="598418"/>
                </a:lnTo>
                <a:lnTo>
                  <a:pt x="117050" y="598971"/>
                </a:lnTo>
                <a:lnTo>
                  <a:pt x="123486" y="599318"/>
                </a:lnTo>
                <a:lnTo>
                  <a:pt x="141435" y="599012"/>
                </a:lnTo>
                <a:lnTo>
                  <a:pt x="143100" y="596762"/>
                </a:lnTo>
                <a:lnTo>
                  <a:pt x="143587" y="514015"/>
                </a:lnTo>
                <a:lnTo>
                  <a:pt x="143865" y="509822"/>
                </a:lnTo>
                <a:lnTo>
                  <a:pt x="145946" y="506475"/>
                </a:lnTo>
                <a:lnTo>
                  <a:pt x="148365" y="504107"/>
                </a:lnTo>
                <a:lnTo>
                  <a:pt x="152569" y="503241"/>
                </a:lnTo>
                <a:lnTo>
                  <a:pt x="163731" y="502616"/>
                </a:lnTo>
                <a:lnTo>
                  <a:pt x="196062" y="502257"/>
                </a:lnTo>
                <a:lnTo>
                  <a:pt x="197327" y="501605"/>
                </a:lnTo>
                <a:lnTo>
                  <a:pt x="197915" y="500348"/>
                </a:lnTo>
                <a:lnTo>
                  <a:pt x="198412" y="494176"/>
                </a:lnTo>
                <a:lnTo>
                  <a:pt x="198450" y="477377"/>
                </a:lnTo>
                <a:lnTo>
                  <a:pt x="196740" y="475262"/>
                </a:lnTo>
                <a:lnTo>
                  <a:pt x="156525" y="475255"/>
                </a:lnTo>
                <a:lnTo>
                  <a:pt x="145350" y="475712"/>
                </a:lnTo>
                <a:close/>
                <a:moveTo>
                  <a:pt x="213435" y="475577"/>
                </a:moveTo>
                <a:lnTo>
                  <a:pt x="212175" y="476792"/>
                </a:lnTo>
                <a:lnTo>
                  <a:pt x="211978" y="484964"/>
                </a:lnTo>
                <a:lnTo>
                  <a:pt x="212612" y="594963"/>
                </a:lnTo>
                <a:lnTo>
                  <a:pt x="213704" y="597854"/>
                </a:lnTo>
                <a:lnTo>
                  <a:pt x="214335" y="598517"/>
                </a:lnTo>
                <a:lnTo>
                  <a:pt x="215632" y="598902"/>
                </a:lnTo>
                <a:lnTo>
                  <a:pt x="238731" y="599255"/>
                </a:lnTo>
                <a:lnTo>
                  <a:pt x="240304" y="597753"/>
                </a:lnTo>
                <a:lnTo>
                  <a:pt x="240662" y="595394"/>
                </a:lnTo>
                <a:lnTo>
                  <a:pt x="240866" y="560398"/>
                </a:lnTo>
                <a:lnTo>
                  <a:pt x="241138" y="556770"/>
                </a:lnTo>
                <a:lnTo>
                  <a:pt x="241662" y="555073"/>
                </a:lnTo>
                <a:lnTo>
                  <a:pt x="242505" y="554417"/>
                </a:lnTo>
                <a:lnTo>
                  <a:pt x="243887" y="554310"/>
                </a:lnTo>
                <a:lnTo>
                  <a:pt x="282247" y="553752"/>
                </a:lnTo>
                <a:lnTo>
                  <a:pt x="291464" y="553215"/>
                </a:lnTo>
                <a:lnTo>
                  <a:pt x="295703" y="552521"/>
                </a:lnTo>
                <a:lnTo>
                  <a:pt x="302410" y="550671"/>
                </a:lnTo>
                <a:lnTo>
                  <a:pt x="306840" y="548742"/>
                </a:lnTo>
                <a:lnTo>
                  <a:pt x="310596" y="546272"/>
                </a:lnTo>
                <a:lnTo>
                  <a:pt x="313730" y="543219"/>
                </a:lnTo>
                <a:lnTo>
                  <a:pt x="316297" y="539540"/>
                </a:lnTo>
                <a:lnTo>
                  <a:pt x="318593" y="534562"/>
                </a:lnTo>
                <a:lnTo>
                  <a:pt x="319358" y="531544"/>
                </a:lnTo>
                <a:lnTo>
                  <a:pt x="319905" y="521462"/>
                </a:lnTo>
                <a:lnTo>
                  <a:pt x="319725" y="496862"/>
                </a:lnTo>
                <a:lnTo>
                  <a:pt x="316439" y="489701"/>
                </a:lnTo>
                <a:lnTo>
                  <a:pt x="314819" y="487256"/>
                </a:lnTo>
                <a:lnTo>
                  <a:pt x="310780" y="483021"/>
                </a:lnTo>
                <a:lnTo>
                  <a:pt x="305698" y="479674"/>
                </a:lnTo>
                <a:lnTo>
                  <a:pt x="302774" y="478339"/>
                </a:lnTo>
                <a:lnTo>
                  <a:pt x="296172" y="476356"/>
                </a:lnTo>
                <a:lnTo>
                  <a:pt x="288984" y="475502"/>
                </a:lnTo>
                <a:lnTo>
                  <a:pt x="273279" y="475201"/>
                </a:lnTo>
                <a:lnTo>
                  <a:pt x="230161" y="475124"/>
                </a:lnTo>
                <a:lnTo>
                  <a:pt x="213435" y="475577"/>
                </a:lnTo>
                <a:close/>
                <a:moveTo>
                  <a:pt x="282420" y="502712"/>
                </a:moveTo>
                <a:lnTo>
                  <a:pt x="285957" y="503734"/>
                </a:lnTo>
                <a:lnTo>
                  <a:pt x="288411" y="504957"/>
                </a:lnTo>
                <a:lnTo>
                  <a:pt x="290057" y="506536"/>
                </a:lnTo>
                <a:lnTo>
                  <a:pt x="291600" y="509102"/>
                </a:lnTo>
                <a:lnTo>
                  <a:pt x="291600" y="519902"/>
                </a:lnTo>
                <a:lnTo>
                  <a:pt x="289221" y="522889"/>
                </a:lnTo>
                <a:lnTo>
                  <a:pt x="285165" y="525662"/>
                </a:lnTo>
                <a:lnTo>
                  <a:pt x="242640" y="525932"/>
                </a:lnTo>
                <a:lnTo>
                  <a:pt x="240750" y="523502"/>
                </a:lnTo>
                <a:lnTo>
                  <a:pt x="240939" y="506332"/>
                </a:lnTo>
                <a:lnTo>
                  <a:pt x="241513" y="503693"/>
                </a:lnTo>
                <a:lnTo>
                  <a:pt x="242685" y="502622"/>
                </a:lnTo>
                <a:lnTo>
                  <a:pt x="269162" y="502057"/>
                </a:lnTo>
                <a:lnTo>
                  <a:pt x="278249" y="502212"/>
                </a:lnTo>
                <a:lnTo>
                  <a:pt x="282420" y="502712"/>
                </a:lnTo>
                <a:close/>
                <a:moveTo>
                  <a:pt x="449955" y="475892"/>
                </a:moveTo>
                <a:lnTo>
                  <a:pt x="448875" y="476747"/>
                </a:lnTo>
                <a:lnTo>
                  <a:pt x="448766" y="577863"/>
                </a:lnTo>
                <a:lnTo>
                  <a:pt x="448937" y="591334"/>
                </a:lnTo>
                <a:lnTo>
                  <a:pt x="449744" y="598336"/>
                </a:lnTo>
                <a:lnTo>
                  <a:pt x="450810" y="598967"/>
                </a:lnTo>
                <a:lnTo>
                  <a:pt x="452657" y="599099"/>
                </a:lnTo>
                <a:lnTo>
                  <a:pt x="471318" y="599297"/>
                </a:lnTo>
                <a:lnTo>
                  <a:pt x="474127" y="598790"/>
                </a:lnTo>
                <a:lnTo>
                  <a:pt x="476325" y="597077"/>
                </a:lnTo>
                <a:lnTo>
                  <a:pt x="476558" y="513829"/>
                </a:lnTo>
                <a:lnTo>
                  <a:pt x="476730" y="504377"/>
                </a:lnTo>
                <a:lnTo>
                  <a:pt x="477343" y="503235"/>
                </a:lnTo>
                <a:lnTo>
                  <a:pt x="480943" y="502329"/>
                </a:lnTo>
                <a:lnTo>
                  <a:pt x="487093" y="502100"/>
                </a:lnTo>
                <a:lnTo>
                  <a:pt x="531000" y="502037"/>
                </a:lnTo>
                <a:lnTo>
                  <a:pt x="533790" y="504557"/>
                </a:lnTo>
                <a:lnTo>
                  <a:pt x="533836" y="572597"/>
                </a:lnTo>
                <a:lnTo>
                  <a:pt x="534240" y="596672"/>
                </a:lnTo>
                <a:lnTo>
                  <a:pt x="537525" y="599237"/>
                </a:lnTo>
                <a:lnTo>
                  <a:pt x="553666" y="599193"/>
                </a:lnTo>
                <a:lnTo>
                  <a:pt x="560148" y="598810"/>
                </a:lnTo>
                <a:lnTo>
                  <a:pt x="562050" y="596357"/>
                </a:lnTo>
                <a:lnTo>
                  <a:pt x="562050" y="477242"/>
                </a:lnTo>
                <a:lnTo>
                  <a:pt x="559845" y="475037"/>
                </a:lnTo>
                <a:lnTo>
                  <a:pt x="450990" y="475037"/>
                </a:lnTo>
                <a:lnTo>
                  <a:pt x="449955" y="475892"/>
                </a:lnTo>
                <a:close/>
                <a:moveTo>
                  <a:pt x="331470" y="476972"/>
                </a:moveTo>
                <a:lnTo>
                  <a:pt x="330229" y="479060"/>
                </a:lnTo>
                <a:lnTo>
                  <a:pt x="330001" y="481349"/>
                </a:lnTo>
                <a:lnTo>
                  <a:pt x="330089" y="519618"/>
                </a:lnTo>
                <a:lnTo>
                  <a:pt x="330491" y="530753"/>
                </a:lnTo>
                <a:lnTo>
                  <a:pt x="331696" y="535824"/>
                </a:lnTo>
                <a:lnTo>
                  <a:pt x="334370" y="540354"/>
                </a:lnTo>
                <a:lnTo>
                  <a:pt x="336979" y="543560"/>
                </a:lnTo>
                <a:lnTo>
                  <a:pt x="340031" y="546317"/>
                </a:lnTo>
                <a:lnTo>
                  <a:pt x="345487" y="549648"/>
                </a:lnTo>
                <a:lnTo>
                  <a:pt x="355097" y="552940"/>
                </a:lnTo>
                <a:lnTo>
                  <a:pt x="365300" y="553790"/>
                </a:lnTo>
                <a:lnTo>
                  <a:pt x="405720" y="554462"/>
                </a:lnTo>
                <a:lnTo>
                  <a:pt x="407532" y="555125"/>
                </a:lnTo>
                <a:lnTo>
                  <a:pt x="408229" y="556059"/>
                </a:lnTo>
                <a:lnTo>
                  <a:pt x="408765" y="560007"/>
                </a:lnTo>
                <a:lnTo>
                  <a:pt x="408825" y="566612"/>
                </a:lnTo>
                <a:lnTo>
                  <a:pt x="405056" y="570919"/>
                </a:lnTo>
                <a:lnTo>
                  <a:pt x="402059" y="572214"/>
                </a:lnTo>
                <a:lnTo>
                  <a:pt x="391539" y="573028"/>
                </a:lnTo>
                <a:lnTo>
                  <a:pt x="345999" y="573261"/>
                </a:lnTo>
                <a:lnTo>
                  <a:pt x="337822" y="573509"/>
                </a:lnTo>
                <a:lnTo>
                  <a:pt x="336681" y="573866"/>
                </a:lnTo>
                <a:lnTo>
                  <a:pt x="335788" y="574791"/>
                </a:lnTo>
                <a:lnTo>
                  <a:pt x="335228" y="576529"/>
                </a:lnTo>
                <a:lnTo>
                  <a:pt x="334850" y="581516"/>
                </a:lnTo>
                <a:lnTo>
                  <a:pt x="335015" y="596162"/>
                </a:lnTo>
                <a:lnTo>
                  <a:pt x="335403" y="598347"/>
                </a:lnTo>
                <a:lnTo>
                  <a:pt x="336084" y="599512"/>
                </a:lnTo>
                <a:lnTo>
                  <a:pt x="337746" y="600193"/>
                </a:lnTo>
                <a:lnTo>
                  <a:pt x="346759" y="600474"/>
                </a:lnTo>
                <a:lnTo>
                  <a:pt x="408375" y="600587"/>
                </a:lnTo>
                <a:lnTo>
                  <a:pt x="420919" y="596723"/>
                </a:lnTo>
                <a:lnTo>
                  <a:pt x="426069" y="593769"/>
                </a:lnTo>
                <a:lnTo>
                  <a:pt x="429121" y="591087"/>
                </a:lnTo>
                <a:lnTo>
                  <a:pt x="432680" y="586632"/>
                </a:lnTo>
                <a:lnTo>
                  <a:pt x="434931" y="581788"/>
                </a:lnTo>
                <a:lnTo>
                  <a:pt x="436140" y="576557"/>
                </a:lnTo>
                <a:lnTo>
                  <a:pt x="436215" y="494212"/>
                </a:lnTo>
                <a:lnTo>
                  <a:pt x="436016" y="483165"/>
                </a:lnTo>
                <a:lnTo>
                  <a:pt x="435134" y="477226"/>
                </a:lnTo>
                <a:lnTo>
                  <a:pt x="433004" y="476250"/>
                </a:lnTo>
                <a:lnTo>
                  <a:pt x="422302" y="475926"/>
                </a:lnTo>
                <a:lnTo>
                  <a:pt x="411687" y="476250"/>
                </a:lnTo>
                <a:lnTo>
                  <a:pt x="410760" y="476432"/>
                </a:lnTo>
                <a:lnTo>
                  <a:pt x="409741" y="477265"/>
                </a:lnTo>
                <a:lnTo>
                  <a:pt x="408915" y="480836"/>
                </a:lnTo>
                <a:lnTo>
                  <a:pt x="408706" y="486382"/>
                </a:lnTo>
                <a:lnTo>
                  <a:pt x="408735" y="524537"/>
                </a:lnTo>
                <a:lnTo>
                  <a:pt x="407484" y="525855"/>
                </a:lnTo>
                <a:lnTo>
                  <a:pt x="405041" y="526690"/>
                </a:lnTo>
                <a:lnTo>
                  <a:pt x="401617" y="526976"/>
                </a:lnTo>
                <a:lnTo>
                  <a:pt x="370845" y="527282"/>
                </a:lnTo>
                <a:lnTo>
                  <a:pt x="364155" y="525641"/>
                </a:lnTo>
                <a:lnTo>
                  <a:pt x="361496" y="524520"/>
                </a:lnTo>
                <a:lnTo>
                  <a:pt x="359498" y="522114"/>
                </a:lnTo>
                <a:lnTo>
                  <a:pt x="357862" y="518036"/>
                </a:lnTo>
                <a:lnTo>
                  <a:pt x="357455" y="514261"/>
                </a:lnTo>
                <a:lnTo>
                  <a:pt x="358689" y="506953"/>
                </a:lnTo>
                <a:lnTo>
                  <a:pt x="358954" y="487510"/>
                </a:lnTo>
                <a:lnTo>
                  <a:pt x="358695" y="480999"/>
                </a:lnTo>
                <a:lnTo>
                  <a:pt x="357804" y="478182"/>
                </a:lnTo>
                <a:lnTo>
                  <a:pt x="355275" y="476162"/>
                </a:lnTo>
                <a:lnTo>
                  <a:pt x="332550" y="475892"/>
                </a:lnTo>
                <a:lnTo>
                  <a:pt x="331470" y="476972"/>
                </a:lnTo>
                <a:close/>
              </a:path>
            </a:pathLst>
          </a:custGeom>
          <a:solidFill>
            <a:srgbClr val="EA87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ГК «ЭНЕРГО ГРУПП» — Комплексное строительство 2025</dc:title>
  <dc:subject/>
  <dc:creator>ГК «ЭНЕРГО ГРУПП»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